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815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20840" y="502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7208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'spring':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72084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'summer':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2084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'fall':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2084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1920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6217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20040" y="37033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Pairs  ·  Hashing  ·  Fast Lookup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2004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CMPT 120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Dictionary?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 collection of key:value pairs where each key is unique.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19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: Value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4114800" cy="7315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9144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unique — no two pairs can share the same key.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values are fine; duplicate keys are not.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{'spring':1, 'summer':4, 'fall':7}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1188720"/>
            <a:ext cx="0" cy="384048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420624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15727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'spring'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0" y="1810512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0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204825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2048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'summer'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40880" y="228600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0" y="2048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2523744"/>
            <a:ext cx="420624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25237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'fall'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40880" y="2761488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2523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63440" y="36576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properties: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63440" y="4041648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40416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080760" y="4041648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80760" y="40416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0" y="4041648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98080" y="40416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</a:t>
            </a:r>
            <a:endParaRPr lang="en-US" sz="11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CB583-383F-67DD-44D9-D73E6A401E4B}"/>
              </a:ext>
            </a:extLst>
          </p:cNvPr>
          <p:cNvSpPr txBox="1"/>
          <p:nvPr/>
        </p:nvSpPr>
        <p:spPr>
          <a:xfrm>
            <a:off x="1406726" y="2212848"/>
            <a:ext cx="161915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A dictionary is a set of Key : Value pairs.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and Using Dictionaries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48056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4805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909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79095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79095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50976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Dictionary literal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{'spring': 1, 'summer': 4, 'fall': 7}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Empty dictionary, then add pairs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sem_code['spring'] = 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sem_code['summer'] = 4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sem_code['fall']   = 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448056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999232"/>
            <a:ext cx="44805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4038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08" y="30403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" y="304038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420624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print(sem_code)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{'spring':1, 'summer':4, 'fall':7}</a:t>
            </a:r>
            <a:endParaRPr lang="en-US" sz="1100" dirty="0">
              <a:solidFill>
                <a:srgbClr val="00B050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print(sem_code.keys())   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dict_keys(['spring','summer','fall'])</a:t>
            </a:r>
            <a:endParaRPr lang="en-US" sz="1100" dirty="0">
              <a:solidFill>
                <a:srgbClr val="00B050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print(sem_code.values()) 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dict_values([1, 4, 7])</a:t>
            </a:r>
            <a:endParaRPr lang="en-US" sz="1100" dirty="0">
              <a:solidFill>
                <a:srgbClr val="00B050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print(len(sem_code))      </a:t>
            </a:r>
            <a:b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83480" y="7772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Dictionary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83480" y="1234440"/>
            <a:ext cx="3977640" cy="96012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2344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'spring'  :  1  }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18989" y="1915668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4649" y="22174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44818" y="1915668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33338" y="223570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5817" y="1915668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56299" y="21488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87815" y="1933956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75220" y="2188576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(integer)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926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Methods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3337560"/>
            <a:ext cx="39776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333756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d.keys()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33375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keys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3675888"/>
            <a:ext cx="3977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367588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d.values()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values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4014216"/>
            <a:ext cx="39776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74920" y="4014216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len(d)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01421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pairs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352544"/>
            <a:ext cx="3977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74920" y="4352544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d[key]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435254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value by key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83480" y="4690872"/>
            <a:ext cx="39776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74920" y="4690872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d[key] = 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469087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update pair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Values — and KeyError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d[key] to get the value associated with a key.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0624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20624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27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4127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4127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572768"/>
            <a:ext cx="3977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{'spring':1, 'summer':4, 'fall':7}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print(sem_code['fall'])    # 7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print(sem_code['summer'])  # 4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print(sem_code['spring'])  # 1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 not in dictionary: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print(sem_code['autumn'])  # KeyError!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4206240" cy="8686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886200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KeyError: 'autumn'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key that doesn't exist raises a KeyError.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4069080" cy="73152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298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sem_code['fall']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728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76288" y="201168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21945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4069080" cy="731520"/>
          </a:xfrm>
          <a:prstGeom prst="rect">
            <a:avLst/>
          </a:prstGeom>
          <a:solidFill>
            <a:srgbClr val="EFF6FF"/>
          </a:solidFill>
          <a:ln w="25400">
            <a:solidFill>
              <a:srgbClr val="2D52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3042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key 'fall'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2734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searches the dict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76288" y="301752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0840" y="32004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291840"/>
            <a:ext cx="4069080" cy="73152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33101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3739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associated value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4114800"/>
            <a:ext cx="4069080" cy="6400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sem_code['autumn']  →  </a:t>
            </a:r>
            <a:r>
              <a:rPr lang="en-US" sz="1250" b="1" dirty="0" err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(key not found)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and Modifying Pairs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846320" cy="2697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8463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909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79095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79095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50976"/>
            <a:ext cx="46437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{}             # empty dictionary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new pairs: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d['spring'] = 1 # {'spring': 1}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d['summer'] = 4 # {'spring': 1, 'summer': 4}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   = 7 # {'spring': 1, 'summer': 4, 'fall': 7}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an existing key: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 = 8    </a:t>
            </a:r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{'spring': 1, 'summer': 4, 'fall': 8}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          ^^^^^^^^^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4846320" cy="64008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d[key] = value  adds the pair if key is new, or replaces the value if key already exists.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749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Dictionary state at each step: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207008"/>
            <a:ext cx="3566160" cy="594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068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1490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865376"/>
            <a:ext cx="35661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4068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d['spring']=1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2523744"/>
            <a:ext cx="35661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40680" y="2532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d['summer']=4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{spring:1, summer:4}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3182112"/>
            <a:ext cx="356616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0680" y="3191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d['fall']=7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465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{spring:1, summer:4, fall:7}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3840480"/>
            <a:ext cx="35661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0680" y="3849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d['fall']=8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{spring:1, summer:4, fall:8}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49640" y="3849624"/>
            <a:ext cx="32004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49640" y="384962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and Explore a Dictionary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called capital that maps these countries to their capital cities: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"USA"  →  "Washington D.C."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"France"  →  "Paris"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"Japan"  →  "Tokyo"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Print the capital of France.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Add "Canada" → "Ottawa" to the dictionary.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Print all the keys, then all the values.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What happens when you try capital["Germany"]?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Use {} for a literal or start with {} and use d[key]=value to add pairs.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with the in Operator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846320" cy="2651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8463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909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79095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79095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50976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sem_code = {'spring':1, 'summer':4, 'fall':7}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Searching KEYS (fast!):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print('fall'   in sem_code)  # True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print('autumn' in sem_code)  # False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        in sem_code)  # False  (not a key!)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Searching VALUES (slow):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 in sem_code.values())  # True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in sem_code.values())  # False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print(7 in sem_code.values())  # True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4846320" cy="73152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 a dict checks KEYS — not values.</a:t>
            </a:r>
            <a:endParaRPr lang="en-US" sz="13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search values, use in d.values() (but it is much slower).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749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lookup vs Value lookup: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207008"/>
            <a:ext cx="3566160" cy="137160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12070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5910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"key" in 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19933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hashing — nearly instant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 millions of keys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724912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49240" y="3017520"/>
            <a:ext cx="356616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3017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401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in d.values()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8039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each value one-by-one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 searching a list)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Hood: Hashing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Python find a key so fast? It uses a hash function.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371600" cy="73152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'spring'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29968" y="1325880"/>
            <a:ext cx="1371600" cy="73152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9968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9968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7288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85616" y="1325880"/>
            <a:ext cx="1371600" cy="731520"/>
          </a:xfrm>
          <a:prstGeom prst="rect">
            <a:avLst/>
          </a:prstGeom>
          <a:solidFill>
            <a:srgbClr val="EFF6FF"/>
          </a:solidFill>
          <a:ln w="25400">
            <a:solidFill>
              <a:srgbClr val="2D52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85616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2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367364809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85616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02936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264" y="1325880"/>
            <a:ext cx="1371600" cy="73152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41264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41264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58584" y="1508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96912" y="1325880"/>
            <a:ext cx="1371600" cy="73152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96912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96912" y="1801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index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240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store 'spring' in slot 9 of an internal list: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74320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7552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7552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00784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00784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14016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14016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27248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27248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0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53712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53712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66944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66944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0176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80176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93408" y="2697480"/>
            <a:ext cx="658368" cy="56692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93408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93408" y="29260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'spring'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06640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06640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119872" y="2697480"/>
            <a:ext cx="658368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19872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02552" y="2697480"/>
            <a:ext cx="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6364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index 9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429000"/>
            <a:ext cx="2880360" cy="109728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34655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key, same slot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65760" y="377647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hash('spring') always gives the same number, so 'spring' is always at slot 9.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246120" y="3429000"/>
            <a:ext cx="2880360" cy="109728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337560" y="34655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lookup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3337560" y="377647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 key, compute its hash and go directly to that slot. No searching needed!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17920" y="3429000"/>
            <a:ext cx="288036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09360" y="34655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Collision handling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309360" y="377647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keys can hash to the same slot. Python has a tie-breaking rule to handle this.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 Dictionary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this dictionary: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scores = {"Alice": 88, "Bob": 92, "Carol": 75}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Check if "Alice" is a key in scores.  (What operator?)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Check if "Dave" is a key.  What is the result?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Check if the score 92 is in the values.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Why is checking for a key faster than checking for a value?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Explain in one sentence.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Key search uses hashing. Value search scans every value one-by-one.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Finding Reverse Words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English words are the reverse of another English word?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"stressed" → reverses to "desserts" 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Attempt 1: Use a list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20624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20624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869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869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" y="1869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029968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open('words.txt').read().split('\n')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word in words: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word[::-1] in words:  # searches list!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print(count)   # correct, but...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224528"/>
            <a:ext cx="4206240" cy="5486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91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22452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over a minute!  113,784 words × 113,784 searches = 12.9 billion checks.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it so slow?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799"/>
            <a:ext cx="4160520" cy="3018263"/>
          </a:xfrm>
          <a:prstGeom prst="rect">
            <a:avLst/>
          </a:prstGeom>
          <a:solidFill>
            <a:srgbClr val="FEF9E7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915668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words.txt has n = 113,784 words.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n words, we search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 of n words for its reverse.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n × n = n² comparisons.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113,784² ≈ 12,900,000,000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 billion checks!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4A9220-A5F1-4D82-61FB-70736B195F15}"/>
                  </a:ext>
                </a:extLst>
              </p:cNvPr>
              <p:cNvSpPr txBox="1"/>
              <p:nvPr/>
            </p:nvSpPr>
            <p:spPr>
              <a:xfrm>
                <a:off x="7227663" y="3264408"/>
                <a:ext cx="1619157" cy="52322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Thus we  say this algorithm is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4A9220-A5F1-4D82-61FB-70736B19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663" y="3264408"/>
                <a:ext cx="1619157" cy="523220"/>
              </a:xfrm>
              <a:prstGeom prst="rect">
                <a:avLst/>
              </a:prstGeom>
              <a:blipFill>
                <a:blip r:embed="rId3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Fast Solution with a Dictionary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Attempt 2: Use a dictionary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062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1158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115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21158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open('words.txt').read().split('\n')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all words into a dictionary: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word_dict = {}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words: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word_dict[w] = 1      # just need the keys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word in words: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word[::-1] in word_dict:  # hash lookup!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print(count)   # same answer, much faster!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206240"/>
            <a:ext cx="4206240" cy="566928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9144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20624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under 0.1 seconds! Dictionary lookup is nearly instant.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7498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Comparison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234440"/>
            <a:ext cx="1280160" cy="26060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2344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(n²)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611880"/>
            <a:ext cx="1280160" cy="2286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840480"/>
            <a:ext cx="3200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238887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4434840"/>
            <a:ext cx="4069080" cy="530352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443484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dictionary version is over 1,000x faster!</a:t>
            </a:r>
            <a:endParaRPr lang="en-US" sz="13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12C4403-FB56-5937-FE19-6B7268DBD50B}"/>
              </a:ext>
            </a:extLst>
          </p:cNvPr>
          <p:cNvSpPr/>
          <p:nvPr/>
        </p:nvSpPr>
        <p:spPr>
          <a:xfrm>
            <a:off x="6675120" y="30861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~114</a:t>
            </a:r>
            <a:br>
              <a:rPr lang="en-US" sz="12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2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</a:t>
            </a:r>
            <a:endParaRPr lang="en-US" sz="1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Word Challenge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finds all English words in words.txt that are the reverse of another word.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Read words.txt and store all words in a dictionary (as keys).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2: For each word, check if its reverse is also a key in the dictionary.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3: Print how many such words you find.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Bonus: Print a few examples (like "stressed" / "desserts").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Use d[w] = 1 to build the dictionary, then check reverse(w) in 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Counting Characters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perfect for counting — keys are items, values are counts.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38912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3891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755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7558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2755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'applesauce'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= {}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 in letters: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letters[c] += 1  # key exists: increment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letters[c] = 1   # new key: start at 1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print(letters)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{'a':2, 'p':2, 'l':1, 'e':2, 's':1, 'u':1, 'c':1}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Tracing through "applesauce":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4023360" cy="4572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17373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{'a':1,'p':1}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2240280"/>
            <a:ext cx="40233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'p'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{'a':1,'p':2}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already exists → +1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74320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{'a':1,'p':2,'l':1}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3246120"/>
            <a:ext cx="4023360" cy="4572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'e'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{'a':1,'p':2,'l':1,'e':1}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74904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 Dictionary Results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have no fixed order. To display results sorted, convert to a list.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389120" cy="3108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38912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755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7558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12755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letter_count = count_letters('applesauce')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{'a':2, 'p':2, 'l':1, 'e':2, 's':1, 'u':1, 'c':1}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 list of [count, letter] pairs: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letter_list = []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letter_count: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 = [letter_count[c], c]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letter_list.append(pair)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count: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letter_list.sort()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letter_list.reverse()    # biggest first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pair in letter_list: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print(f'{pair[1]}: {pair[0]}')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9535" y="1142927"/>
            <a:ext cx="3529584" cy="583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[[2, 'a'], [2, 'p'], [1, 'l'], [2, 'e'], [1,'s'], [1, 'u'], [1, 'c']]</a:t>
            </a:r>
            <a:endParaRPr lang="en-US" sz="115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028870-810E-609D-A98B-8F182C9E9DB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706029" y="1434717"/>
            <a:ext cx="2313506" cy="13368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6C988C-0A80-A980-775D-F93161E4636F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1918010" y="2062790"/>
            <a:ext cx="3101525" cy="11784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F16D73-EC54-B1F4-D25C-5D72B1179F58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2103863" y="2717645"/>
            <a:ext cx="2915672" cy="681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12">
            <a:extLst>
              <a:ext uri="{FF2B5EF4-FFF2-40B4-BE49-F238E27FC236}">
                <a16:creationId xmlns:a16="http://schemas.microsoft.com/office/drawing/2014/main" id="{642C2253-D3C7-4ABF-9DC4-7D321EB855C6}"/>
              </a:ext>
            </a:extLst>
          </p:cNvPr>
          <p:cNvSpPr/>
          <p:nvPr/>
        </p:nvSpPr>
        <p:spPr>
          <a:xfrm>
            <a:off x="5226576" y="3080710"/>
            <a:ext cx="943394" cy="17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2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 2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2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u: 1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s: 1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l: 1</a:t>
            </a:r>
          </a:p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 1 </a:t>
            </a:r>
            <a:endParaRPr lang="en-US" sz="115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D55E1D18-CB62-19F2-3642-72912A15B811}"/>
              </a:ext>
            </a:extLst>
          </p:cNvPr>
          <p:cNvSpPr/>
          <p:nvPr/>
        </p:nvSpPr>
        <p:spPr>
          <a:xfrm>
            <a:off x="5019535" y="1771000"/>
            <a:ext cx="3529584" cy="583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 'c'], [1, 'l'], [1, 's'], [1, 'u'], [2, 'a'], [2, 'e'], [2, 'p']]</a:t>
            </a:r>
            <a:endParaRPr lang="en-US" sz="1150" dirty="0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F7296D91-2FD4-637E-F7B9-109072E38846}"/>
              </a:ext>
            </a:extLst>
          </p:cNvPr>
          <p:cNvSpPr/>
          <p:nvPr/>
        </p:nvSpPr>
        <p:spPr>
          <a:xfrm>
            <a:off x="5019535" y="2425855"/>
            <a:ext cx="3529584" cy="583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[[2, 'p'], [2, 'e'], [2, 'a'], [1, 'u'], [1, 's'], [1, 'l'], [1, 'c']</a:t>
            </a:r>
            <a:endParaRPr lang="en-US" sz="115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79728FC-DF6A-EA7E-CF71-346F37C231CD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3181815" y="3930785"/>
            <a:ext cx="20447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Letter Frequency Counter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91440" cy="3127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955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count_letters(s) that returns a dictionary of character frequencies.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 count_letters("hello")  should return  {"h":1, "e":1, "l":2, "o":1}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your function to find the most common letters across all words in words.txt.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top 5 letters (most frequent first).</a:t>
            </a: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endParaRPr lang="en-US" sz="1250" dirty="0"/>
          </a:p>
          <a:p>
            <a:pPr marL="0" indent="0" algn="l">
              <a:lnSpc>
                <a:spcPct val="13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results:  e, s, i, a, r  are the most common letters in English.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352544"/>
            <a:ext cx="8321040" cy="53035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35254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Build a [count, letter] list from the dict, sort it, and reverse it to get the top 5.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 in the Real World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are one of the most-used data structures in all of programming.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80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&amp; Tallying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45920"/>
            <a:ext cx="2880360" cy="132588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67335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votes, word frequencies, user actions. Any time you need to aggregate by category.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971800"/>
            <a:ext cx="28803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971800"/>
            <a:ext cx="28803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3012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3012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3012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17296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 = {}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 in ballots: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name in votes: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votes[name] += 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votes[name] =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261872"/>
            <a:ext cx="2880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2618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Membership Test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1645920"/>
            <a:ext cx="2880360" cy="132588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67335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 username exists, if a word is spelled correctly, or if an item is in a set — instantly.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8803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8803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3012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47288" y="3012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02736" y="3012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317296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word_set = {}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dictionary: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word_set[w] = 1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word in word_set: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print('Valid word!')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1261872"/>
            <a:ext cx="2880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72200" y="12618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 Tables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1645920"/>
            <a:ext cx="2880360" cy="13258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167335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codes to descriptions, country codes to names, or student IDs to records without any searching.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288036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2971800"/>
            <a:ext cx="2880360" cy="173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30129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19088" y="30129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74536" y="301294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17296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= {'US':'United States',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'FR':'France',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'JP':'Japan'}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print(country['FR'])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4572000"/>
            <a:ext cx="8686800" cy="34747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572000"/>
            <a:ext cx="8458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voting example in votes.txt is a great exercise — try counting the votes using a dictionary!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80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Key:Value Pairs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161288"/>
            <a:ext cx="28803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161288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maps unique keys to values. Use d = {} or d = {k:v, ...} to create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880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777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&amp; Modify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1161288"/>
            <a:ext cx="28803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161288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d[key] returns the value. d[key]=val adds or updates a pair. Missing keys raise KeyError.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777240"/>
            <a:ext cx="2880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7772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777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Hashing = Speed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161288"/>
            <a:ext cx="28803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161288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'key' in d is nearly instant (O(1)) thanks to hashing. Searching a list is O(n) — much slower.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834640"/>
            <a:ext cx="42519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28346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2834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Pattern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8600" y="3218688"/>
            <a:ext cx="42519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218688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dict to count: if k in d: d[k]+=1  else: d[k]=1. This is extremely common in practice.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2834640"/>
            <a:ext cx="4251960" cy="384048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384048" cy="384048"/>
          </a:xfrm>
          <a:prstGeom prst="rect">
            <a:avLst/>
          </a:prstGeom>
          <a:solidFill>
            <a:srgbClr val="1A5282"/>
          </a:solidFill>
          <a:ln w="12700">
            <a:solidFill>
              <a:srgbClr val="2D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2834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via List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3218688"/>
            <a:ext cx="4251960" cy="1170432"/>
          </a:xfrm>
          <a:prstGeom prst="rect">
            <a:avLst/>
          </a:prstGeom>
          <a:solidFill>
            <a:srgbClr val="F8FAFB"/>
          </a:solidFill>
          <a:ln w="19050">
            <a:solidFill>
              <a:srgbClr val="2D52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218688"/>
            <a:ext cx="3977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sort dict results, convert to [value, key] pairs, sort the list, and print in order.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Questions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859536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9552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79552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dictionary keys be unique?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1848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61848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write d['x'] and 'x' is not in dictionary 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441448"/>
            <a:ext cx="859536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44144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44144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44144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print?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 = {'a':3, 'b':4}   →   d['a']=4   →   d['a']=5   →   print(d['a'])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6440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26440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26440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26440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 is a dictionary, how do you get all its keys? All its values?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087368"/>
            <a:ext cx="859536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087368"/>
            <a:ext cx="38404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08736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08736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searching for a key much faster than searching for a value?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2635</Words>
  <Application>Microsoft Macintosh PowerPoint</Application>
  <PresentationFormat>On-screen Show (16:9)</PresentationFormat>
  <Paragraphs>396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Python Dictionaries</dc:title>
  <dc:subject>PptxGenJS Presentation</dc:subject>
  <dc:creator>CMPT 120</dc:creator>
  <cp:lastModifiedBy>Toby Donaldson</cp:lastModifiedBy>
  <cp:revision>2</cp:revision>
  <dcterms:created xsi:type="dcterms:W3CDTF">2026-03-20T03:46:44Z</dcterms:created>
  <dcterms:modified xsi:type="dcterms:W3CDTF">2026-03-20T16:11:46Z</dcterms:modified>
</cp:coreProperties>
</file>