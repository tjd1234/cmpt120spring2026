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1" r:id="rId4"/>
    <p:sldId id="262" r:id="rId5"/>
    <p:sldId id="264" r:id="rId6"/>
    <p:sldId id="263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6327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7F9681A8-EEE2-56F4-9B39-ECCBEE0471AC}"/>
    <pc:docChg chg="modSld">
      <pc:chgData name="Toby Donaldson" userId="2e6e5431-bb17-4c41-9985-d39c50d83c73" providerId="ADAL" clId="{7F9681A8-EEE2-56F4-9B39-ECCBEE0471AC}" dt="2025-12-08T22:55:26.774" v="32" actId="20577"/>
      <pc:docMkLst>
        <pc:docMk/>
      </pc:docMkLst>
      <pc:sldChg chg="modSp mod">
        <pc:chgData name="Toby Donaldson" userId="2e6e5431-bb17-4c41-9985-d39c50d83c73" providerId="ADAL" clId="{7F9681A8-EEE2-56F4-9B39-ECCBEE0471AC}" dt="2025-12-08T22:53:59.138" v="2" actId="113"/>
        <pc:sldMkLst>
          <pc:docMk/>
          <pc:sldMk cId="2835190045" sldId="257"/>
        </pc:sldMkLst>
        <pc:spChg chg="mod">
          <ac:chgData name="Toby Donaldson" userId="2e6e5431-bb17-4c41-9985-d39c50d83c73" providerId="ADAL" clId="{7F9681A8-EEE2-56F4-9B39-ECCBEE0471AC}" dt="2025-12-08T22:53:59.138" v="2" actId="113"/>
          <ac:spMkLst>
            <pc:docMk/>
            <pc:sldMk cId="2835190045" sldId="257"/>
            <ac:spMk id="3" creationId="{A16B7F1E-FBD1-738F-A3DB-3D0E94B51BDB}"/>
          </ac:spMkLst>
        </pc:spChg>
      </pc:sldChg>
      <pc:sldChg chg="modSp mod">
        <pc:chgData name="Toby Donaldson" userId="2e6e5431-bb17-4c41-9985-d39c50d83c73" providerId="ADAL" clId="{7F9681A8-EEE2-56F4-9B39-ECCBEE0471AC}" dt="2025-12-08T22:55:26.774" v="32" actId="20577"/>
        <pc:sldMkLst>
          <pc:docMk/>
          <pc:sldMk cId="4081585701" sldId="259"/>
        </pc:sldMkLst>
        <pc:spChg chg="mod">
          <ac:chgData name="Toby Donaldson" userId="2e6e5431-bb17-4c41-9985-d39c50d83c73" providerId="ADAL" clId="{7F9681A8-EEE2-56F4-9B39-ECCBEE0471AC}" dt="2025-12-08T22:55:26.774" v="32" actId="20577"/>
          <ac:spMkLst>
            <pc:docMk/>
            <pc:sldMk cId="4081585701" sldId="259"/>
            <ac:spMk id="3" creationId="{18792C85-EDDE-99D0-36BA-7FF53ECA1755}"/>
          </ac:spMkLst>
        </pc:spChg>
      </pc:sldChg>
      <pc:sldChg chg="modSp mod">
        <pc:chgData name="Toby Donaldson" userId="2e6e5431-bb17-4c41-9985-d39c50d83c73" providerId="ADAL" clId="{7F9681A8-EEE2-56F4-9B39-ECCBEE0471AC}" dt="2025-12-08T22:54:42.901" v="23" actId="20577"/>
        <pc:sldMkLst>
          <pc:docMk/>
          <pc:sldMk cId="1759891140" sldId="263"/>
        </pc:sldMkLst>
        <pc:spChg chg="mod">
          <ac:chgData name="Toby Donaldson" userId="2e6e5431-bb17-4c41-9985-d39c50d83c73" providerId="ADAL" clId="{7F9681A8-EEE2-56F4-9B39-ECCBEE0471AC}" dt="2025-12-08T22:54:42.901" v="23" actId="20577"/>
          <ac:spMkLst>
            <pc:docMk/>
            <pc:sldMk cId="1759891140" sldId="263"/>
            <ac:spMk id="3" creationId="{18792C85-EDDE-99D0-36BA-7FF53ECA175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113DC9-7D87-43AD-B580-6A755EAA816A}" type="datetimeFigureOut">
              <a:rPr lang="en-AU" smtClean="0"/>
              <a:t>8/12/2025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806532-5F58-427C-88C0-BA389CB0CF3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452226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EB4F3-DE14-FA62-F791-11DED0CBF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8C3E27-F9FA-BA7C-C14A-53CC2C37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D539E-9034-4690-20AD-422658683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8DAAF-C290-4824-9159-EB752B4BF898}" type="datetime1">
              <a:rPr lang="en-AU" smtClean="0"/>
              <a:t>8/12/2025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4F067-F906-2B69-9A26-3ECA144ED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30927-4604-0B1D-34F4-D9178BF1B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20661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E8C57-89AC-E647-CC86-F40453CDD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3A158-1C81-1489-D891-D7D5284009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89727-08BE-E7AD-4D37-4CFF52563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9B9E26-7110-4384-9E21-C398F99CCE78}" type="datetime1">
              <a:rPr lang="en-AU" smtClean="0"/>
              <a:t>8/12/2025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9DEBD8-F73A-EFFB-A22F-BEDDCA3F5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A5F396-14AD-3C78-4C40-FA5ABAA73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622476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57E8F-4F05-9619-9DB2-1C317CF2B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298B32-B879-6818-C404-E63DC28D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5EC14C-90D6-AD0D-03E8-4608286C0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C0423-21DA-4A91-95A5-17BAC3DCB5A5}" type="datetime1">
              <a:rPr lang="en-AU" smtClean="0"/>
              <a:t>8/12/2025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9BC49B-C20C-B03B-3A9B-EC28CE115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4DD462-C7AF-DF7C-9B63-95E51CB51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026345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71617-EF21-E734-AC0A-B6F2A2627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F01EE-6487-D149-1812-929EB7378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EE5A79-BBCD-ECA0-3DCB-C167537275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09EE46-7D17-7BF3-CB1B-69B0B565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55B0B-71E5-4583-85D7-8827163EBC20}" type="datetime1">
              <a:rPr lang="en-AU" smtClean="0"/>
              <a:t>8/12/2025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4B7995-1FD1-2A2F-ED86-63A893612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B15A02-A179-F636-2EAD-B3C71F486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5136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6EC5C-66B6-6C16-9FCC-EAEDC6DF7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CB889B-59A0-F5A3-3779-D5C27E18F1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32EFF3-2B2F-FC28-7A42-0B652E2DF5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81E9D5-B13D-AFB4-06E7-85C132EC3C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F2F8A6-2203-D88A-1D37-60B1F5546F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075C8B-CD5B-397D-73A5-3A6DBE3ED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3404A-06F3-40E5-885C-037A37B6014A}" type="datetime1">
              <a:rPr lang="en-AU" smtClean="0"/>
              <a:t>8/12/2025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FA2AC0-456E-8973-D879-1031BB663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F6DF6D-2DC9-C9FB-19B3-8AB5B7E58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35252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906C9-ACE4-74E3-BEAE-9D4D40224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9E3D4E-09A8-8893-4E61-0A5727CC5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958F0-3FBA-40FF-9385-A78B1569984B}" type="datetime1">
              <a:rPr lang="en-AU" smtClean="0"/>
              <a:t>8/12/2025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7F4B63-BF8D-9B58-164F-D42030E40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74E00B-36D9-6960-C32E-21A330807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419344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39314F-D36A-C3AF-C646-FA4AFD76F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7F17C-B3FC-4389-A305-0B4BBC8F0EF4}" type="datetime1">
              <a:rPr lang="en-AU" smtClean="0"/>
              <a:t>8/12/2025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FB9942-4C84-330A-4683-A69585CAB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1E1D1-79B2-0B0A-C55B-22A079C20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02474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EC8E4-F414-EB89-102F-46D261997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4177A-8ABE-F5A0-F59F-FE8B4585B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0F8D19-D1E1-3CDA-F8C3-B99949B6A8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D0DD7C-93C2-E506-7BBC-75D2462EA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D59DF-D5B1-4318-A3EB-4195186F26F4}" type="datetime1">
              <a:rPr lang="en-AU" smtClean="0"/>
              <a:t>8/12/2025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948F1C-9C44-3D14-9EF6-00E8810A5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83DE33-237A-B622-A8C2-22A07A8DD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6302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BDB07-57DD-510B-5753-52AA78EA1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24434C-E5AE-F5F4-9516-A1488C332F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DFAA81-A660-268E-FE86-0810CFFF45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0B5BFB-D0AF-FF8C-4182-DA120B338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7ACB7-039E-498F-8E6F-59ECF6A0DE54}" type="datetime1">
              <a:rPr lang="en-AU" smtClean="0"/>
              <a:t>8/12/2025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0CD2E-E70A-7D8E-67EA-6D84A5409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61102E-9665-F4A8-6235-212F77F37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6703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0F0CB-CDCD-219C-75F5-F81359D98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2166BB-9EF5-ABBE-9416-89F519456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5578AA-3238-6401-7484-7F32C6D1F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CC07A-DCF9-4822-8432-94F5CEE4B1A0}" type="datetime1">
              <a:rPr lang="en-AU" smtClean="0"/>
              <a:t>8/12/2025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289E06-BCE8-E77B-2DE6-C0EE0AA55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4266C4-55A1-AFD6-461A-9E62B2C41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54655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893DCF-160E-EFC3-B3EC-0EA140781D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A60A26-1B6A-E384-943B-EB390D99E0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7662CB-BC01-A208-830F-38E56FB9C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95C53D-E3D6-403B-BC6B-9ED697E84E31}" type="datetime1">
              <a:rPr lang="en-AU" smtClean="0"/>
              <a:t>8/12/2025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1371F1-4FF4-E5A8-87ED-6BF80533C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BEECF-FDF0-CE0F-D1D6-157F8A2A5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19372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EF3374-BAA3-F916-B23D-44DB7F349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483544-9573-A231-2523-6FF7451EF0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8B673-4BDA-1B17-D6E5-433E8F06B5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268183-BD0C-429A-BC43-106F40EDD5BB}" type="datetime1">
              <a:rPr lang="en-AU" smtClean="0"/>
              <a:t>8/12/2025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0A5C67-6241-23F7-7384-ED9D35275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42A39-5D95-4CA7-0B6A-B422A760CF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15731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nbviewer.org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26A84AF-6F58-471A-BF1F-10D8C0351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71DA89-3530-B718-3FCA-D6AF6AE79A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184" y="1612232"/>
            <a:ext cx="3785513" cy="1900804"/>
          </a:xfrm>
          <a:noFill/>
        </p:spPr>
        <p:txBody>
          <a:bodyPr>
            <a:normAutofit/>
          </a:bodyPr>
          <a:lstStyle/>
          <a:p>
            <a:pPr algn="l"/>
            <a:r>
              <a:rPr lang="en-CA" sz="4000" b="1" dirty="0"/>
              <a:t>CMPT 120-D100</a:t>
            </a:r>
            <a:br>
              <a:rPr lang="en-CA" sz="5200" dirty="0"/>
            </a:br>
            <a:endParaRPr lang="en-AU" sz="5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3C154A-A463-BA85-53B5-D7570D9438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184" y="3684756"/>
            <a:ext cx="3785514" cy="1680298"/>
          </a:xfrm>
          <a:noFill/>
        </p:spPr>
        <p:txBody>
          <a:bodyPr>
            <a:normAutofit/>
          </a:bodyPr>
          <a:lstStyle/>
          <a:p>
            <a:r>
              <a:rPr lang="en-CA" dirty="0"/>
              <a:t>Spring 2026</a:t>
            </a:r>
            <a:br>
              <a:rPr lang="en-CA" dirty="0"/>
            </a:br>
            <a:r>
              <a:rPr lang="en-CA" dirty="0"/>
              <a:t>SFU Burnaby</a:t>
            </a:r>
          </a:p>
          <a:p>
            <a:r>
              <a:rPr lang="en-CA" dirty="0"/>
              <a:t>Instructor: Toby Donaldson</a:t>
            </a:r>
            <a:endParaRPr lang="en-AU" dirty="0"/>
          </a:p>
        </p:txBody>
      </p:sp>
      <p:pic>
        <p:nvPicPr>
          <p:cNvPr id="5" name="Picture 4" descr="A computer and a turtle&#10;&#10;Description automatically generated">
            <a:extLst>
              <a:ext uri="{FF2B5EF4-FFF2-40B4-BE49-F238E27FC236}">
                <a16:creationId xmlns:a16="http://schemas.microsoft.com/office/drawing/2014/main" id="{AD286F6A-95EC-ADEA-3E8E-0FBEBAFDFA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18" r="-1" b="-1"/>
          <a:stretch/>
        </p:blipFill>
        <p:spPr>
          <a:xfrm>
            <a:off x="5009505" y="10"/>
            <a:ext cx="7182495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96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4D0FC-E2A8-B94D-7FF9-8AAF6B8A9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CMPT 120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B7F1E-FBD1-738F-A3DB-3D0E94B51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sz="4000" dirty="0"/>
              <a:t>An introduction to </a:t>
            </a:r>
            <a:r>
              <a:rPr lang="en-CA" sz="4000" b="1" dirty="0"/>
              <a:t>computer science </a:t>
            </a:r>
            <a:r>
              <a:rPr lang="en-CA" sz="4000" dirty="0"/>
              <a:t>and Python </a:t>
            </a:r>
            <a:r>
              <a:rPr lang="en-CA" sz="4000" b="1" dirty="0"/>
              <a:t>programming</a:t>
            </a:r>
          </a:p>
          <a:p>
            <a:pPr marL="0" indent="0">
              <a:buNone/>
            </a:pPr>
            <a:endParaRPr lang="en-CA" sz="4000" dirty="0"/>
          </a:p>
          <a:p>
            <a:pPr marL="0" indent="0">
              <a:buNone/>
            </a:pPr>
            <a:r>
              <a:rPr lang="en-CA" sz="4000" dirty="0"/>
              <a:t>Assumes you have </a:t>
            </a:r>
            <a:r>
              <a:rPr lang="en-CA" sz="4000" b="1" dirty="0"/>
              <a:t>not</a:t>
            </a:r>
            <a:r>
              <a:rPr lang="en-CA" sz="4000" dirty="0"/>
              <a:t> taken a prior programming course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C407B-D78B-3CA1-9CD7-48A247456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35190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4D0FC-E2A8-B94D-7FF9-8AAF6B8A9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CMPT 120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B7F1E-FBD1-738F-A3DB-3D0E94B51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A" sz="3600" dirty="0"/>
              <a:t>Check out </a:t>
            </a:r>
            <a:r>
              <a:rPr lang="en-CA" sz="3600" b="1" dirty="0"/>
              <a:t>Canvas</a:t>
            </a:r>
          </a:p>
          <a:p>
            <a:pPr marL="457200" lvl="1" indent="0">
              <a:buNone/>
            </a:pPr>
            <a:r>
              <a:rPr lang="en-CA" sz="3200" dirty="0"/>
              <a:t>Dates and grades of assignments, quizzes, and exams</a:t>
            </a:r>
          </a:p>
          <a:p>
            <a:pPr marL="457200" lvl="1" indent="0">
              <a:buNone/>
            </a:pPr>
            <a:r>
              <a:rPr lang="en-AU" sz="3200" dirty="0"/>
              <a:t>Office hours for teaching assistants (TAs)</a:t>
            </a:r>
          </a:p>
          <a:p>
            <a:pPr marL="457200" lvl="1" indent="0">
              <a:buNone/>
            </a:pPr>
            <a:r>
              <a:rPr lang="en-AU" sz="3200" dirty="0"/>
              <a:t>Announcements, tech support, etc.</a:t>
            </a:r>
          </a:p>
          <a:p>
            <a:pPr marL="457200" lvl="1" indent="0">
              <a:buNone/>
            </a:pPr>
            <a:endParaRPr lang="en-AU" sz="3200" dirty="0"/>
          </a:p>
          <a:p>
            <a:pPr marL="0" indent="0">
              <a:buNone/>
            </a:pPr>
            <a:r>
              <a:rPr lang="en-AU" sz="3600" dirty="0"/>
              <a:t>Course notes are on a different website</a:t>
            </a:r>
          </a:p>
          <a:p>
            <a:pPr marL="457200" lvl="1" indent="0">
              <a:buNone/>
            </a:pPr>
            <a:r>
              <a:rPr lang="en-AU" sz="3200" dirty="0"/>
              <a:t>Find it through the Canvas home page</a:t>
            </a:r>
          </a:p>
          <a:p>
            <a:pPr marL="457200" lvl="1" indent="0">
              <a:buNone/>
            </a:pPr>
            <a:r>
              <a:rPr lang="en-AU" sz="3200" dirty="0"/>
              <a:t>Weekly lecture notes and homework activities (with solutions)</a:t>
            </a:r>
          </a:p>
          <a:p>
            <a:pPr lvl="1"/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C407B-D78B-3CA1-9CD7-48A247456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7356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B8B0-482E-01E3-8884-A61944B9C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What’ll you’ll need for this course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92C85-EDDE-99D0-36BA-7FF53ECA1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All the notes are online</a:t>
            </a:r>
          </a:p>
          <a:p>
            <a:pPr marL="457200" lvl="1" indent="0">
              <a:buNone/>
            </a:pPr>
            <a:r>
              <a:rPr lang="en-CA" dirty="0"/>
              <a:t>Textbook is online</a:t>
            </a:r>
          </a:p>
          <a:p>
            <a:pPr marL="457200" lvl="1" indent="0">
              <a:buNone/>
            </a:pPr>
            <a:r>
              <a:rPr lang="en-AU" dirty="0"/>
              <a:t>Lectures and practice questions are based on the textbook</a:t>
            </a:r>
            <a:br>
              <a:rPr lang="en-AU" dirty="0"/>
            </a:b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06EFE-017B-C319-DD4C-210ED6A08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8911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B8B0-482E-01E3-8884-A61944B9C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What’ll you’ll need for this course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92C85-EDDE-99D0-36BA-7FF53ECA1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All the notes are online</a:t>
            </a:r>
          </a:p>
          <a:p>
            <a:pPr marL="457200" lvl="1" indent="0">
              <a:buNone/>
            </a:pPr>
            <a:r>
              <a:rPr lang="en-CA" dirty="0"/>
              <a:t>Textbook is online</a:t>
            </a:r>
          </a:p>
          <a:p>
            <a:pPr marL="457200" lvl="1" indent="0">
              <a:buNone/>
            </a:pPr>
            <a:r>
              <a:rPr lang="en-AU" dirty="0"/>
              <a:t>Lectures and practice questions are based on the textbook</a:t>
            </a:r>
            <a:br>
              <a:rPr lang="en-AU" dirty="0"/>
            </a:br>
            <a:endParaRPr lang="en-AU" dirty="0"/>
          </a:p>
          <a:p>
            <a:pPr marL="0" indent="0">
              <a:buNone/>
            </a:pPr>
            <a:r>
              <a:rPr lang="en-AU" dirty="0"/>
              <a:t>You should install Python on your own computer</a:t>
            </a:r>
          </a:p>
          <a:p>
            <a:pPr marL="457200" lvl="1" indent="0">
              <a:buNone/>
            </a:pPr>
            <a:r>
              <a:rPr lang="en-AU" dirty="0"/>
              <a:t>Go to </a:t>
            </a:r>
            <a:r>
              <a:rPr lang="en-AU" b="1" dirty="0"/>
              <a:t>python.org</a:t>
            </a:r>
            <a:r>
              <a:rPr lang="en-AU" dirty="0"/>
              <a:t> and download it</a:t>
            </a:r>
          </a:p>
          <a:p>
            <a:pPr lvl="1"/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06EFE-017B-C319-DD4C-210ED6A08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1702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B8B0-482E-01E3-8884-A61944B9C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What’ll you’ll need for this course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92C85-EDDE-99D0-36BA-7FF53ECA1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A" dirty="0"/>
              <a:t>All the notes are online</a:t>
            </a:r>
          </a:p>
          <a:p>
            <a:pPr marL="457200" lvl="1" indent="0">
              <a:buNone/>
            </a:pPr>
            <a:r>
              <a:rPr lang="en-CA" dirty="0"/>
              <a:t>Textbook is online</a:t>
            </a:r>
          </a:p>
          <a:p>
            <a:pPr marL="457200" lvl="1" indent="0">
              <a:buNone/>
            </a:pPr>
            <a:r>
              <a:rPr lang="en-AU" dirty="0"/>
              <a:t>Lectures and practice questions are based on the textbook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You should install Python on your own computer</a:t>
            </a:r>
          </a:p>
          <a:p>
            <a:pPr marL="457200" lvl="1" indent="0">
              <a:buNone/>
            </a:pPr>
            <a:r>
              <a:rPr lang="en-AU" dirty="0"/>
              <a:t>Go to </a:t>
            </a:r>
            <a:r>
              <a:rPr lang="en-AU" b="1" dirty="0"/>
              <a:t>python.org</a:t>
            </a:r>
            <a:r>
              <a:rPr lang="en-AU" dirty="0"/>
              <a:t> and download it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You need a </a:t>
            </a:r>
            <a:r>
              <a:rPr lang="en-AU" b="1" dirty="0"/>
              <a:t>programming text editor </a:t>
            </a:r>
            <a:r>
              <a:rPr lang="en-AU" dirty="0"/>
              <a:t>(</a:t>
            </a:r>
            <a:r>
              <a:rPr lang="en-AU" b="1" dirty="0"/>
              <a:t>IDE</a:t>
            </a:r>
            <a:r>
              <a:rPr lang="en-AU" dirty="0"/>
              <a:t>) to write and run programs</a:t>
            </a:r>
          </a:p>
          <a:p>
            <a:pPr marL="457200" lvl="1" indent="0">
              <a:buNone/>
            </a:pPr>
            <a:r>
              <a:rPr lang="en-AU" b="1" dirty="0"/>
              <a:t>IDLE</a:t>
            </a:r>
            <a:r>
              <a:rPr lang="en-AU" dirty="0"/>
              <a:t>, which comes with Python, is fine for this course</a:t>
            </a:r>
          </a:p>
          <a:p>
            <a:pPr marL="457200" lvl="1" indent="0">
              <a:buNone/>
            </a:pPr>
            <a:r>
              <a:rPr lang="en-AU" b="1" dirty="0"/>
              <a:t>VS Code </a:t>
            </a:r>
            <a:r>
              <a:rPr lang="en-AU" dirty="0"/>
              <a:t>is very popular (and the one I use)</a:t>
            </a:r>
          </a:p>
          <a:p>
            <a:pPr marL="457200" lvl="1" indent="0">
              <a:buNone/>
            </a:pPr>
            <a:r>
              <a:rPr lang="en-AU" dirty="0"/>
              <a:t>You can find other Python editors online, including web pages that run Python</a:t>
            </a:r>
          </a:p>
          <a:p>
            <a:pPr lvl="1"/>
            <a:endParaRPr lang="en-AU" dirty="0"/>
          </a:p>
          <a:p>
            <a:pPr lvl="1"/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06EFE-017B-C319-DD4C-210ED6A08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9891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B8B0-482E-01E3-8884-A61944B9C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What’ll you’ll need for this course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92C85-EDDE-99D0-36BA-7FF53ECA1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sz="3200" dirty="0"/>
              <a:t>The lecture notes, homework questions, and assignments are mostly written in (</a:t>
            </a:r>
            <a:r>
              <a:rPr lang="en-CA" sz="3200" dirty="0" err="1"/>
              <a:t>Jupyter</a:t>
            </a:r>
            <a:r>
              <a:rPr lang="en-CA" sz="3200" dirty="0"/>
              <a:t>) </a:t>
            </a:r>
            <a:r>
              <a:rPr lang="en-CA" sz="3200" b="1" dirty="0"/>
              <a:t>notebooks</a:t>
            </a:r>
          </a:p>
          <a:p>
            <a:pPr marL="457200" lvl="1" indent="0">
              <a:buNone/>
            </a:pPr>
            <a:r>
              <a:rPr lang="en-CA" sz="2800" dirty="0"/>
              <a:t>You can view them directly on the web</a:t>
            </a:r>
          </a:p>
          <a:p>
            <a:pPr marL="457200" lvl="1" indent="0">
              <a:buNone/>
            </a:pPr>
            <a:r>
              <a:rPr lang="en-CA" sz="2800" dirty="0"/>
              <a:t>No need to interact with the notebooks, but here are some options if you want to:</a:t>
            </a:r>
          </a:p>
          <a:p>
            <a:pPr marL="914400" lvl="2" indent="0">
              <a:buNone/>
            </a:pPr>
            <a:r>
              <a:rPr lang="en-CA" sz="2400" b="1" dirty="0"/>
              <a:t>Google </a:t>
            </a:r>
            <a:r>
              <a:rPr lang="en-CA" sz="2400" b="1" dirty="0" err="1"/>
              <a:t>Colab</a:t>
            </a:r>
            <a:r>
              <a:rPr lang="en-CA" sz="2400" b="1" dirty="0"/>
              <a:t> </a:t>
            </a:r>
            <a:r>
              <a:rPr lang="en-CA" sz="2400" dirty="0"/>
              <a:t>(probably the easiest overall, but you need a Google account)</a:t>
            </a:r>
          </a:p>
          <a:p>
            <a:pPr marL="914400" lvl="2" indent="0">
              <a:buNone/>
            </a:pPr>
            <a:r>
              <a:rPr lang="en-CA" sz="2400" b="1" dirty="0" err="1"/>
              <a:t>Jupyter</a:t>
            </a:r>
            <a:r>
              <a:rPr lang="en-CA" sz="2400" b="1" dirty="0"/>
              <a:t> web viewer </a:t>
            </a:r>
            <a:r>
              <a:rPr lang="en-CA" sz="2400" dirty="0"/>
              <a:t>by typing a URL: </a:t>
            </a:r>
            <a:r>
              <a:rPr lang="en-CA" sz="2400" dirty="0">
                <a:hlinkClick r:id="rId2"/>
              </a:rPr>
              <a:t>https://nbviewer.org/</a:t>
            </a:r>
            <a:r>
              <a:rPr lang="en-CA" sz="2400" dirty="0"/>
              <a:t> </a:t>
            </a:r>
          </a:p>
          <a:p>
            <a:pPr marL="914400" lvl="2" indent="0">
              <a:buNone/>
            </a:pPr>
            <a:r>
              <a:rPr lang="en-CA" sz="2400" b="1" dirty="0"/>
              <a:t>VS Code</a:t>
            </a:r>
            <a:r>
              <a:rPr lang="en-CA" sz="2400" dirty="0"/>
              <a:t>, which takes a bit of setup; search the web for help</a:t>
            </a:r>
          </a:p>
          <a:p>
            <a:pPr lvl="2"/>
            <a:endParaRPr lang="en-CA" dirty="0"/>
          </a:p>
          <a:p>
            <a:pPr lvl="2"/>
            <a:endParaRPr lang="en-AU" dirty="0"/>
          </a:p>
          <a:p>
            <a:pPr lvl="1"/>
            <a:endParaRPr lang="en-AU" dirty="0"/>
          </a:p>
          <a:p>
            <a:pPr lvl="1"/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06EFE-017B-C319-DD4C-210ED6A08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1585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37448-355D-F49D-5F47-2BA8A9DCD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Background Survey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DB39F7-E386-300D-4915-3C1137D3D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…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44DFF-5A79-12AE-425B-A70441522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38108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343</Words>
  <Application>Microsoft Macintosh PowerPoint</Application>
  <PresentationFormat>Widescreen</PresentationFormat>
  <Paragraphs>56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CMPT 120-D100 </vt:lpstr>
      <vt:lpstr>CMPT 120</vt:lpstr>
      <vt:lpstr>CMPT 120</vt:lpstr>
      <vt:lpstr>What’ll you’ll need for this course</vt:lpstr>
      <vt:lpstr>What’ll you’ll need for this course</vt:lpstr>
      <vt:lpstr>What’ll you’ll need for this course</vt:lpstr>
      <vt:lpstr>What’ll you’ll need for this course</vt:lpstr>
      <vt:lpstr>Background Survey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2024-09-03T05:25:34Z</dcterms:created>
  <dcterms:modified xsi:type="dcterms:W3CDTF">2025-12-08T22:55:32Z</dcterms:modified>
</cp:coreProperties>
</file>