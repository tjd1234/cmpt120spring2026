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94" r:id="rId2"/>
    <p:sldId id="296" r:id="rId3"/>
    <p:sldId id="297" r:id="rId4"/>
    <p:sldId id="299" r:id="rId5"/>
    <p:sldId id="298" r:id="rId6"/>
    <p:sldId id="301" r:id="rId7"/>
    <p:sldId id="300" r:id="rId8"/>
    <p:sldId id="302" r:id="rId9"/>
    <p:sldId id="303" r:id="rId10"/>
    <p:sldId id="304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D98BC-A071-8D42-BE6E-BAB5A1F465AE}" v="17" dt="2026-01-09T05:21:5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6327" autoAdjust="0"/>
  </p:normalViewPr>
  <p:slideViewPr>
    <p:cSldViewPr snapToGrid="0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delSld modSld sldOrd">
      <pc:chgData name="Toby Donaldson" userId="2e6e5431-bb17-4c41-9985-d39c50d83c73" providerId="ADAL" clId="{F31BC264-820E-54C4-A6D1-F92AF9CC222E}" dt="2026-01-09T17:13:21.263" v="69" actId="113"/>
      <pc:docMkLst>
        <pc:docMk/>
      </pc:docMkLst>
      <pc:sldChg chg="modSp mod">
        <pc:chgData name="Toby Donaldson" userId="2e6e5431-bb17-4c41-9985-d39c50d83c73" providerId="ADAL" clId="{F31BC264-820E-54C4-A6D1-F92AF9CC222E}" dt="2026-01-09T17:09:46.648" v="49" actId="20577"/>
        <pc:sldMkLst>
          <pc:docMk/>
          <pc:sldMk cId="1199209444" sldId="296"/>
        </pc:sldMkLst>
        <pc:spChg chg="mod">
          <ac:chgData name="Toby Donaldson" userId="2e6e5431-bb17-4c41-9985-d39c50d83c73" providerId="ADAL" clId="{F31BC264-820E-54C4-A6D1-F92AF9CC222E}" dt="2026-01-09T17:09:46.648" v="49" actId="20577"/>
          <ac:spMkLst>
            <pc:docMk/>
            <pc:sldMk cId="1199209444" sldId="296"/>
            <ac:spMk id="2" creationId="{EDFEF7C8-492A-66D8-4EDD-FCD4BC6F31BA}"/>
          </ac:spMkLst>
        </pc:spChg>
      </pc:sldChg>
      <pc:sldChg chg="modSp mod">
        <pc:chgData name="Toby Donaldson" userId="2e6e5431-bb17-4c41-9985-d39c50d83c73" providerId="ADAL" clId="{F31BC264-820E-54C4-A6D1-F92AF9CC222E}" dt="2026-01-09T17:09:51.280" v="54" actId="20577"/>
        <pc:sldMkLst>
          <pc:docMk/>
          <pc:sldMk cId="3142749539" sldId="297"/>
        </pc:sldMkLst>
        <pc:spChg chg="mod">
          <ac:chgData name="Toby Donaldson" userId="2e6e5431-bb17-4c41-9985-d39c50d83c73" providerId="ADAL" clId="{F31BC264-820E-54C4-A6D1-F92AF9CC222E}" dt="2026-01-09T17:09:51.280" v="54" actId="20577"/>
          <ac:spMkLst>
            <pc:docMk/>
            <pc:sldMk cId="3142749539" sldId="297"/>
            <ac:spMk id="2" creationId="{FAD43708-033A-A98B-503C-CE26829120D5}"/>
          </ac:spMkLst>
        </pc:spChg>
      </pc:sldChg>
      <pc:sldChg chg="modSp mod">
        <pc:chgData name="Toby Donaldson" userId="2e6e5431-bb17-4c41-9985-d39c50d83c73" providerId="ADAL" clId="{F31BC264-820E-54C4-A6D1-F92AF9CC222E}" dt="2026-01-09T17:10:10.621" v="67" actId="1076"/>
        <pc:sldMkLst>
          <pc:docMk/>
          <pc:sldMk cId="1367215302" sldId="298"/>
        </pc:sldMkLst>
        <pc:spChg chg="mod">
          <ac:chgData name="Toby Donaldson" userId="2e6e5431-bb17-4c41-9985-d39c50d83c73" providerId="ADAL" clId="{F31BC264-820E-54C4-A6D1-F92AF9CC222E}" dt="2026-01-09T17:10:03.805" v="66" actId="20577"/>
          <ac:spMkLst>
            <pc:docMk/>
            <pc:sldMk cId="1367215302" sldId="298"/>
            <ac:spMk id="2" creationId="{312E4412-8BF5-A3BB-2792-D96C68C513D0}"/>
          </ac:spMkLst>
        </pc:spChg>
        <pc:spChg chg="mod">
          <ac:chgData name="Toby Donaldson" userId="2e6e5431-bb17-4c41-9985-d39c50d83c73" providerId="ADAL" clId="{F31BC264-820E-54C4-A6D1-F92AF9CC222E}" dt="2026-01-09T17:10:10.621" v="67" actId="1076"/>
          <ac:spMkLst>
            <pc:docMk/>
            <pc:sldMk cId="1367215302" sldId="298"/>
            <ac:spMk id="10" creationId="{570C3ACA-B932-3F2F-40C6-C3007387B4F9}"/>
          </ac:spMkLst>
        </pc:spChg>
      </pc:sldChg>
      <pc:sldChg chg="modSp mod">
        <pc:chgData name="Toby Donaldson" userId="2e6e5431-bb17-4c41-9985-d39c50d83c73" providerId="ADAL" clId="{F31BC264-820E-54C4-A6D1-F92AF9CC222E}" dt="2026-01-09T17:09:55.493" v="59" actId="20577"/>
        <pc:sldMkLst>
          <pc:docMk/>
          <pc:sldMk cId="3817808022" sldId="299"/>
        </pc:sldMkLst>
        <pc:spChg chg="mod">
          <ac:chgData name="Toby Donaldson" userId="2e6e5431-bb17-4c41-9985-d39c50d83c73" providerId="ADAL" clId="{F31BC264-820E-54C4-A6D1-F92AF9CC222E}" dt="2026-01-09T17:09:55.493" v="59" actId="20577"/>
          <ac:spMkLst>
            <pc:docMk/>
            <pc:sldMk cId="3817808022" sldId="299"/>
            <ac:spMk id="2" creationId="{2B9C9FBD-DE7D-D2B2-F656-474268C8EF33}"/>
          </ac:spMkLst>
        </pc:spChg>
      </pc:sldChg>
      <pc:sldChg chg="modSp mod">
        <pc:chgData name="Toby Donaldson" userId="2e6e5431-bb17-4c41-9985-d39c50d83c73" providerId="ADAL" clId="{F31BC264-820E-54C4-A6D1-F92AF9CC222E}" dt="2026-01-09T17:13:21.263" v="69" actId="113"/>
        <pc:sldMkLst>
          <pc:docMk/>
          <pc:sldMk cId="2291307079" sldId="304"/>
        </pc:sldMkLst>
        <pc:spChg chg="mod">
          <ac:chgData name="Toby Donaldson" userId="2e6e5431-bb17-4c41-9985-d39c50d83c73" providerId="ADAL" clId="{F31BC264-820E-54C4-A6D1-F92AF9CC222E}" dt="2026-01-09T17:13:21.263" v="69" actId="113"/>
          <ac:spMkLst>
            <pc:docMk/>
            <pc:sldMk cId="2291307079" sldId="304"/>
            <ac:spMk id="3" creationId="{0BEF9544-9E9A-73D6-BF8C-C82350813AEA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modMainMaster">
      <pc:chgData name="Toby Donaldson" userId="2e6e5431-bb17-4c41-9985-d39c50d83c73" providerId="ADAL" clId="{7F9681A8-EEE2-56F4-9B39-ECCBEE0471AC}" dt="2026-01-09T05:27:05.359" v="5608" actId="113"/>
      <pc:docMkLst>
        <pc:docMk/>
      </pc:docMkLst>
      <pc:sldChg chg="addSp delSp mod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3585784119" sldId="260"/>
        </pc:sldMkLst>
      </pc:sldChg>
      <pc:sldChg chg="del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713593680" sldId="261"/>
        </pc:sldMkLst>
      </pc:sldChg>
      <pc:sldChg chg="del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859576165" sldId="262"/>
        </pc:sldMkLst>
      </pc:sldChg>
      <pc:sldChg chg="del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2302316879" sldId="264"/>
        </pc:sldMkLst>
      </pc:sldChg>
      <pc:sldChg chg="addSp delSp modSp del mod ord">
        <pc:chgData name="Toby Donaldson" userId="2e6e5431-bb17-4c41-9985-d39c50d83c73" providerId="ADAL" clId="{7F9681A8-EEE2-56F4-9B39-ECCBEE0471AC}" dt="2026-01-09T04:46:28.457" v="2899" actId="2696"/>
        <pc:sldMkLst>
          <pc:docMk/>
          <pc:sldMk cId="944526482" sldId="267"/>
        </pc:sldMkLst>
      </pc:sldChg>
      <pc:sldChg chg="delSp mod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2069204258" sldId="270"/>
        </pc:sldMkLst>
      </pc:sldChg>
      <pc:sldChg chg="addSp delSp modSp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2370908068" sldId="271"/>
        </pc:sldMkLst>
      </pc:sldChg>
      <pc:sldChg chg="addSp delSp modSp new del mod ord">
        <pc:chgData name="Toby Donaldson" userId="2e6e5431-bb17-4c41-9985-d39c50d83c73" providerId="ADAL" clId="{7F9681A8-EEE2-56F4-9B39-ECCBEE0471AC}" dt="2026-01-09T04:49:20.392" v="2981" actId="2696"/>
        <pc:sldMkLst>
          <pc:docMk/>
          <pc:sldMk cId="3595716840" sldId="273"/>
        </pc:sldMkLst>
      </pc:sldChg>
      <pc:sldChg chg="addSp delSp modSp new del mod ord modAnim">
        <pc:chgData name="Toby Donaldson" userId="2e6e5431-bb17-4c41-9985-d39c50d83c73" providerId="ADAL" clId="{7F9681A8-EEE2-56F4-9B39-ECCBEE0471AC}" dt="2026-01-09T04:49:20.392" v="2981" actId="2696"/>
        <pc:sldMkLst>
          <pc:docMk/>
          <pc:sldMk cId="2494677979" sldId="274"/>
        </pc:sldMkLst>
      </pc:sldChg>
      <pc:sldChg chg="addSp delSp modSp new del mod delAnim modAnim">
        <pc:chgData name="Toby Donaldson" userId="2e6e5431-bb17-4c41-9985-d39c50d83c73" providerId="ADAL" clId="{7F9681A8-EEE2-56F4-9B39-ECCBEE0471AC}" dt="2026-01-09T04:49:20.392" v="2981" actId="2696"/>
        <pc:sldMkLst>
          <pc:docMk/>
          <pc:sldMk cId="3209437878" sldId="275"/>
        </pc:sldMkLst>
      </pc:sldChg>
      <pc:sldChg chg="modSp add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1998920617" sldId="276"/>
        </pc:sldMkLst>
      </pc:sldChg>
      <pc:sldChg chg="addSp modSp add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3017744231" sldId="279"/>
        </pc:sldMkLst>
      </pc:sldChg>
      <pc:sldChg chg="addSp delSp modSp add del mod ord">
        <pc:chgData name="Toby Donaldson" userId="2e6e5431-bb17-4c41-9985-d39c50d83c73" providerId="ADAL" clId="{7F9681A8-EEE2-56F4-9B39-ECCBEE0471AC}" dt="2026-01-09T04:49:20.392" v="2981" actId="2696"/>
        <pc:sldMkLst>
          <pc:docMk/>
          <pc:sldMk cId="3973353925" sldId="280"/>
        </pc:sldMkLst>
      </pc:sldChg>
      <pc:sldChg chg="addSp delSp modSp new del mod modAnim">
        <pc:chgData name="Toby Donaldson" userId="2e6e5431-bb17-4c41-9985-d39c50d83c73" providerId="ADAL" clId="{7F9681A8-EEE2-56F4-9B39-ECCBEE0471AC}" dt="2026-01-09T04:49:20.392" v="2981" actId="2696"/>
        <pc:sldMkLst>
          <pc:docMk/>
          <pc:sldMk cId="2399725661" sldId="281"/>
        </pc:sldMkLst>
      </pc:sldChg>
      <pc:sldChg chg="delSp modSp add del mod">
        <pc:chgData name="Toby Donaldson" userId="2e6e5431-bb17-4c41-9985-d39c50d83c73" providerId="ADAL" clId="{7F9681A8-EEE2-56F4-9B39-ECCBEE0471AC}" dt="2026-01-09T04:49:20.392" v="2981" actId="2696"/>
        <pc:sldMkLst>
          <pc:docMk/>
          <pc:sldMk cId="3440582464" sldId="282"/>
        </pc:sldMkLst>
      </pc:sldChg>
      <pc:sldChg chg="del">
        <pc:chgData name="Toby Donaldson" userId="2e6e5431-bb17-4c41-9985-d39c50d83c73" providerId="ADAL" clId="{7F9681A8-EEE2-56F4-9B39-ECCBEE0471AC}" dt="2026-01-09T04:46:28.457" v="2899" actId="2696"/>
        <pc:sldMkLst>
          <pc:docMk/>
          <pc:sldMk cId="3047808669" sldId="283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1884366977" sldId="284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1193449351" sldId="285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4058929645" sldId="286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253788997" sldId="287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2513776182" sldId="288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1762603556" sldId="289"/>
        </pc:sldMkLst>
      </pc:sldChg>
      <pc:sldChg chg="del">
        <pc:chgData name="Toby Donaldson" userId="2e6e5431-bb17-4c41-9985-d39c50d83c73" providerId="ADAL" clId="{7F9681A8-EEE2-56F4-9B39-ECCBEE0471AC}" dt="2026-01-09T04:49:26.727" v="2982" actId="2696"/>
        <pc:sldMkLst>
          <pc:docMk/>
          <pc:sldMk cId="2815104634" sldId="290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2087471156" sldId="291"/>
        </pc:sldMkLst>
      </pc:sldChg>
      <pc:sldChg chg="del">
        <pc:chgData name="Toby Donaldson" userId="2e6e5431-bb17-4c41-9985-d39c50d83c73" providerId="ADAL" clId="{7F9681A8-EEE2-56F4-9B39-ECCBEE0471AC}" dt="2026-01-09T04:49:20.392" v="2981" actId="2696"/>
        <pc:sldMkLst>
          <pc:docMk/>
          <pc:sldMk cId="419798349" sldId="292"/>
        </pc:sldMkLst>
      </pc:sldChg>
      <pc:sldChg chg="new del ord">
        <pc:chgData name="Toby Donaldson" userId="2e6e5431-bb17-4c41-9985-d39c50d83c73" providerId="ADAL" clId="{7F9681A8-EEE2-56F4-9B39-ECCBEE0471AC}" dt="2026-01-09T04:48:31.980" v="2903" actId="2696"/>
        <pc:sldMkLst>
          <pc:docMk/>
          <pc:sldMk cId="1202680368" sldId="293"/>
        </pc:sldMkLst>
      </pc:sldChg>
      <pc:sldChg chg="modSp new mod">
        <pc:chgData name="Toby Donaldson" userId="2e6e5431-bb17-4c41-9985-d39c50d83c73" providerId="ADAL" clId="{7F9681A8-EEE2-56F4-9B39-ECCBEE0471AC}" dt="2026-01-09T04:53:01.312" v="3266" actId="20577"/>
        <pc:sldMkLst>
          <pc:docMk/>
          <pc:sldMk cId="2114429400" sldId="294"/>
        </pc:sldMkLst>
        <pc:spChg chg="mod">
          <ac:chgData name="Toby Donaldson" userId="2e6e5431-bb17-4c41-9985-d39c50d83c73" providerId="ADAL" clId="{7F9681A8-EEE2-56F4-9B39-ECCBEE0471AC}" dt="2026-01-09T04:49:10.873" v="2980" actId="20577"/>
          <ac:spMkLst>
            <pc:docMk/>
            <pc:sldMk cId="2114429400" sldId="294"/>
            <ac:spMk id="2" creationId="{60DD9ADD-81D9-8AD3-B1E8-83FBFB12B4E2}"/>
          </ac:spMkLst>
        </pc:spChg>
        <pc:spChg chg="mod">
          <ac:chgData name="Toby Donaldson" userId="2e6e5431-bb17-4c41-9985-d39c50d83c73" providerId="ADAL" clId="{7F9681A8-EEE2-56F4-9B39-ECCBEE0471AC}" dt="2026-01-09T04:48:49.907" v="2937" actId="20577"/>
          <ac:spMkLst>
            <pc:docMk/>
            <pc:sldMk cId="2114429400" sldId="294"/>
            <ac:spMk id="3" creationId="{FADF6040-9517-F271-5D34-EDAA9A6C5826}"/>
          </ac:spMkLst>
        </pc:spChg>
        <pc:spChg chg="mod">
          <ac:chgData name="Toby Donaldson" userId="2e6e5431-bb17-4c41-9985-d39c50d83c73" providerId="ADAL" clId="{7F9681A8-EEE2-56F4-9B39-ECCBEE0471AC}" dt="2026-01-09T04:53:01.312" v="3266" actId="20577"/>
          <ac:spMkLst>
            <pc:docMk/>
            <pc:sldMk cId="2114429400" sldId="294"/>
            <ac:spMk id="4" creationId="{2876C859-03C2-A494-4525-2B1E1229AE8F}"/>
          </ac:spMkLst>
        </pc:spChg>
      </pc:sldChg>
      <pc:sldChg chg="addSp modSp new del mod">
        <pc:chgData name="Toby Donaldson" userId="2e6e5431-bb17-4c41-9985-d39c50d83c73" providerId="ADAL" clId="{7F9681A8-EEE2-56F4-9B39-ECCBEE0471AC}" dt="2026-01-09T04:58:27.255" v="3838" actId="2696"/>
        <pc:sldMkLst>
          <pc:docMk/>
          <pc:sldMk cId="1913299876" sldId="295"/>
        </pc:sldMkLst>
        <pc:spChg chg="mod">
          <ac:chgData name="Toby Donaldson" userId="2e6e5431-bb17-4c41-9985-d39c50d83c73" providerId="ADAL" clId="{7F9681A8-EEE2-56F4-9B39-ECCBEE0471AC}" dt="2026-01-09T04:49:47.558" v="3041" actId="20577"/>
          <ac:spMkLst>
            <pc:docMk/>
            <pc:sldMk cId="1913299876" sldId="295"/>
            <ac:spMk id="2" creationId="{07D77C72-438B-DB0B-884E-D644AEB51271}"/>
          </ac:spMkLst>
        </pc:spChg>
        <pc:spChg chg="mod">
          <ac:chgData name="Toby Donaldson" userId="2e6e5431-bb17-4c41-9985-d39c50d83c73" providerId="ADAL" clId="{7F9681A8-EEE2-56F4-9B39-ECCBEE0471AC}" dt="2026-01-09T04:50:07.072" v="3103" actId="20577"/>
          <ac:spMkLst>
            <pc:docMk/>
            <pc:sldMk cId="1913299876" sldId="295"/>
            <ac:spMk id="3" creationId="{6CCAC476-4613-59E9-A607-046F807794A3}"/>
          </ac:spMkLst>
        </pc:spChg>
        <pc:spChg chg="add mod">
          <ac:chgData name="Toby Donaldson" userId="2e6e5431-bb17-4c41-9985-d39c50d83c73" providerId="ADAL" clId="{7F9681A8-EEE2-56F4-9B39-ECCBEE0471AC}" dt="2026-01-09T04:52:24.174" v="3254" actId="20577"/>
          <ac:spMkLst>
            <pc:docMk/>
            <pc:sldMk cId="1913299876" sldId="295"/>
            <ac:spMk id="6" creationId="{0B1F9E58-DF6F-7459-9DEF-C9ECDC4CD205}"/>
          </ac:spMkLst>
        </pc:spChg>
        <pc:spChg chg="add mod">
          <ac:chgData name="Toby Donaldson" userId="2e6e5431-bb17-4c41-9985-d39c50d83c73" providerId="ADAL" clId="{7F9681A8-EEE2-56F4-9B39-ECCBEE0471AC}" dt="2026-01-09T04:51:50.941" v="3238" actId="1076"/>
          <ac:spMkLst>
            <pc:docMk/>
            <pc:sldMk cId="1913299876" sldId="295"/>
            <ac:spMk id="7" creationId="{B6893120-A842-7CE3-18CD-EECEDB7C8ADA}"/>
          </ac:spMkLst>
        </pc:spChg>
        <pc:cxnChg chg="add mod">
          <ac:chgData name="Toby Donaldson" userId="2e6e5431-bb17-4c41-9985-d39c50d83c73" providerId="ADAL" clId="{7F9681A8-EEE2-56F4-9B39-ECCBEE0471AC}" dt="2026-01-09T04:52:22.511" v="3251" actId="20577"/>
          <ac:cxnSpMkLst>
            <pc:docMk/>
            <pc:sldMk cId="1913299876" sldId="295"/>
            <ac:cxnSpMk id="9" creationId="{FC722330-B3D4-D345-B22C-15AA4DC87813}"/>
          </ac:cxnSpMkLst>
        </pc:cxnChg>
        <pc:cxnChg chg="add mod">
          <ac:chgData name="Toby Donaldson" userId="2e6e5431-bb17-4c41-9985-d39c50d83c73" providerId="ADAL" clId="{7F9681A8-EEE2-56F4-9B39-ECCBEE0471AC}" dt="2026-01-09T04:52:12.648" v="3244" actId="14100"/>
          <ac:cxnSpMkLst>
            <pc:docMk/>
            <pc:sldMk cId="1913299876" sldId="295"/>
            <ac:cxnSpMk id="11" creationId="{7D80AA89-DFB1-1632-3E05-A20EFC8DFF48}"/>
          </ac:cxnSpMkLst>
        </pc:cxnChg>
      </pc:sldChg>
      <pc:sldChg chg="new del">
        <pc:chgData name="Toby Donaldson" userId="2e6e5431-bb17-4c41-9985-d39c50d83c73" providerId="ADAL" clId="{7F9681A8-EEE2-56F4-9B39-ECCBEE0471AC}" dt="2026-01-09T04:53:20.842" v="3268" actId="2696"/>
        <pc:sldMkLst>
          <pc:docMk/>
          <pc:sldMk cId="835007707" sldId="296"/>
        </pc:sldMkLst>
      </pc:sldChg>
      <pc:sldChg chg="addSp delSp modSp new mod">
        <pc:chgData name="Toby Donaldson" userId="2e6e5431-bb17-4c41-9985-d39c50d83c73" providerId="ADAL" clId="{7F9681A8-EEE2-56F4-9B39-ECCBEE0471AC}" dt="2026-01-09T05:02:28.881" v="4105" actId="20577"/>
        <pc:sldMkLst>
          <pc:docMk/>
          <pc:sldMk cId="1199209444" sldId="296"/>
        </pc:sldMkLst>
        <pc:spChg chg="mod">
          <ac:chgData name="Toby Donaldson" userId="2e6e5431-bb17-4c41-9985-d39c50d83c73" providerId="ADAL" clId="{7F9681A8-EEE2-56F4-9B39-ECCBEE0471AC}" dt="2026-01-09T04:54:45.511" v="3330" actId="20577"/>
          <ac:spMkLst>
            <pc:docMk/>
            <pc:sldMk cId="1199209444" sldId="296"/>
            <ac:spMk id="2" creationId="{EDFEF7C8-492A-66D8-4EDD-FCD4BC6F31BA}"/>
          </ac:spMkLst>
        </pc:spChg>
        <pc:spChg chg="mod">
          <ac:chgData name="Toby Donaldson" userId="2e6e5431-bb17-4c41-9985-d39c50d83c73" providerId="ADAL" clId="{7F9681A8-EEE2-56F4-9B39-ECCBEE0471AC}" dt="2026-01-09T04:54:49.522" v="3341" actId="20577"/>
          <ac:spMkLst>
            <pc:docMk/>
            <pc:sldMk cId="1199209444" sldId="296"/>
            <ac:spMk id="3" creationId="{672D534C-E98D-5CDF-E0CF-1912BA9714DC}"/>
          </ac:spMkLst>
        </pc:spChg>
        <pc:spChg chg="mod">
          <ac:chgData name="Toby Donaldson" userId="2e6e5431-bb17-4c41-9985-d39c50d83c73" providerId="ADAL" clId="{7F9681A8-EEE2-56F4-9B39-ECCBEE0471AC}" dt="2026-01-09T05:02:24.561" v="4104" actId="20577"/>
          <ac:spMkLst>
            <pc:docMk/>
            <pc:sldMk cId="1199209444" sldId="296"/>
            <ac:spMk id="4" creationId="{4B5E83DF-E630-B4B9-48A3-EDA90271E098}"/>
          </ac:spMkLst>
        </pc:spChg>
        <pc:spChg chg="mod">
          <ac:chgData name="Toby Donaldson" userId="2e6e5431-bb17-4c41-9985-d39c50d83c73" providerId="ADAL" clId="{7F9681A8-EEE2-56F4-9B39-ECCBEE0471AC}" dt="2026-01-09T04:55:03.097" v="3379" actId="20577"/>
          <ac:spMkLst>
            <pc:docMk/>
            <pc:sldMk cId="1199209444" sldId="296"/>
            <ac:spMk id="5" creationId="{05F06D98-B040-10EC-ABCF-9F1FBECEE26A}"/>
          </ac:spMkLst>
        </pc:spChg>
        <pc:spChg chg="mod">
          <ac:chgData name="Toby Donaldson" userId="2e6e5431-bb17-4c41-9985-d39c50d83c73" providerId="ADAL" clId="{7F9681A8-EEE2-56F4-9B39-ECCBEE0471AC}" dt="2026-01-09T05:02:28.881" v="4105" actId="20577"/>
          <ac:spMkLst>
            <pc:docMk/>
            <pc:sldMk cId="1199209444" sldId="296"/>
            <ac:spMk id="6" creationId="{4BAAA3DD-8E13-2F5C-4CA5-4C072ECDD8B6}"/>
          </ac:spMkLst>
        </pc:spChg>
        <pc:spChg chg="mod">
          <ac:chgData name="Toby Donaldson" userId="2e6e5431-bb17-4c41-9985-d39c50d83c73" providerId="ADAL" clId="{7F9681A8-EEE2-56F4-9B39-ECCBEE0471AC}" dt="2026-01-09T04:57:05.971" v="3626" actId="20577"/>
          <ac:spMkLst>
            <pc:docMk/>
            <pc:sldMk cId="1199209444" sldId="296"/>
            <ac:spMk id="7" creationId="{476FB4B0-D792-46FF-228A-B49A78142BAA}"/>
          </ac:spMkLst>
        </pc:spChg>
        <pc:spChg chg="add del mod">
          <ac:chgData name="Toby Donaldson" userId="2e6e5431-bb17-4c41-9985-d39c50d83c73" providerId="ADAL" clId="{7F9681A8-EEE2-56F4-9B39-ECCBEE0471AC}" dt="2026-01-09T05:02:19.358" v="4103" actId="21"/>
          <ac:spMkLst>
            <pc:docMk/>
            <pc:sldMk cId="1199209444" sldId="296"/>
            <ac:spMk id="9" creationId="{1A03043C-E867-5911-04E6-403407E46B5D}"/>
          </ac:spMkLst>
        </pc:spChg>
        <pc:spChg chg="add del mod">
          <ac:chgData name="Toby Donaldson" userId="2e6e5431-bb17-4c41-9985-d39c50d83c73" providerId="ADAL" clId="{7F9681A8-EEE2-56F4-9B39-ECCBEE0471AC}" dt="2026-01-09T05:02:19.358" v="4103" actId="21"/>
          <ac:spMkLst>
            <pc:docMk/>
            <pc:sldMk cId="1199209444" sldId="296"/>
            <ac:spMk id="10" creationId="{D7213FC5-BC78-EFF4-6B71-22739DAA253D}"/>
          </ac:spMkLst>
        </pc:spChg>
      </pc:sldChg>
      <pc:sldChg chg="delSp modSp add mod">
        <pc:chgData name="Toby Donaldson" userId="2e6e5431-bb17-4c41-9985-d39c50d83c73" providerId="ADAL" clId="{7F9681A8-EEE2-56F4-9B39-ECCBEE0471AC}" dt="2026-01-09T05:02:57.605" v="4109" actId="20577"/>
        <pc:sldMkLst>
          <pc:docMk/>
          <pc:sldMk cId="3142749539" sldId="297"/>
        </pc:sldMkLst>
        <pc:spChg chg="mod">
          <ac:chgData name="Toby Donaldson" userId="2e6e5431-bb17-4c41-9985-d39c50d83c73" providerId="ADAL" clId="{7F9681A8-EEE2-56F4-9B39-ECCBEE0471AC}" dt="2026-01-09T05:02:57.605" v="4109" actId="20577"/>
          <ac:spMkLst>
            <pc:docMk/>
            <pc:sldMk cId="3142749539" sldId="297"/>
            <ac:spMk id="6" creationId="{A8D0E90C-FF97-C6A6-1AC5-87BD075D7E65}"/>
          </ac:spMkLst>
        </pc:spChg>
        <pc:spChg chg="del">
          <ac:chgData name="Toby Donaldson" userId="2e6e5431-bb17-4c41-9985-d39c50d83c73" providerId="ADAL" clId="{7F9681A8-EEE2-56F4-9B39-ECCBEE0471AC}" dt="2026-01-09T05:02:44.887" v="4107" actId="21"/>
          <ac:spMkLst>
            <pc:docMk/>
            <pc:sldMk cId="3142749539" sldId="297"/>
            <ac:spMk id="9" creationId="{B7868216-29A0-0906-0651-25FADED42588}"/>
          </ac:spMkLst>
        </pc:spChg>
        <pc:spChg chg="del">
          <ac:chgData name="Toby Donaldson" userId="2e6e5431-bb17-4c41-9985-d39c50d83c73" providerId="ADAL" clId="{7F9681A8-EEE2-56F4-9B39-ECCBEE0471AC}" dt="2026-01-09T05:02:44.887" v="4107" actId="21"/>
          <ac:spMkLst>
            <pc:docMk/>
            <pc:sldMk cId="3142749539" sldId="297"/>
            <ac:spMk id="10" creationId="{A15AC536-BDE6-BAFC-4EEA-9311439A64EC}"/>
          </ac:spMkLst>
        </pc:spChg>
      </pc:sldChg>
      <pc:sldChg chg="add">
        <pc:chgData name="Toby Donaldson" userId="2e6e5431-bb17-4c41-9985-d39c50d83c73" providerId="ADAL" clId="{7F9681A8-EEE2-56F4-9B39-ECCBEE0471AC}" dt="2026-01-09T05:02:40.552" v="4106" actId="2890"/>
        <pc:sldMkLst>
          <pc:docMk/>
          <pc:sldMk cId="1367215302" sldId="298"/>
        </pc:sldMkLst>
      </pc:sldChg>
      <pc:sldChg chg="add">
        <pc:chgData name="Toby Donaldson" userId="2e6e5431-bb17-4c41-9985-d39c50d83c73" providerId="ADAL" clId="{7F9681A8-EEE2-56F4-9B39-ECCBEE0471AC}" dt="2026-01-09T05:02:51.486" v="4108" actId="2890"/>
        <pc:sldMkLst>
          <pc:docMk/>
          <pc:sldMk cId="3817808022" sldId="299"/>
        </pc:sldMkLst>
      </pc:sldChg>
      <pc:sldChg chg="addSp delSp modSp new mod">
        <pc:chgData name="Toby Donaldson" userId="2e6e5431-bb17-4c41-9985-d39c50d83c73" providerId="ADAL" clId="{7F9681A8-EEE2-56F4-9B39-ECCBEE0471AC}" dt="2026-01-09T05:27:05.359" v="5608" actId="113"/>
        <pc:sldMkLst>
          <pc:docMk/>
          <pc:sldMk cId="1860893021" sldId="300"/>
        </pc:sldMkLst>
        <pc:spChg chg="mod">
          <ac:chgData name="Toby Donaldson" userId="2e6e5431-bb17-4c41-9985-d39c50d83c73" providerId="ADAL" clId="{7F9681A8-EEE2-56F4-9B39-ECCBEE0471AC}" dt="2026-01-09T05:03:48.932" v="4139" actId="20577"/>
          <ac:spMkLst>
            <pc:docMk/>
            <pc:sldMk cId="1860893021" sldId="300"/>
            <ac:spMk id="2" creationId="{E12A7A9C-4CB7-4092-99EA-F1E875203908}"/>
          </ac:spMkLst>
        </pc:spChg>
        <pc:spChg chg="mod">
          <ac:chgData name="Toby Donaldson" userId="2e6e5431-bb17-4c41-9985-d39c50d83c73" providerId="ADAL" clId="{7F9681A8-EEE2-56F4-9B39-ECCBEE0471AC}" dt="2026-01-09T05:04:42.561" v="4363" actId="113"/>
          <ac:spMkLst>
            <pc:docMk/>
            <pc:sldMk cId="1860893021" sldId="300"/>
            <ac:spMk id="3" creationId="{0F2F8809-0BEB-6C74-7D8A-3FDE299A07E1}"/>
          </ac:spMkLst>
        </pc:spChg>
        <pc:spChg chg="add mod">
          <ac:chgData name="Toby Donaldson" userId="2e6e5431-bb17-4c41-9985-d39c50d83c73" providerId="ADAL" clId="{7F9681A8-EEE2-56F4-9B39-ECCBEE0471AC}" dt="2026-01-09T05:12:47.393" v="4580" actId="20577"/>
          <ac:spMkLst>
            <pc:docMk/>
            <pc:sldMk cId="1860893021" sldId="300"/>
            <ac:spMk id="10" creationId="{43021DBF-E103-63C1-708E-CC5C13E2BFF8}"/>
          </ac:spMkLst>
        </pc:spChg>
        <pc:spChg chg="add mod">
          <ac:chgData name="Toby Donaldson" userId="2e6e5431-bb17-4c41-9985-d39c50d83c73" providerId="ADAL" clId="{7F9681A8-EEE2-56F4-9B39-ECCBEE0471AC}" dt="2026-01-09T05:13:20.559" v="4592" actId="692"/>
          <ac:spMkLst>
            <pc:docMk/>
            <pc:sldMk cId="1860893021" sldId="300"/>
            <ac:spMk id="13" creationId="{DC28ADE2-312C-9E7C-33A0-A059F7CE3F57}"/>
          </ac:spMkLst>
        </pc:spChg>
        <pc:spChg chg="add mod">
          <ac:chgData name="Toby Donaldson" userId="2e6e5431-bb17-4c41-9985-d39c50d83c73" providerId="ADAL" clId="{7F9681A8-EEE2-56F4-9B39-ECCBEE0471AC}" dt="2026-01-09T05:27:05.359" v="5608" actId="113"/>
          <ac:spMkLst>
            <pc:docMk/>
            <pc:sldMk cId="1860893021" sldId="300"/>
            <ac:spMk id="14" creationId="{DA3DAA90-A35A-F059-7BBC-44356A895806}"/>
          </ac:spMkLst>
        </pc:spChg>
        <pc:picChg chg="add del mod">
          <ac:chgData name="Toby Donaldson" userId="2e6e5431-bb17-4c41-9985-d39c50d83c73" providerId="ADAL" clId="{7F9681A8-EEE2-56F4-9B39-ECCBEE0471AC}" dt="2026-01-09T05:05:51.801" v="4368" actId="21"/>
          <ac:picMkLst>
            <pc:docMk/>
            <pc:sldMk cId="1860893021" sldId="300"/>
            <ac:picMk id="7" creationId="{A26A53F6-A1AB-074D-746D-215458C74672}"/>
          </ac:picMkLst>
        </pc:picChg>
        <pc:picChg chg="add del mod">
          <ac:chgData name="Toby Donaldson" userId="2e6e5431-bb17-4c41-9985-d39c50d83c73" providerId="ADAL" clId="{7F9681A8-EEE2-56F4-9B39-ECCBEE0471AC}" dt="2026-01-09T05:11:23.804" v="4508" actId="21"/>
          <ac:picMkLst>
            <pc:docMk/>
            <pc:sldMk cId="1860893021" sldId="300"/>
            <ac:picMk id="9" creationId="{FDBEDD9A-6A90-94F1-6073-06AE6400F6BD}"/>
          </ac:picMkLst>
        </pc:picChg>
        <pc:picChg chg="add mod">
          <ac:chgData name="Toby Donaldson" userId="2e6e5431-bb17-4c41-9985-d39c50d83c73" providerId="ADAL" clId="{7F9681A8-EEE2-56F4-9B39-ECCBEE0471AC}" dt="2026-01-09T05:12:17.189" v="4519" actId="1076"/>
          <ac:picMkLst>
            <pc:docMk/>
            <pc:sldMk cId="1860893021" sldId="300"/>
            <ac:picMk id="12" creationId="{B78A35B8-4601-FBEC-1A69-331D9990DFA1}"/>
          </ac:picMkLst>
        </pc:picChg>
        <pc:picChg chg="add del mod">
          <ac:chgData name="Toby Donaldson" userId="2e6e5431-bb17-4c41-9985-d39c50d83c73" providerId="ADAL" clId="{7F9681A8-EEE2-56F4-9B39-ECCBEE0471AC}" dt="2026-01-09T05:15:40.024" v="4697" actId="21"/>
          <ac:picMkLst>
            <pc:docMk/>
            <pc:sldMk cId="1860893021" sldId="300"/>
            <ac:picMk id="16" creationId="{D4149726-658D-FF92-4837-FF7CF4845EEC}"/>
          </ac:picMkLst>
        </pc:picChg>
      </pc:sldChg>
      <pc:sldChg chg="new del">
        <pc:chgData name="Toby Donaldson" userId="2e6e5431-bb17-4c41-9985-d39c50d83c73" providerId="ADAL" clId="{7F9681A8-EEE2-56F4-9B39-ECCBEE0471AC}" dt="2026-01-09T05:03:31.605" v="4111" actId="680"/>
        <pc:sldMkLst>
          <pc:docMk/>
          <pc:sldMk cId="4098900821" sldId="300"/>
        </pc:sldMkLst>
      </pc:sldChg>
      <pc:sldChg chg="addSp delSp modSp add mod ord">
        <pc:chgData name="Toby Donaldson" userId="2e6e5431-bb17-4c41-9985-d39c50d83c73" providerId="ADAL" clId="{7F9681A8-EEE2-56F4-9B39-ECCBEE0471AC}" dt="2026-01-09T05:11:20.412" v="4507" actId="20578"/>
        <pc:sldMkLst>
          <pc:docMk/>
          <pc:sldMk cId="2036232656" sldId="301"/>
        </pc:sldMkLst>
        <pc:picChg chg="add mod">
          <ac:chgData name="Toby Donaldson" userId="2e6e5431-bb17-4c41-9985-d39c50d83c73" providerId="ADAL" clId="{7F9681A8-EEE2-56F4-9B39-ECCBEE0471AC}" dt="2026-01-09T05:11:12.761" v="4506" actId="1076"/>
          <ac:picMkLst>
            <pc:docMk/>
            <pc:sldMk cId="2036232656" sldId="301"/>
            <ac:picMk id="7" creationId="{64BC810F-C207-629A-C7C8-5AFA0AFBB2A5}"/>
          </ac:picMkLst>
        </pc:picChg>
        <pc:picChg chg="del">
          <ac:chgData name="Toby Donaldson" userId="2e6e5431-bb17-4c41-9985-d39c50d83c73" providerId="ADAL" clId="{7F9681A8-EEE2-56F4-9B39-ECCBEE0471AC}" dt="2026-01-09T05:10:53.505" v="4502" actId="21"/>
          <ac:picMkLst>
            <pc:docMk/>
            <pc:sldMk cId="2036232656" sldId="301"/>
            <ac:picMk id="9" creationId="{6A23988F-B2F8-B958-A488-E1E7264BA478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1-09T05:23:18.687" v="5170" actId="21"/>
        <pc:sldMkLst>
          <pc:docMk/>
          <pc:sldMk cId="1528934231" sldId="302"/>
        </pc:sldMkLst>
        <pc:spChg chg="del">
          <ac:chgData name="Toby Donaldson" userId="2e6e5431-bb17-4c41-9985-d39c50d83c73" providerId="ADAL" clId="{7F9681A8-EEE2-56F4-9B39-ECCBEE0471AC}" dt="2026-01-09T05:16:39.146" v="4710" actId="21"/>
          <ac:spMkLst>
            <pc:docMk/>
            <pc:sldMk cId="1528934231" sldId="302"/>
            <ac:spMk id="2" creationId="{636E017E-17A1-B83A-7FE8-50BC276B049F}"/>
          </ac:spMkLst>
        </pc:spChg>
        <pc:spChg chg="del">
          <ac:chgData name="Toby Donaldson" userId="2e6e5431-bb17-4c41-9985-d39c50d83c73" providerId="ADAL" clId="{7F9681A8-EEE2-56F4-9B39-ECCBEE0471AC}" dt="2026-01-09T05:15:49.027" v="4698" actId="21"/>
          <ac:spMkLst>
            <pc:docMk/>
            <pc:sldMk cId="1528934231" sldId="302"/>
            <ac:spMk id="3" creationId="{9AC02CD1-F131-C09D-7211-D6A59764FDEF}"/>
          </ac:spMkLst>
        </pc:spChg>
        <pc:spChg chg="add del mod">
          <ac:chgData name="Toby Donaldson" userId="2e6e5431-bb17-4c41-9985-d39c50d83c73" providerId="ADAL" clId="{7F9681A8-EEE2-56F4-9B39-ECCBEE0471AC}" dt="2026-01-09T05:15:51.813" v="4699" actId="21"/>
          <ac:spMkLst>
            <pc:docMk/>
            <pc:sldMk cId="1528934231" sldId="302"/>
            <ac:spMk id="7" creationId="{D50C6232-4AC0-D8E4-2D6B-07122FE7F6AB}"/>
          </ac:spMkLst>
        </pc:spChg>
        <pc:spChg chg="add del mod">
          <ac:chgData name="Toby Donaldson" userId="2e6e5431-bb17-4c41-9985-d39c50d83c73" providerId="ADAL" clId="{7F9681A8-EEE2-56F4-9B39-ECCBEE0471AC}" dt="2026-01-09T05:16:41.900" v="4711" actId="21"/>
          <ac:spMkLst>
            <pc:docMk/>
            <pc:sldMk cId="1528934231" sldId="302"/>
            <ac:spMk id="9" creationId="{9E9B01F5-E9EC-2CE3-C50A-337DE7486AD0}"/>
          </ac:spMkLst>
        </pc:spChg>
        <pc:spChg chg="del mod">
          <ac:chgData name="Toby Donaldson" userId="2e6e5431-bb17-4c41-9985-d39c50d83c73" providerId="ADAL" clId="{7F9681A8-EEE2-56F4-9B39-ECCBEE0471AC}" dt="2026-01-09T05:15:59.330" v="4702" actId="21"/>
          <ac:spMkLst>
            <pc:docMk/>
            <pc:sldMk cId="1528934231" sldId="302"/>
            <ac:spMk id="10" creationId="{922433F6-0753-6601-F81D-3AC70A77BB5B}"/>
          </ac:spMkLst>
        </pc:spChg>
        <pc:spChg chg="mod">
          <ac:chgData name="Toby Donaldson" userId="2e6e5431-bb17-4c41-9985-d39c50d83c73" providerId="ADAL" clId="{7F9681A8-EEE2-56F4-9B39-ECCBEE0471AC}" dt="2026-01-09T05:19:24.058" v="4934" actId="1076"/>
          <ac:spMkLst>
            <pc:docMk/>
            <pc:sldMk cId="1528934231" sldId="302"/>
            <ac:spMk id="13" creationId="{9C7CC7AE-3C95-7FA5-5CA9-FDA369FAD445}"/>
          </ac:spMkLst>
        </pc:spChg>
        <pc:spChg chg="mod">
          <ac:chgData name="Toby Donaldson" userId="2e6e5431-bb17-4c41-9985-d39c50d83c73" providerId="ADAL" clId="{7F9681A8-EEE2-56F4-9B39-ECCBEE0471AC}" dt="2026-01-09T05:19:57.274" v="4938" actId="1076"/>
          <ac:spMkLst>
            <pc:docMk/>
            <pc:sldMk cId="1528934231" sldId="302"/>
            <ac:spMk id="14" creationId="{5FC29D69-6E12-1536-59D4-6FB3780CF943}"/>
          </ac:spMkLst>
        </pc:spChg>
        <pc:spChg chg="add mod">
          <ac:chgData name="Toby Donaldson" userId="2e6e5431-bb17-4c41-9985-d39c50d83c73" providerId="ADAL" clId="{7F9681A8-EEE2-56F4-9B39-ECCBEE0471AC}" dt="2026-01-09T05:21:45.376" v="5075" actId="1076"/>
          <ac:spMkLst>
            <pc:docMk/>
            <pc:sldMk cId="1528934231" sldId="302"/>
            <ac:spMk id="19" creationId="{901448C0-7596-2570-4BD1-E97D82C22DC0}"/>
          </ac:spMkLst>
        </pc:spChg>
        <pc:spChg chg="add mod">
          <ac:chgData name="Toby Donaldson" userId="2e6e5431-bb17-4c41-9985-d39c50d83c73" providerId="ADAL" clId="{7F9681A8-EEE2-56F4-9B39-ECCBEE0471AC}" dt="2026-01-09T05:21:14.310" v="5071" actId="14100"/>
          <ac:spMkLst>
            <pc:docMk/>
            <pc:sldMk cId="1528934231" sldId="302"/>
            <ac:spMk id="20" creationId="{798A1A65-A58C-2CA5-7651-032B783ABA43}"/>
          </ac:spMkLst>
        </pc:spChg>
        <pc:spChg chg="add del mod">
          <ac:chgData name="Toby Donaldson" userId="2e6e5431-bb17-4c41-9985-d39c50d83c73" providerId="ADAL" clId="{7F9681A8-EEE2-56F4-9B39-ECCBEE0471AC}" dt="2026-01-09T05:23:18.687" v="5170" actId="21"/>
          <ac:spMkLst>
            <pc:docMk/>
            <pc:sldMk cId="1528934231" sldId="302"/>
            <ac:spMk id="25" creationId="{E89D65BD-17F5-5330-0EAD-AD0C4774837F}"/>
          </ac:spMkLst>
        </pc:spChg>
        <pc:picChg chg="del mod">
          <ac:chgData name="Toby Donaldson" userId="2e6e5431-bb17-4c41-9985-d39c50d83c73" providerId="ADAL" clId="{7F9681A8-EEE2-56F4-9B39-ECCBEE0471AC}" dt="2026-01-09T05:17:56.666" v="4728" actId="21"/>
          <ac:picMkLst>
            <pc:docMk/>
            <pc:sldMk cId="1528934231" sldId="302"/>
            <ac:picMk id="12" creationId="{BEA879E0-DE3B-D8E1-16EF-A52EFEF1FFC9}"/>
          </ac:picMkLst>
        </pc:picChg>
        <pc:picChg chg="add mod">
          <ac:chgData name="Toby Donaldson" userId="2e6e5431-bb17-4c41-9985-d39c50d83c73" providerId="ADAL" clId="{7F9681A8-EEE2-56F4-9B39-ECCBEE0471AC}" dt="2026-01-09T05:18:00.892" v="4729" actId="1076"/>
          <ac:picMkLst>
            <pc:docMk/>
            <pc:sldMk cId="1528934231" sldId="302"/>
            <ac:picMk id="15" creationId="{0DF462B4-DAD3-22B4-7CDB-E82C62D4A135}"/>
          </ac:picMkLst>
        </pc:picChg>
        <pc:picChg chg="mod">
          <ac:chgData name="Toby Donaldson" userId="2e6e5431-bb17-4c41-9985-d39c50d83c73" providerId="ADAL" clId="{7F9681A8-EEE2-56F4-9B39-ECCBEE0471AC}" dt="2026-01-09T05:17:07.591" v="4719" actId="14100"/>
          <ac:picMkLst>
            <pc:docMk/>
            <pc:sldMk cId="1528934231" sldId="302"/>
            <ac:picMk id="16" creationId="{390A2E7F-0B22-635E-5589-C97ECB3BB07A}"/>
          </ac:picMkLst>
        </pc:picChg>
        <pc:cxnChg chg="add mod">
          <ac:chgData name="Toby Donaldson" userId="2e6e5431-bb17-4c41-9985-d39c50d83c73" providerId="ADAL" clId="{7F9681A8-EEE2-56F4-9B39-ECCBEE0471AC}" dt="2026-01-09T05:19:57.274" v="4938" actId="1076"/>
          <ac:cxnSpMkLst>
            <pc:docMk/>
            <pc:sldMk cId="1528934231" sldId="302"/>
            <ac:cxnSpMk id="18" creationId="{BCBE47A2-7A78-30C3-A568-305796F12063}"/>
          </ac:cxnSpMkLst>
        </pc:cxnChg>
        <pc:cxnChg chg="add mod">
          <ac:chgData name="Toby Donaldson" userId="2e6e5431-bb17-4c41-9985-d39c50d83c73" providerId="ADAL" clId="{7F9681A8-EEE2-56F4-9B39-ECCBEE0471AC}" dt="2026-01-09T05:21:51.794" v="5076" actId="14100"/>
          <ac:cxnSpMkLst>
            <pc:docMk/>
            <pc:sldMk cId="1528934231" sldId="302"/>
            <ac:cxnSpMk id="21" creationId="{221F58B3-24F0-6A79-FE85-04D2F13CA48C}"/>
          </ac:cxnSpMkLst>
        </pc:cxnChg>
      </pc:sldChg>
      <pc:sldChg chg="add">
        <pc:chgData name="Toby Donaldson" userId="2e6e5431-bb17-4c41-9985-d39c50d83c73" providerId="ADAL" clId="{7F9681A8-EEE2-56F4-9B39-ECCBEE0471AC}" dt="2026-01-09T05:23:14.475" v="5169" actId="2890"/>
        <pc:sldMkLst>
          <pc:docMk/>
          <pc:sldMk cId="151745075" sldId="303"/>
        </pc:sldMkLst>
      </pc:sldChg>
      <pc:sldChg chg="modSp new mod">
        <pc:chgData name="Toby Donaldson" userId="2e6e5431-bb17-4c41-9985-d39c50d83c73" providerId="ADAL" clId="{7F9681A8-EEE2-56F4-9B39-ECCBEE0471AC}" dt="2026-01-09T05:25:36.420" v="5601" actId="2711"/>
        <pc:sldMkLst>
          <pc:docMk/>
          <pc:sldMk cId="2291307079" sldId="304"/>
        </pc:sldMkLst>
        <pc:spChg chg="mod">
          <ac:chgData name="Toby Donaldson" userId="2e6e5431-bb17-4c41-9985-d39c50d83c73" providerId="ADAL" clId="{7F9681A8-EEE2-56F4-9B39-ECCBEE0471AC}" dt="2026-01-09T05:24:02.681" v="5256" actId="20577"/>
          <ac:spMkLst>
            <pc:docMk/>
            <pc:sldMk cId="2291307079" sldId="304"/>
            <ac:spMk id="2" creationId="{9F1D8AED-E3F4-6068-2FCF-10943165515A}"/>
          </ac:spMkLst>
        </pc:spChg>
        <pc:spChg chg="mod">
          <ac:chgData name="Toby Donaldson" userId="2e6e5431-bb17-4c41-9985-d39c50d83c73" providerId="ADAL" clId="{7F9681A8-EEE2-56F4-9B39-ECCBEE0471AC}" dt="2026-01-09T05:25:36.420" v="5601" actId="2711"/>
          <ac:spMkLst>
            <pc:docMk/>
            <pc:sldMk cId="2291307079" sldId="304"/>
            <ac:spMk id="3" creationId="{0BEF9544-9E9A-73D6-BF8C-C82350813AEA}"/>
          </ac:spMkLst>
        </pc:spChg>
      </pc:sldChg>
      <pc:sldMasterChg chg="modSldLayout">
        <pc:chgData name="Toby Donaldson" userId="2e6e5431-bb17-4c41-9985-d39c50d83c73" providerId="ADAL" clId="{7F9681A8-EEE2-56F4-9B39-ECCBEE0471AC}" dt="2026-01-09T04:56:49.983" v="3612" actId="20577"/>
        <pc:sldMasterMkLst>
          <pc:docMk/>
          <pc:sldMasterMk cId="2553497440" sldId="2147483672"/>
        </pc:sldMasterMkLst>
        <pc:sldLayoutChg chg="modSp mod">
          <pc:chgData name="Toby Donaldson" userId="2e6e5431-bb17-4c41-9985-d39c50d83c73" providerId="ADAL" clId="{7F9681A8-EEE2-56F4-9B39-ECCBEE0471AC}" dt="2026-01-09T04:56:49.983" v="3612" actId="20577"/>
          <pc:sldLayoutMkLst>
            <pc:docMk/>
            <pc:sldMasterMk cId="2553497440" sldId="2147483672"/>
            <pc:sldLayoutMk cId="1239562826" sldId="2147483677"/>
          </pc:sldLayoutMkLst>
          <pc:spChg chg="mod">
            <ac:chgData name="Toby Donaldson" userId="2e6e5431-bb17-4c41-9985-d39c50d83c73" providerId="ADAL" clId="{7F9681A8-EEE2-56F4-9B39-ECCBEE0471AC}" dt="2026-01-09T04:56:49.983" v="3612" actId="20577"/>
            <ac:spMkLst>
              <pc:docMk/>
              <pc:sldMasterMk cId="2553497440" sldId="2147483672"/>
              <pc:sldLayoutMk cId="1239562826" sldId="2147483677"/>
              <ac:spMk id="8" creationId="{F10173F0-2281-2C74-CB42-BB0266BAE2A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0E10153-954E-4A8F-A722-5AC9ABA3901A}" type="datetimeFigureOut">
              <a:rPr lang="en-AU" smtClean="0"/>
              <a:t>8/1/2026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4E5F7A9-63B9-4E24-B438-D1C829BA58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26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7F8E-60C8-909D-5C8F-4F852E852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E9F26-E5B4-DEFC-801F-3C2725FC7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6A221-3E5B-9938-E860-7BCAC9FA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D517-DBB2-4332-945E-AD3C5BA5B888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71861-98D9-E0EF-622D-B1F5B7DF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0D173-F12E-E8EB-88DE-392D9F21C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0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F85E-7CDD-3BA6-296F-5018A28A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53434-96DF-64A3-CA25-00A03B69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E906-3C8F-DF9A-EB07-F76A6050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E76A-F54E-4C13-B66A-BE7727C8D4EA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0DC99-D342-9108-E12D-1EE6FC6C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C922C-3F15-C081-A98C-119065DD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82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3676-B2FD-91F0-38B3-7613D4862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F2FF-3D73-9E93-AA8D-7F65F3CB9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CB9C2-C15F-A293-C450-430C89DD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27081-49D7-46AA-8800-66D1AE9542B1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D4C5-36A4-069A-B998-48F8313C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5A82-B5A3-195B-3643-58F88940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17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E9B1-F78C-3970-61BF-46869C5E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3F26-35BF-F66B-F3F0-C5CA475C2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F70BF-027A-FBDF-9379-65996A7B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4DA0-3847-5457-3CC4-7E10C719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1084E-2C29-4B82-BFED-E0DC1103E2F9}" type="datetime1">
              <a:rPr lang="en-AU" smtClean="0"/>
              <a:t>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BC5A4-525C-D593-4448-9D95EFD6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8A34-37AB-ACC1-5C48-2A1DD738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993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BDAD-5CF9-1556-2A10-D2DF9F749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32AF-5F71-9058-63AB-4F06297C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E692F-3F27-8879-0429-0BACA8608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F19F4-F0DE-DAE5-497A-8D0375FA0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288C3-0CC6-8B24-7349-15F59D789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5FA58-D3A9-3370-E43A-D53F026A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5278-0D79-408C-ABD2-8FC7FF99DDDA}" type="datetime1">
              <a:rPr lang="en-AU" smtClean="0"/>
              <a:t>8/1/2026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173F0-2281-2C74-CB42-BB0266BA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2A0B4-4EC6-EC59-4456-0F90A11C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562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3985-4F7E-D411-2855-67DC6F84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050E0-41B3-65AA-0E7B-CDA30861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F4824-001C-4BA8-80F6-D9AB060E0D56}" type="datetime1">
              <a:rPr lang="en-AU" smtClean="0"/>
              <a:t>8/1/2026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5111A-8D6D-CEE1-F97C-3FBF9DAB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AD7D3-D832-06CF-B2AB-4BC1AE5E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67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6F0F17-383F-306F-1079-5CF988EA1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4276F-9E52-4A18-8F2D-F5D79C5C39B8}" type="datetime1">
              <a:rPr lang="en-AU" smtClean="0"/>
              <a:t>8/1/2026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DA408-93EA-F071-05F3-1F5DA70AD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C110-64FD-8845-DD8C-84AE4DBB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1F39-AA81-7153-0EAE-B5EC67AA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52F1-D882-87BA-D986-1DC09BCAD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3E801-E025-1729-9C15-3BC2B9CB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9CEE3-87D3-B5A1-6EB6-E55A77F0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97A6-D494-4F95-AEAE-6EE051B57900}" type="datetime1">
              <a:rPr lang="en-AU" smtClean="0"/>
              <a:t>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DEBA8-77C1-587C-84F0-6BAA53BC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1DCBA-4250-D35E-46DD-412DB82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6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96258-8AAE-BE7C-5231-903B36E3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BA626-D476-4DDC-A7DB-B992124CC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5FDD7-00AA-0175-0F50-488E0C42C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C3628-21D1-4375-1560-446E7446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4FBA1-2132-4E79-84C3-971417F7A4B3}" type="datetime1">
              <a:rPr lang="en-AU" smtClean="0"/>
              <a:t>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B38AE-99DF-0F04-482E-0890B1C3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E2C4-4CE5-E062-DA36-B6B3763D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39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0F63-462A-F352-F9A9-7381D193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EB1E3-50B1-EA40-E045-4C426784E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6FA-B5EE-439C-0968-7BE144E3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03F8-7D40-45E7-BA2A-220D92D7CE1A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9EAE-C8E3-C604-2164-04A821FC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B9D57-4B0F-3CF4-638B-5008EC032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06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778A4-AB89-640D-BC08-28C5A7FC6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F5D09-90C6-4D6C-62F9-976682320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695D-985F-9258-D841-83AC7921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CBFC2-4AFE-4460-A0F3-12919975E3A5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D25A0-60EE-E806-E1FC-9D654EA0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92F16-6057-78E1-DA8B-88ABB6F3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09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CC741-E42D-BFA6-D716-E30E248A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62B2-2421-4E95-F3F8-FD60580DD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F023-08B9-52B6-AE72-FF93FBF1E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7AB6B-F43A-48BB-A6DE-16D3836505C7}" type="datetime1">
              <a:rPr lang="en-AU" smtClean="0"/>
              <a:t>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D046-EC3A-60C7-C3D4-2A2876C27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2A4A0-351F-23D9-AC66-DB480812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AF8FA-0A79-4AA7-AB33-8398C1FED3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49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9ADD-81D9-8AD3-B1E8-83FBFB12B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Interacting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F6040-9517-F271-5D34-EDAA9A6C58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120</a:t>
            </a:r>
          </a:p>
          <a:p>
            <a:r>
              <a:rPr lang="en-US" dirty="0"/>
              <a:t>Spring 2026</a:t>
            </a:r>
          </a:p>
          <a:p>
            <a:r>
              <a:rPr lang="en-US" dirty="0"/>
              <a:t>SFU Burnaby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6C859-03C2-A494-4525-2B1E1229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A2CE1-3590-AB28-84FF-B6AB6586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42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F7C8-492A-66D8-4EDD-FCD4BC6F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Ways of Interacting with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D534C-E98D-5CDF-E0CF-1912BA971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E83DF-E630-B4B9-48A3-EDA90271E0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06D98-B040-10EC-ABCF-9F1FBECEE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AA3DD-8E13-2F5C-4CA5-4C072ECDD8B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6FB4B0-D792-46FF-228A-B49A7814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F9196D-CDE8-755E-FF0E-957EAAB8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20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4D93-C195-5D93-C84B-622C4FFA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3708-033A-A98B-503C-CE268291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Ways of Interacting with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CA594-C0AF-C29E-6805-642B13B2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EE055-43AF-186C-7D02-D6C5A8566B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Evaluate one command at a time</a:t>
            </a:r>
          </a:p>
          <a:p>
            <a:r>
              <a:rPr lang="en-US" dirty="0"/>
              <a:t>Immediate feedback</a:t>
            </a:r>
          </a:p>
          <a:p>
            <a:r>
              <a:rPr lang="en-US" dirty="0"/>
              <a:t>Can evaluate individual expressions</a:t>
            </a:r>
          </a:p>
          <a:p>
            <a:r>
              <a:rPr lang="en-US" dirty="0"/>
              <a:t>Like a super calculator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0A2D99-812C-B702-B63B-57752B23E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0E90C-FF97-C6A6-1AC5-87BD075D7E6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128096-1F86-5E92-6941-0A732B3A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98AA90-62B9-7EE7-69B9-2372E0EE0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74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884C-7CDE-08B3-5925-605A7DC51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9FBD-DE7D-D2B2-F656-474268C8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Ways of Interacting with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2F006-0E80-1DA8-505D-E74D3C80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BE5DF-3DAD-8B2B-A27E-8DE254BEF2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Evaluate one command at a time</a:t>
            </a:r>
          </a:p>
          <a:p>
            <a:r>
              <a:rPr lang="en-US" dirty="0"/>
              <a:t>Immediate feedback</a:t>
            </a:r>
          </a:p>
          <a:p>
            <a:r>
              <a:rPr lang="en-US" dirty="0"/>
              <a:t>Can evaluate individual expressions</a:t>
            </a:r>
          </a:p>
          <a:p>
            <a:r>
              <a:rPr lang="en-US" dirty="0"/>
              <a:t>Like a super calculator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21644-8254-878F-C3BB-1287F9116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3A7CD-53DC-69D8-F175-C299F62C05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Write sequences of commands in text files (ending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en-US" dirty="0"/>
              <a:t>)</a:t>
            </a:r>
          </a:p>
          <a:p>
            <a:r>
              <a:rPr lang="en-US" dirty="0"/>
              <a:t>The program in these files is called </a:t>
            </a:r>
            <a:r>
              <a:rPr lang="en-US" b="1" dirty="0"/>
              <a:t>source code</a:t>
            </a:r>
          </a:p>
          <a:p>
            <a:r>
              <a:rPr lang="en-US" dirty="0"/>
              <a:t>Python runs them all in sequence</a:t>
            </a:r>
          </a:p>
          <a:p>
            <a:r>
              <a:rPr lang="en-US" dirty="0"/>
              <a:t>Use an editor like IDLE or VS Code etc. to edit the source code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E9FD4D-C55B-C8B4-17C5-7E1C6CA6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A81E45-1A71-AEE9-7E70-AA5845A3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80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D69A-46B7-0C34-5E10-CF9D9F99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4412-8BF5-A3BB-2792-D96C68C5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Main Ways of Interacting with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12DBD-9806-71CA-58B7-CCA0EE1D2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866B-3FC8-B911-C498-3167E16E87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Evaluate one command at a time</a:t>
            </a:r>
          </a:p>
          <a:p>
            <a:r>
              <a:rPr lang="en-US" dirty="0"/>
              <a:t>Immediate feedback</a:t>
            </a:r>
          </a:p>
          <a:p>
            <a:r>
              <a:rPr lang="en-US" dirty="0"/>
              <a:t>Can evaluate individual expressions</a:t>
            </a:r>
          </a:p>
          <a:p>
            <a:r>
              <a:rPr lang="en-US" dirty="0"/>
              <a:t>Like a super calculator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BE776-A4DF-BFF6-6FDE-FEF141C56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Programs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7480B-1C95-A93C-3D2F-E1820A0F4D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Write sequences of commands in text files (ending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r>
              <a:rPr lang="en-US" dirty="0"/>
              <a:t>)</a:t>
            </a:r>
          </a:p>
          <a:p>
            <a:r>
              <a:rPr lang="en-US" dirty="0"/>
              <a:t>The program in these files is called </a:t>
            </a:r>
            <a:r>
              <a:rPr lang="en-US" b="1" dirty="0"/>
              <a:t>source code</a:t>
            </a:r>
          </a:p>
          <a:p>
            <a:r>
              <a:rPr lang="en-US" dirty="0"/>
              <a:t>Python runs them all in sequence</a:t>
            </a:r>
          </a:p>
          <a:p>
            <a:r>
              <a:rPr lang="en-US" dirty="0"/>
              <a:t>Use an editor like IDLE or VS Code etc. to edit the source code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DB58FC-788B-7517-0D65-5429E68D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CMPT 120, SFU Burnaby, Spring 2026, Instructor: T. Donaldson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A845F-74AF-12B2-6956-65EBDB5F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5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BF6054-1E0B-A2C5-57C2-0E182E66731B}"/>
              </a:ext>
            </a:extLst>
          </p:cNvPr>
          <p:cNvSpPr txBox="1"/>
          <p:nvPr/>
        </p:nvSpPr>
        <p:spPr>
          <a:xfrm>
            <a:off x="1716631" y="5176837"/>
            <a:ext cx="314037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Another popular format is a </a:t>
            </a:r>
            <a:r>
              <a:rPr lang="en-US" b="1" dirty="0"/>
              <a:t>notebook</a:t>
            </a:r>
            <a:r>
              <a:rPr lang="en-US" dirty="0"/>
              <a:t>, where Python code and text notes are interspersed.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C3ACA-B932-3F2F-40C6-C3007387B4F9}"/>
              </a:ext>
            </a:extLst>
          </p:cNvPr>
          <p:cNvSpPr txBox="1"/>
          <p:nvPr/>
        </p:nvSpPr>
        <p:spPr>
          <a:xfrm>
            <a:off x="8889090" y="1257210"/>
            <a:ext cx="314037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this course we will mainly write programs, but it is often useful to user the interpreter to help write the program.</a:t>
            </a:r>
          </a:p>
        </p:txBody>
      </p:sp>
    </p:spTree>
    <p:extLst>
      <p:ext uri="{BB962C8B-B14F-4D97-AF65-F5344CB8AC3E}">
        <p14:creationId xmlns:p14="http://schemas.microsoft.com/office/powerpoint/2010/main" val="136721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03D6-97B5-4287-C223-5D4A2A92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1573-3787-D01C-DF77-CB7AB528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IDLE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4DC1-586C-C77E-A7B7-B689A566D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IDLE</a:t>
            </a:r>
            <a:r>
              <a:rPr lang="en-US" dirty="0"/>
              <a:t> is the free interpreter and editor that comes with Python</a:t>
            </a:r>
          </a:p>
          <a:p>
            <a:r>
              <a:rPr lang="en-US" dirty="0"/>
              <a:t>Search for and run “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en-US" dirty="0"/>
              <a:t>” on your computer</a:t>
            </a:r>
          </a:p>
          <a:p>
            <a:pPr lvl="1"/>
            <a:r>
              <a:rPr lang="en-US" dirty="0"/>
              <a:t>If you don’t have it you can install Python from </a:t>
            </a:r>
            <a:r>
              <a:rPr lang="en-US" dirty="0" err="1"/>
              <a:t>www.python.org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39137-D0EA-4F35-8055-0262F60C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F11B5-84B4-B7D8-7F6C-C3C12442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6</a:t>
            </a:fld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A5507-5117-AE33-3061-A75324D6B01F}"/>
              </a:ext>
            </a:extLst>
          </p:cNvPr>
          <p:cNvSpPr txBox="1"/>
          <p:nvPr/>
        </p:nvSpPr>
        <p:spPr>
          <a:xfrm>
            <a:off x="305275" y="3775420"/>
            <a:ext cx="314037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</a:t>
            </a:r>
            <a:r>
              <a:rPr lang="en-US" b="1" dirty="0"/>
              <a:t>interpreter</a:t>
            </a:r>
            <a:r>
              <a:rPr lang="en-US" dirty="0"/>
              <a:t> window. Note the Python prompt: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US" dirty="0"/>
              <a:t> 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4BC810F-C207-629A-C7C8-5AFA0AFBB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53" y="3062143"/>
            <a:ext cx="7772400" cy="365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3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7A9C-4CB7-4092-99EA-F1E87520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IDLE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8809-0BEB-6C74-7D8A-3FDE299A0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IDLE</a:t>
            </a:r>
            <a:r>
              <a:rPr lang="en-US" dirty="0"/>
              <a:t> is the free interpreter and editor that comes with Python</a:t>
            </a:r>
          </a:p>
          <a:p>
            <a:r>
              <a:rPr lang="en-US" dirty="0"/>
              <a:t>Search for and run “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IDLE</a:t>
            </a:r>
            <a:r>
              <a:rPr lang="en-US" dirty="0"/>
              <a:t>” on your computer</a:t>
            </a:r>
          </a:p>
          <a:p>
            <a:pPr lvl="1"/>
            <a:r>
              <a:rPr lang="en-US" dirty="0"/>
              <a:t>If you don’t have it you can install Python from </a:t>
            </a:r>
            <a:r>
              <a:rPr lang="en-US" dirty="0" err="1"/>
              <a:t>www.python.org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0540-7B47-5EC3-F10A-BB3229EA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96160-D7DC-1BB0-3307-4215E2C7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7</a:t>
            </a:fld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21DBF-E103-63C1-708E-CC5C13E2BFF8}"/>
              </a:ext>
            </a:extLst>
          </p:cNvPr>
          <p:cNvSpPr txBox="1"/>
          <p:nvPr/>
        </p:nvSpPr>
        <p:spPr>
          <a:xfrm>
            <a:off x="305275" y="3775420"/>
            <a:ext cx="314037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</a:t>
            </a:r>
            <a:r>
              <a:rPr lang="en-US" b="1" dirty="0"/>
              <a:t>program</a:t>
            </a:r>
            <a:r>
              <a:rPr lang="en-US" dirty="0"/>
              <a:t> window. Note the name of the file at the top (currently *untitled*).</a:t>
            </a:r>
          </a:p>
        </p:txBody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78A35B8-4601-FBEC-1A69-331D9990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53" y="2867707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C28ADE2-312C-9E7C-33A0-A059F7CE3F57}"/>
              </a:ext>
            </a:extLst>
          </p:cNvPr>
          <p:cNvSpPr/>
          <p:nvPr/>
        </p:nvSpPr>
        <p:spPr>
          <a:xfrm>
            <a:off x="6808304" y="3061252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3DAA90-A35A-F059-7BBC-44356A895806}"/>
              </a:ext>
            </a:extLst>
          </p:cNvPr>
          <p:cNvSpPr txBox="1"/>
          <p:nvPr/>
        </p:nvSpPr>
        <p:spPr>
          <a:xfrm>
            <a:off x="305275" y="5144798"/>
            <a:ext cx="314037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run the program, choose </a:t>
            </a:r>
            <a:r>
              <a:rPr lang="en-US" b="1" dirty="0"/>
              <a:t>Run</a:t>
            </a:r>
            <a:r>
              <a:rPr lang="en-US" dirty="0"/>
              <a:t> Module in the </a:t>
            </a:r>
            <a:r>
              <a:rPr lang="en-US" b="1" dirty="0"/>
              <a:t>Run</a:t>
            </a:r>
            <a:r>
              <a:rPr lang="en-US" dirty="0"/>
              <a:t> menu, or press </a:t>
            </a:r>
            <a:r>
              <a:rPr lang="en-US" b="1" dirty="0"/>
              <a:t>F5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893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5C54-A56A-A8BB-B6F2-8BE74815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416AA-776A-57A2-7D17-AFCBD7D9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29677-0870-1789-8E64-5309C13D2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8</a:t>
            </a:fld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29D69-6E12-1536-59D4-6FB3780CF943}"/>
              </a:ext>
            </a:extLst>
          </p:cNvPr>
          <p:cNvSpPr txBox="1"/>
          <p:nvPr/>
        </p:nvSpPr>
        <p:spPr>
          <a:xfrm>
            <a:off x="7653646" y="150747"/>
            <a:ext cx="314037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you run the program in IDLE you will be asked to save it in a file first. I’ve called the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hello.py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A2E7F-0B22-635E-5589-C97ECB3BB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44" y="3257369"/>
            <a:ext cx="7357740" cy="3464106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DF462B4-DAD3-22B4-7CDB-E82C62D4A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930" y="-252089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C7CC7AE-3C95-7FA5-5CA9-FDA369FAD445}"/>
              </a:ext>
            </a:extLst>
          </p:cNvPr>
          <p:cNvSpPr/>
          <p:nvPr/>
        </p:nvSpPr>
        <p:spPr>
          <a:xfrm>
            <a:off x="3024808" y="-33127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BE47A2-7A78-30C3-A568-305796F12063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038600" y="288235"/>
            <a:ext cx="3615046" cy="46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1448C0-7596-2570-4BD1-E97D82C22DC0}"/>
              </a:ext>
            </a:extLst>
          </p:cNvPr>
          <p:cNvSpPr txBox="1"/>
          <p:nvPr/>
        </p:nvSpPr>
        <p:spPr>
          <a:xfrm>
            <a:off x="1321905" y="3737079"/>
            <a:ext cx="2295939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results of the program appear in the interpreter window.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A1A65-A58C-2CA5-7651-032B783ABA43}"/>
              </a:ext>
            </a:extLst>
          </p:cNvPr>
          <p:cNvSpPr/>
          <p:nvPr/>
        </p:nvSpPr>
        <p:spPr>
          <a:xfrm>
            <a:off x="5161721" y="4438101"/>
            <a:ext cx="6915484" cy="692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1F58B3-24F0-6A79-FE85-04D2F13CA48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17844" y="4198744"/>
            <a:ext cx="1543877" cy="54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34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ECAA-674E-1A6B-C8EF-65C84BF2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1796A-AD20-39AF-75DF-A05089808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3CF9D-602A-7D77-3D63-905D9DC6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9</a:t>
            </a:fld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E28230-7E36-D11A-2510-67E4574F376E}"/>
              </a:ext>
            </a:extLst>
          </p:cNvPr>
          <p:cNvSpPr txBox="1"/>
          <p:nvPr/>
        </p:nvSpPr>
        <p:spPr>
          <a:xfrm>
            <a:off x="7653646" y="150747"/>
            <a:ext cx="314037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you run the program in IDLE you will be asked to save it in a file first. I’ve called the file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hello.py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58547F-F170-4548-ECC6-BA7EE7DBA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444" y="3257369"/>
            <a:ext cx="7357740" cy="3464106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84B5BE-6308-99B8-A21A-9A94AF1D3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930" y="-252089"/>
            <a:ext cx="7772400" cy="414986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057ACB9B-98A7-C1D7-9080-EF83627AD878}"/>
              </a:ext>
            </a:extLst>
          </p:cNvPr>
          <p:cNvSpPr/>
          <p:nvPr/>
        </p:nvSpPr>
        <p:spPr>
          <a:xfrm>
            <a:off x="3024808" y="-33127"/>
            <a:ext cx="1013792" cy="367748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2A091-89F9-DE4C-7875-2D730F0C49C0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038600" y="288235"/>
            <a:ext cx="3615046" cy="46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A26B19-4C0B-DE0A-0586-F62DCE34F6D4}"/>
              </a:ext>
            </a:extLst>
          </p:cNvPr>
          <p:cNvSpPr txBox="1"/>
          <p:nvPr/>
        </p:nvSpPr>
        <p:spPr>
          <a:xfrm>
            <a:off x="1321905" y="3737079"/>
            <a:ext cx="2295939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results of the program appear in the interpreter window.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7F9B6C-32FA-B8C7-CA97-14CEE737D6EB}"/>
              </a:ext>
            </a:extLst>
          </p:cNvPr>
          <p:cNvSpPr/>
          <p:nvPr/>
        </p:nvSpPr>
        <p:spPr>
          <a:xfrm>
            <a:off x="5161721" y="4438101"/>
            <a:ext cx="6915484" cy="692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F6857B-49CA-B12A-0F10-DAEA12FFB8CD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17844" y="4198744"/>
            <a:ext cx="1543877" cy="54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4B5724-B77E-B497-E37E-7A5A6F2078A9}"/>
              </a:ext>
            </a:extLst>
          </p:cNvPr>
          <p:cNvSpPr txBox="1"/>
          <p:nvPr/>
        </p:nvSpPr>
        <p:spPr>
          <a:xfrm>
            <a:off x="642732" y="5410166"/>
            <a:ext cx="29386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Careful!</a:t>
            </a:r>
            <a:br>
              <a:rPr lang="en-US" dirty="0"/>
            </a:br>
            <a:r>
              <a:rPr lang="en-US" dirty="0"/>
              <a:t>If you are new to programming it can be easy to confuse these windows.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8AED-E3F4-6068-2FCF-10943165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Advice for Saving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9544-9E9A-73D6-BF8C-C82350813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Python program files are text files and should </a:t>
            </a:r>
            <a:r>
              <a:rPr lang="en-US" b="1" dirty="0"/>
              <a:t>end with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py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Save these files in a folder on your desktop called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CMPT120</a:t>
            </a:r>
          </a:p>
          <a:p>
            <a:pPr lvl="1"/>
            <a:r>
              <a:rPr lang="en-US" dirty="0"/>
              <a:t>Inside this folder you should make folders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assignment1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assignment2</a:t>
            </a:r>
            <a:r>
              <a:rPr lang="en-US" dirty="0"/>
              <a:t>, etc.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C3EDE-A284-1BE4-3B53-7B24E887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CMPT 120, SFU Burnaby, Fall 2024, Instructor: T. Donaldson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FCD5F-1301-3239-BD94-0E830BAF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AF8FA-0A79-4AA7-AB33-8398C1FED37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307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1418</TotalTime>
  <Words>629</Words>
  <Application>Microsoft Macintosh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Interacting with Python</vt:lpstr>
      <vt:lpstr>2 Main Ways of Interacting with Python</vt:lpstr>
      <vt:lpstr>2 Main Ways of Interacting with Python</vt:lpstr>
      <vt:lpstr>2 Main Ways of Interacting with Python</vt:lpstr>
      <vt:lpstr>2 Main Ways of Interacting with Python</vt:lpstr>
      <vt:lpstr>The IDLE Editor</vt:lpstr>
      <vt:lpstr>The IDLE Editor</vt:lpstr>
      <vt:lpstr>PowerPoint Presentation</vt:lpstr>
      <vt:lpstr>PowerPoint Presentation</vt:lpstr>
      <vt:lpstr>Advice for Saving Programs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120 Fall 2022 SFU, Surrey</dc:title>
  <dc:creator>Toby Donaldson</dc:creator>
  <cp:lastModifiedBy>Toby Donaldson</cp:lastModifiedBy>
  <cp:revision>1</cp:revision>
  <cp:lastPrinted>2022-09-07T18:21:16Z</cp:lastPrinted>
  <dcterms:created xsi:type="dcterms:W3CDTF">2022-08-16T04:52:50Z</dcterms:created>
  <dcterms:modified xsi:type="dcterms:W3CDTF">2026-01-09T17:13:24Z</dcterms:modified>
</cp:coreProperties>
</file>