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2"/>
  </p:notesMasterIdLst>
  <p:sldIdLst>
    <p:sldId id="294" r:id="rId2"/>
    <p:sldId id="296" r:id="rId3"/>
    <p:sldId id="297" r:id="rId4"/>
    <p:sldId id="299" r:id="rId5"/>
    <p:sldId id="298" r:id="rId6"/>
    <p:sldId id="301" r:id="rId7"/>
    <p:sldId id="300" r:id="rId8"/>
    <p:sldId id="302" r:id="rId9"/>
    <p:sldId id="303" r:id="rId10"/>
    <p:sldId id="304" r:id="rId11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CD98BC-A071-8D42-BE6E-BAB5A1F465AE}" v="17" dt="2026-01-09T05:21:56.4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custSel addSld delSld modSld sldOrd">
      <pc:chgData name="Toby Donaldson" userId="2e6e5431-bb17-4c41-9985-d39c50d83c73" providerId="ADAL" clId="{F31BC264-820E-54C4-A6D1-F92AF9CC222E}" dt="2026-01-07T17:11:02.826" v="44" actId="21"/>
      <pc:docMkLst>
        <pc:docMk/>
      </pc:docMkLst>
    </pc:docChg>
  </pc:docChgLst>
  <pc:docChgLst>
    <pc:chgData name="Toby Donaldson" userId="2e6e5431-bb17-4c41-9985-d39c50d83c73" providerId="ADAL" clId="{7F9681A8-EEE2-56F4-9B39-ECCBEE0471AC}"/>
    <pc:docChg chg="undo custSel addSld delSld modSld sldOrd modMainMaster">
      <pc:chgData name="Toby Donaldson" userId="2e6e5431-bb17-4c41-9985-d39c50d83c73" providerId="ADAL" clId="{7F9681A8-EEE2-56F4-9B39-ECCBEE0471AC}" dt="2026-01-09T05:27:05.359" v="5608" actId="113"/>
      <pc:docMkLst>
        <pc:docMk/>
      </pc:docMkLst>
      <pc:sldChg chg="addSp delSp modSp del mod">
        <pc:chgData name="Toby Donaldson" userId="2e6e5431-bb17-4c41-9985-d39c50d83c73" providerId="ADAL" clId="{7F9681A8-EEE2-56F4-9B39-ECCBEE0471AC}" dt="2026-01-09T04:49:20.392" v="2981" actId="2696"/>
        <pc:sldMkLst>
          <pc:docMk/>
          <pc:sldMk cId="3585784119" sldId="260"/>
        </pc:sldMkLst>
      </pc:sldChg>
      <pc:sldChg chg="delSp del mod">
        <pc:chgData name="Toby Donaldson" userId="2e6e5431-bb17-4c41-9985-d39c50d83c73" providerId="ADAL" clId="{7F9681A8-EEE2-56F4-9B39-ECCBEE0471AC}" dt="2026-01-09T04:49:20.392" v="2981" actId="2696"/>
        <pc:sldMkLst>
          <pc:docMk/>
          <pc:sldMk cId="713593680" sldId="261"/>
        </pc:sldMkLst>
      </pc:sldChg>
      <pc:sldChg chg="delSp del mod">
        <pc:chgData name="Toby Donaldson" userId="2e6e5431-bb17-4c41-9985-d39c50d83c73" providerId="ADAL" clId="{7F9681A8-EEE2-56F4-9B39-ECCBEE0471AC}" dt="2026-01-09T04:49:20.392" v="2981" actId="2696"/>
        <pc:sldMkLst>
          <pc:docMk/>
          <pc:sldMk cId="859576165" sldId="262"/>
        </pc:sldMkLst>
      </pc:sldChg>
      <pc:sldChg chg="delSp del mod">
        <pc:chgData name="Toby Donaldson" userId="2e6e5431-bb17-4c41-9985-d39c50d83c73" providerId="ADAL" clId="{7F9681A8-EEE2-56F4-9B39-ECCBEE0471AC}" dt="2026-01-09T04:49:20.392" v="2981" actId="2696"/>
        <pc:sldMkLst>
          <pc:docMk/>
          <pc:sldMk cId="2302316879" sldId="264"/>
        </pc:sldMkLst>
      </pc:sldChg>
      <pc:sldChg chg="addSp delSp modSp del mod ord">
        <pc:chgData name="Toby Donaldson" userId="2e6e5431-bb17-4c41-9985-d39c50d83c73" providerId="ADAL" clId="{7F9681A8-EEE2-56F4-9B39-ECCBEE0471AC}" dt="2026-01-09T04:46:28.457" v="2899" actId="2696"/>
        <pc:sldMkLst>
          <pc:docMk/>
          <pc:sldMk cId="944526482" sldId="267"/>
        </pc:sldMkLst>
      </pc:sldChg>
      <pc:sldChg chg="delSp modSp del mod">
        <pc:chgData name="Toby Donaldson" userId="2e6e5431-bb17-4c41-9985-d39c50d83c73" providerId="ADAL" clId="{7F9681A8-EEE2-56F4-9B39-ECCBEE0471AC}" dt="2026-01-09T04:49:20.392" v="2981" actId="2696"/>
        <pc:sldMkLst>
          <pc:docMk/>
          <pc:sldMk cId="2069204258" sldId="270"/>
        </pc:sldMkLst>
      </pc:sldChg>
      <pc:sldChg chg="addSp delSp modSp del mod">
        <pc:chgData name="Toby Donaldson" userId="2e6e5431-bb17-4c41-9985-d39c50d83c73" providerId="ADAL" clId="{7F9681A8-EEE2-56F4-9B39-ECCBEE0471AC}" dt="2026-01-09T04:49:20.392" v="2981" actId="2696"/>
        <pc:sldMkLst>
          <pc:docMk/>
          <pc:sldMk cId="2370908068" sldId="271"/>
        </pc:sldMkLst>
      </pc:sldChg>
      <pc:sldChg chg="addSp delSp modSp new del mod ord">
        <pc:chgData name="Toby Donaldson" userId="2e6e5431-bb17-4c41-9985-d39c50d83c73" providerId="ADAL" clId="{7F9681A8-EEE2-56F4-9B39-ECCBEE0471AC}" dt="2026-01-09T04:49:20.392" v="2981" actId="2696"/>
        <pc:sldMkLst>
          <pc:docMk/>
          <pc:sldMk cId="3595716840" sldId="273"/>
        </pc:sldMkLst>
      </pc:sldChg>
      <pc:sldChg chg="addSp delSp modSp new del mod ord modAnim">
        <pc:chgData name="Toby Donaldson" userId="2e6e5431-bb17-4c41-9985-d39c50d83c73" providerId="ADAL" clId="{7F9681A8-EEE2-56F4-9B39-ECCBEE0471AC}" dt="2026-01-09T04:49:20.392" v="2981" actId="2696"/>
        <pc:sldMkLst>
          <pc:docMk/>
          <pc:sldMk cId="2494677979" sldId="274"/>
        </pc:sldMkLst>
      </pc:sldChg>
      <pc:sldChg chg="addSp delSp modSp new del mod delAnim modAnim">
        <pc:chgData name="Toby Donaldson" userId="2e6e5431-bb17-4c41-9985-d39c50d83c73" providerId="ADAL" clId="{7F9681A8-EEE2-56F4-9B39-ECCBEE0471AC}" dt="2026-01-09T04:49:20.392" v="2981" actId="2696"/>
        <pc:sldMkLst>
          <pc:docMk/>
          <pc:sldMk cId="3209437878" sldId="275"/>
        </pc:sldMkLst>
      </pc:sldChg>
      <pc:sldChg chg="modSp add del mod">
        <pc:chgData name="Toby Donaldson" userId="2e6e5431-bb17-4c41-9985-d39c50d83c73" providerId="ADAL" clId="{7F9681A8-EEE2-56F4-9B39-ECCBEE0471AC}" dt="2026-01-09T04:49:20.392" v="2981" actId="2696"/>
        <pc:sldMkLst>
          <pc:docMk/>
          <pc:sldMk cId="1998920617" sldId="276"/>
        </pc:sldMkLst>
      </pc:sldChg>
      <pc:sldChg chg="addSp modSp add del mod">
        <pc:chgData name="Toby Donaldson" userId="2e6e5431-bb17-4c41-9985-d39c50d83c73" providerId="ADAL" clId="{7F9681A8-EEE2-56F4-9B39-ECCBEE0471AC}" dt="2026-01-09T04:49:20.392" v="2981" actId="2696"/>
        <pc:sldMkLst>
          <pc:docMk/>
          <pc:sldMk cId="3017744231" sldId="279"/>
        </pc:sldMkLst>
      </pc:sldChg>
      <pc:sldChg chg="addSp delSp modSp add del mod ord">
        <pc:chgData name="Toby Donaldson" userId="2e6e5431-bb17-4c41-9985-d39c50d83c73" providerId="ADAL" clId="{7F9681A8-EEE2-56F4-9B39-ECCBEE0471AC}" dt="2026-01-09T04:49:20.392" v="2981" actId="2696"/>
        <pc:sldMkLst>
          <pc:docMk/>
          <pc:sldMk cId="3973353925" sldId="280"/>
        </pc:sldMkLst>
      </pc:sldChg>
      <pc:sldChg chg="addSp delSp modSp new del mod modAnim">
        <pc:chgData name="Toby Donaldson" userId="2e6e5431-bb17-4c41-9985-d39c50d83c73" providerId="ADAL" clId="{7F9681A8-EEE2-56F4-9B39-ECCBEE0471AC}" dt="2026-01-09T04:49:20.392" v="2981" actId="2696"/>
        <pc:sldMkLst>
          <pc:docMk/>
          <pc:sldMk cId="2399725661" sldId="281"/>
        </pc:sldMkLst>
      </pc:sldChg>
      <pc:sldChg chg="delSp modSp add del mod">
        <pc:chgData name="Toby Donaldson" userId="2e6e5431-bb17-4c41-9985-d39c50d83c73" providerId="ADAL" clId="{7F9681A8-EEE2-56F4-9B39-ECCBEE0471AC}" dt="2026-01-09T04:49:20.392" v="2981" actId="2696"/>
        <pc:sldMkLst>
          <pc:docMk/>
          <pc:sldMk cId="3440582464" sldId="282"/>
        </pc:sldMkLst>
      </pc:sldChg>
      <pc:sldChg chg="del">
        <pc:chgData name="Toby Donaldson" userId="2e6e5431-bb17-4c41-9985-d39c50d83c73" providerId="ADAL" clId="{7F9681A8-EEE2-56F4-9B39-ECCBEE0471AC}" dt="2026-01-09T04:46:28.457" v="2899" actId="2696"/>
        <pc:sldMkLst>
          <pc:docMk/>
          <pc:sldMk cId="3047808669" sldId="283"/>
        </pc:sldMkLst>
      </pc:sldChg>
      <pc:sldChg chg="del">
        <pc:chgData name="Toby Donaldson" userId="2e6e5431-bb17-4c41-9985-d39c50d83c73" providerId="ADAL" clId="{7F9681A8-EEE2-56F4-9B39-ECCBEE0471AC}" dt="2026-01-09T04:49:20.392" v="2981" actId="2696"/>
        <pc:sldMkLst>
          <pc:docMk/>
          <pc:sldMk cId="1884366977" sldId="284"/>
        </pc:sldMkLst>
      </pc:sldChg>
      <pc:sldChg chg="del">
        <pc:chgData name="Toby Donaldson" userId="2e6e5431-bb17-4c41-9985-d39c50d83c73" providerId="ADAL" clId="{7F9681A8-EEE2-56F4-9B39-ECCBEE0471AC}" dt="2026-01-09T04:49:20.392" v="2981" actId="2696"/>
        <pc:sldMkLst>
          <pc:docMk/>
          <pc:sldMk cId="1193449351" sldId="285"/>
        </pc:sldMkLst>
      </pc:sldChg>
      <pc:sldChg chg="del">
        <pc:chgData name="Toby Donaldson" userId="2e6e5431-bb17-4c41-9985-d39c50d83c73" providerId="ADAL" clId="{7F9681A8-EEE2-56F4-9B39-ECCBEE0471AC}" dt="2026-01-09T04:49:20.392" v="2981" actId="2696"/>
        <pc:sldMkLst>
          <pc:docMk/>
          <pc:sldMk cId="4058929645" sldId="286"/>
        </pc:sldMkLst>
      </pc:sldChg>
      <pc:sldChg chg="del">
        <pc:chgData name="Toby Donaldson" userId="2e6e5431-bb17-4c41-9985-d39c50d83c73" providerId="ADAL" clId="{7F9681A8-EEE2-56F4-9B39-ECCBEE0471AC}" dt="2026-01-09T04:49:20.392" v="2981" actId="2696"/>
        <pc:sldMkLst>
          <pc:docMk/>
          <pc:sldMk cId="253788997" sldId="287"/>
        </pc:sldMkLst>
      </pc:sldChg>
      <pc:sldChg chg="del">
        <pc:chgData name="Toby Donaldson" userId="2e6e5431-bb17-4c41-9985-d39c50d83c73" providerId="ADAL" clId="{7F9681A8-EEE2-56F4-9B39-ECCBEE0471AC}" dt="2026-01-09T04:49:20.392" v="2981" actId="2696"/>
        <pc:sldMkLst>
          <pc:docMk/>
          <pc:sldMk cId="2513776182" sldId="288"/>
        </pc:sldMkLst>
      </pc:sldChg>
      <pc:sldChg chg="del">
        <pc:chgData name="Toby Donaldson" userId="2e6e5431-bb17-4c41-9985-d39c50d83c73" providerId="ADAL" clId="{7F9681A8-EEE2-56F4-9B39-ECCBEE0471AC}" dt="2026-01-09T04:49:20.392" v="2981" actId="2696"/>
        <pc:sldMkLst>
          <pc:docMk/>
          <pc:sldMk cId="1762603556" sldId="289"/>
        </pc:sldMkLst>
      </pc:sldChg>
      <pc:sldChg chg="del">
        <pc:chgData name="Toby Donaldson" userId="2e6e5431-bb17-4c41-9985-d39c50d83c73" providerId="ADAL" clId="{7F9681A8-EEE2-56F4-9B39-ECCBEE0471AC}" dt="2026-01-09T04:49:26.727" v="2982" actId="2696"/>
        <pc:sldMkLst>
          <pc:docMk/>
          <pc:sldMk cId="2815104634" sldId="290"/>
        </pc:sldMkLst>
      </pc:sldChg>
      <pc:sldChg chg="del">
        <pc:chgData name="Toby Donaldson" userId="2e6e5431-bb17-4c41-9985-d39c50d83c73" providerId="ADAL" clId="{7F9681A8-EEE2-56F4-9B39-ECCBEE0471AC}" dt="2026-01-09T04:49:20.392" v="2981" actId="2696"/>
        <pc:sldMkLst>
          <pc:docMk/>
          <pc:sldMk cId="2087471156" sldId="291"/>
        </pc:sldMkLst>
      </pc:sldChg>
      <pc:sldChg chg="del">
        <pc:chgData name="Toby Donaldson" userId="2e6e5431-bb17-4c41-9985-d39c50d83c73" providerId="ADAL" clId="{7F9681A8-EEE2-56F4-9B39-ECCBEE0471AC}" dt="2026-01-09T04:49:20.392" v="2981" actId="2696"/>
        <pc:sldMkLst>
          <pc:docMk/>
          <pc:sldMk cId="419798349" sldId="292"/>
        </pc:sldMkLst>
      </pc:sldChg>
      <pc:sldChg chg="new del ord">
        <pc:chgData name="Toby Donaldson" userId="2e6e5431-bb17-4c41-9985-d39c50d83c73" providerId="ADAL" clId="{7F9681A8-EEE2-56F4-9B39-ECCBEE0471AC}" dt="2026-01-09T04:48:31.980" v="2903" actId="2696"/>
        <pc:sldMkLst>
          <pc:docMk/>
          <pc:sldMk cId="1202680368" sldId="293"/>
        </pc:sldMkLst>
      </pc:sldChg>
      <pc:sldChg chg="modSp new mod">
        <pc:chgData name="Toby Donaldson" userId="2e6e5431-bb17-4c41-9985-d39c50d83c73" providerId="ADAL" clId="{7F9681A8-EEE2-56F4-9B39-ECCBEE0471AC}" dt="2026-01-09T04:53:01.312" v="3266" actId="20577"/>
        <pc:sldMkLst>
          <pc:docMk/>
          <pc:sldMk cId="2114429400" sldId="294"/>
        </pc:sldMkLst>
        <pc:spChg chg="mod">
          <ac:chgData name="Toby Donaldson" userId="2e6e5431-bb17-4c41-9985-d39c50d83c73" providerId="ADAL" clId="{7F9681A8-EEE2-56F4-9B39-ECCBEE0471AC}" dt="2026-01-09T04:49:10.873" v="2980" actId="20577"/>
          <ac:spMkLst>
            <pc:docMk/>
            <pc:sldMk cId="2114429400" sldId="294"/>
            <ac:spMk id="2" creationId="{60DD9ADD-81D9-8AD3-B1E8-83FBFB12B4E2}"/>
          </ac:spMkLst>
        </pc:spChg>
        <pc:spChg chg="mod">
          <ac:chgData name="Toby Donaldson" userId="2e6e5431-bb17-4c41-9985-d39c50d83c73" providerId="ADAL" clId="{7F9681A8-EEE2-56F4-9B39-ECCBEE0471AC}" dt="2026-01-09T04:48:49.907" v="2937" actId="20577"/>
          <ac:spMkLst>
            <pc:docMk/>
            <pc:sldMk cId="2114429400" sldId="294"/>
            <ac:spMk id="3" creationId="{FADF6040-9517-F271-5D34-EDAA9A6C5826}"/>
          </ac:spMkLst>
        </pc:spChg>
        <pc:spChg chg="mod">
          <ac:chgData name="Toby Donaldson" userId="2e6e5431-bb17-4c41-9985-d39c50d83c73" providerId="ADAL" clId="{7F9681A8-EEE2-56F4-9B39-ECCBEE0471AC}" dt="2026-01-09T04:53:01.312" v="3266" actId="20577"/>
          <ac:spMkLst>
            <pc:docMk/>
            <pc:sldMk cId="2114429400" sldId="294"/>
            <ac:spMk id="4" creationId="{2876C859-03C2-A494-4525-2B1E1229AE8F}"/>
          </ac:spMkLst>
        </pc:spChg>
      </pc:sldChg>
      <pc:sldChg chg="addSp modSp new del mod">
        <pc:chgData name="Toby Donaldson" userId="2e6e5431-bb17-4c41-9985-d39c50d83c73" providerId="ADAL" clId="{7F9681A8-EEE2-56F4-9B39-ECCBEE0471AC}" dt="2026-01-09T04:58:27.255" v="3838" actId="2696"/>
        <pc:sldMkLst>
          <pc:docMk/>
          <pc:sldMk cId="1913299876" sldId="295"/>
        </pc:sldMkLst>
        <pc:spChg chg="mod">
          <ac:chgData name="Toby Donaldson" userId="2e6e5431-bb17-4c41-9985-d39c50d83c73" providerId="ADAL" clId="{7F9681A8-EEE2-56F4-9B39-ECCBEE0471AC}" dt="2026-01-09T04:49:47.558" v="3041" actId="20577"/>
          <ac:spMkLst>
            <pc:docMk/>
            <pc:sldMk cId="1913299876" sldId="295"/>
            <ac:spMk id="2" creationId="{07D77C72-438B-DB0B-884E-D644AEB51271}"/>
          </ac:spMkLst>
        </pc:spChg>
        <pc:spChg chg="mod">
          <ac:chgData name="Toby Donaldson" userId="2e6e5431-bb17-4c41-9985-d39c50d83c73" providerId="ADAL" clId="{7F9681A8-EEE2-56F4-9B39-ECCBEE0471AC}" dt="2026-01-09T04:50:07.072" v="3103" actId="20577"/>
          <ac:spMkLst>
            <pc:docMk/>
            <pc:sldMk cId="1913299876" sldId="295"/>
            <ac:spMk id="3" creationId="{6CCAC476-4613-59E9-A607-046F807794A3}"/>
          </ac:spMkLst>
        </pc:spChg>
        <pc:spChg chg="add mod">
          <ac:chgData name="Toby Donaldson" userId="2e6e5431-bb17-4c41-9985-d39c50d83c73" providerId="ADAL" clId="{7F9681A8-EEE2-56F4-9B39-ECCBEE0471AC}" dt="2026-01-09T04:52:24.174" v="3254" actId="20577"/>
          <ac:spMkLst>
            <pc:docMk/>
            <pc:sldMk cId="1913299876" sldId="295"/>
            <ac:spMk id="6" creationId="{0B1F9E58-DF6F-7459-9DEF-C9ECDC4CD205}"/>
          </ac:spMkLst>
        </pc:spChg>
        <pc:spChg chg="add mod">
          <ac:chgData name="Toby Donaldson" userId="2e6e5431-bb17-4c41-9985-d39c50d83c73" providerId="ADAL" clId="{7F9681A8-EEE2-56F4-9B39-ECCBEE0471AC}" dt="2026-01-09T04:51:50.941" v="3238" actId="1076"/>
          <ac:spMkLst>
            <pc:docMk/>
            <pc:sldMk cId="1913299876" sldId="295"/>
            <ac:spMk id="7" creationId="{B6893120-A842-7CE3-18CD-EECEDB7C8ADA}"/>
          </ac:spMkLst>
        </pc:spChg>
        <pc:cxnChg chg="add mod">
          <ac:chgData name="Toby Donaldson" userId="2e6e5431-bb17-4c41-9985-d39c50d83c73" providerId="ADAL" clId="{7F9681A8-EEE2-56F4-9B39-ECCBEE0471AC}" dt="2026-01-09T04:52:22.511" v="3251" actId="20577"/>
          <ac:cxnSpMkLst>
            <pc:docMk/>
            <pc:sldMk cId="1913299876" sldId="295"/>
            <ac:cxnSpMk id="9" creationId="{FC722330-B3D4-D345-B22C-15AA4DC87813}"/>
          </ac:cxnSpMkLst>
        </pc:cxnChg>
        <pc:cxnChg chg="add mod">
          <ac:chgData name="Toby Donaldson" userId="2e6e5431-bb17-4c41-9985-d39c50d83c73" providerId="ADAL" clId="{7F9681A8-EEE2-56F4-9B39-ECCBEE0471AC}" dt="2026-01-09T04:52:12.648" v="3244" actId="14100"/>
          <ac:cxnSpMkLst>
            <pc:docMk/>
            <pc:sldMk cId="1913299876" sldId="295"/>
            <ac:cxnSpMk id="11" creationId="{7D80AA89-DFB1-1632-3E05-A20EFC8DFF48}"/>
          </ac:cxnSpMkLst>
        </pc:cxnChg>
      </pc:sldChg>
      <pc:sldChg chg="new del">
        <pc:chgData name="Toby Donaldson" userId="2e6e5431-bb17-4c41-9985-d39c50d83c73" providerId="ADAL" clId="{7F9681A8-EEE2-56F4-9B39-ECCBEE0471AC}" dt="2026-01-09T04:53:20.842" v="3268" actId="2696"/>
        <pc:sldMkLst>
          <pc:docMk/>
          <pc:sldMk cId="835007707" sldId="296"/>
        </pc:sldMkLst>
      </pc:sldChg>
      <pc:sldChg chg="addSp delSp modSp new mod">
        <pc:chgData name="Toby Donaldson" userId="2e6e5431-bb17-4c41-9985-d39c50d83c73" providerId="ADAL" clId="{7F9681A8-EEE2-56F4-9B39-ECCBEE0471AC}" dt="2026-01-09T05:02:28.881" v="4105" actId="20577"/>
        <pc:sldMkLst>
          <pc:docMk/>
          <pc:sldMk cId="1199209444" sldId="296"/>
        </pc:sldMkLst>
        <pc:spChg chg="mod">
          <ac:chgData name="Toby Donaldson" userId="2e6e5431-bb17-4c41-9985-d39c50d83c73" providerId="ADAL" clId="{7F9681A8-EEE2-56F4-9B39-ECCBEE0471AC}" dt="2026-01-09T04:54:45.511" v="3330" actId="20577"/>
          <ac:spMkLst>
            <pc:docMk/>
            <pc:sldMk cId="1199209444" sldId="296"/>
            <ac:spMk id="2" creationId="{EDFEF7C8-492A-66D8-4EDD-FCD4BC6F31BA}"/>
          </ac:spMkLst>
        </pc:spChg>
        <pc:spChg chg="mod">
          <ac:chgData name="Toby Donaldson" userId="2e6e5431-bb17-4c41-9985-d39c50d83c73" providerId="ADAL" clId="{7F9681A8-EEE2-56F4-9B39-ECCBEE0471AC}" dt="2026-01-09T04:54:49.522" v="3341" actId="20577"/>
          <ac:spMkLst>
            <pc:docMk/>
            <pc:sldMk cId="1199209444" sldId="296"/>
            <ac:spMk id="3" creationId="{672D534C-E98D-5CDF-E0CF-1912BA9714DC}"/>
          </ac:spMkLst>
        </pc:spChg>
        <pc:spChg chg="mod">
          <ac:chgData name="Toby Donaldson" userId="2e6e5431-bb17-4c41-9985-d39c50d83c73" providerId="ADAL" clId="{7F9681A8-EEE2-56F4-9B39-ECCBEE0471AC}" dt="2026-01-09T05:02:24.561" v="4104" actId="20577"/>
          <ac:spMkLst>
            <pc:docMk/>
            <pc:sldMk cId="1199209444" sldId="296"/>
            <ac:spMk id="4" creationId="{4B5E83DF-E630-B4B9-48A3-EDA90271E098}"/>
          </ac:spMkLst>
        </pc:spChg>
        <pc:spChg chg="mod">
          <ac:chgData name="Toby Donaldson" userId="2e6e5431-bb17-4c41-9985-d39c50d83c73" providerId="ADAL" clId="{7F9681A8-EEE2-56F4-9B39-ECCBEE0471AC}" dt="2026-01-09T04:55:03.097" v="3379" actId="20577"/>
          <ac:spMkLst>
            <pc:docMk/>
            <pc:sldMk cId="1199209444" sldId="296"/>
            <ac:spMk id="5" creationId="{05F06D98-B040-10EC-ABCF-9F1FBECEE26A}"/>
          </ac:spMkLst>
        </pc:spChg>
        <pc:spChg chg="mod">
          <ac:chgData name="Toby Donaldson" userId="2e6e5431-bb17-4c41-9985-d39c50d83c73" providerId="ADAL" clId="{7F9681A8-EEE2-56F4-9B39-ECCBEE0471AC}" dt="2026-01-09T05:02:28.881" v="4105" actId="20577"/>
          <ac:spMkLst>
            <pc:docMk/>
            <pc:sldMk cId="1199209444" sldId="296"/>
            <ac:spMk id="6" creationId="{4BAAA3DD-8E13-2F5C-4CA5-4C072ECDD8B6}"/>
          </ac:spMkLst>
        </pc:spChg>
        <pc:spChg chg="mod">
          <ac:chgData name="Toby Donaldson" userId="2e6e5431-bb17-4c41-9985-d39c50d83c73" providerId="ADAL" clId="{7F9681A8-EEE2-56F4-9B39-ECCBEE0471AC}" dt="2026-01-09T04:57:05.971" v="3626" actId="20577"/>
          <ac:spMkLst>
            <pc:docMk/>
            <pc:sldMk cId="1199209444" sldId="296"/>
            <ac:spMk id="7" creationId="{476FB4B0-D792-46FF-228A-B49A78142BAA}"/>
          </ac:spMkLst>
        </pc:spChg>
        <pc:spChg chg="add del mod">
          <ac:chgData name="Toby Donaldson" userId="2e6e5431-bb17-4c41-9985-d39c50d83c73" providerId="ADAL" clId="{7F9681A8-EEE2-56F4-9B39-ECCBEE0471AC}" dt="2026-01-09T05:02:19.358" v="4103" actId="21"/>
          <ac:spMkLst>
            <pc:docMk/>
            <pc:sldMk cId="1199209444" sldId="296"/>
            <ac:spMk id="9" creationId="{1A03043C-E867-5911-04E6-403407E46B5D}"/>
          </ac:spMkLst>
        </pc:spChg>
        <pc:spChg chg="add del mod">
          <ac:chgData name="Toby Donaldson" userId="2e6e5431-bb17-4c41-9985-d39c50d83c73" providerId="ADAL" clId="{7F9681A8-EEE2-56F4-9B39-ECCBEE0471AC}" dt="2026-01-09T05:02:19.358" v="4103" actId="21"/>
          <ac:spMkLst>
            <pc:docMk/>
            <pc:sldMk cId="1199209444" sldId="296"/>
            <ac:spMk id="10" creationId="{D7213FC5-BC78-EFF4-6B71-22739DAA253D}"/>
          </ac:spMkLst>
        </pc:spChg>
      </pc:sldChg>
      <pc:sldChg chg="delSp modSp add mod">
        <pc:chgData name="Toby Donaldson" userId="2e6e5431-bb17-4c41-9985-d39c50d83c73" providerId="ADAL" clId="{7F9681A8-EEE2-56F4-9B39-ECCBEE0471AC}" dt="2026-01-09T05:02:57.605" v="4109" actId="20577"/>
        <pc:sldMkLst>
          <pc:docMk/>
          <pc:sldMk cId="3142749539" sldId="297"/>
        </pc:sldMkLst>
        <pc:spChg chg="mod">
          <ac:chgData name="Toby Donaldson" userId="2e6e5431-bb17-4c41-9985-d39c50d83c73" providerId="ADAL" clId="{7F9681A8-EEE2-56F4-9B39-ECCBEE0471AC}" dt="2026-01-09T05:02:57.605" v="4109" actId="20577"/>
          <ac:spMkLst>
            <pc:docMk/>
            <pc:sldMk cId="3142749539" sldId="297"/>
            <ac:spMk id="6" creationId="{A8D0E90C-FF97-C6A6-1AC5-87BD075D7E65}"/>
          </ac:spMkLst>
        </pc:spChg>
        <pc:spChg chg="del">
          <ac:chgData name="Toby Donaldson" userId="2e6e5431-bb17-4c41-9985-d39c50d83c73" providerId="ADAL" clId="{7F9681A8-EEE2-56F4-9B39-ECCBEE0471AC}" dt="2026-01-09T05:02:44.887" v="4107" actId="21"/>
          <ac:spMkLst>
            <pc:docMk/>
            <pc:sldMk cId="3142749539" sldId="297"/>
            <ac:spMk id="9" creationId="{B7868216-29A0-0906-0651-25FADED42588}"/>
          </ac:spMkLst>
        </pc:spChg>
        <pc:spChg chg="del">
          <ac:chgData name="Toby Donaldson" userId="2e6e5431-bb17-4c41-9985-d39c50d83c73" providerId="ADAL" clId="{7F9681A8-EEE2-56F4-9B39-ECCBEE0471AC}" dt="2026-01-09T05:02:44.887" v="4107" actId="21"/>
          <ac:spMkLst>
            <pc:docMk/>
            <pc:sldMk cId="3142749539" sldId="297"/>
            <ac:spMk id="10" creationId="{A15AC536-BDE6-BAFC-4EEA-9311439A64EC}"/>
          </ac:spMkLst>
        </pc:spChg>
      </pc:sldChg>
      <pc:sldChg chg="add">
        <pc:chgData name="Toby Donaldson" userId="2e6e5431-bb17-4c41-9985-d39c50d83c73" providerId="ADAL" clId="{7F9681A8-EEE2-56F4-9B39-ECCBEE0471AC}" dt="2026-01-09T05:02:40.552" v="4106" actId="2890"/>
        <pc:sldMkLst>
          <pc:docMk/>
          <pc:sldMk cId="1367215302" sldId="298"/>
        </pc:sldMkLst>
      </pc:sldChg>
      <pc:sldChg chg="add">
        <pc:chgData name="Toby Donaldson" userId="2e6e5431-bb17-4c41-9985-d39c50d83c73" providerId="ADAL" clId="{7F9681A8-EEE2-56F4-9B39-ECCBEE0471AC}" dt="2026-01-09T05:02:51.486" v="4108" actId="2890"/>
        <pc:sldMkLst>
          <pc:docMk/>
          <pc:sldMk cId="3817808022" sldId="299"/>
        </pc:sldMkLst>
      </pc:sldChg>
      <pc:sldChg chg="addSp delSp modSp new mod">
        <pc:chgData name="Toby Donaldson" userId="2e6e5431-bb17-4c41-9985-d39c50d83c73" providerId="ADAL" clId="{7F9681A8-EEE2-56F4-9B39-ECCBEE0471AC}" dt="2026-01-09T05:27:05.359" v="5608" actId="113"/>
        <pc:sldMkLst>
          <pc:docMk/>
          <pc:sldMk cId="1860893021" sldId="300"/>
        </pc:sldMkLst>
        <pc:spChg chg="mod">
          <ac:chgData name="Toby Donaldson" userId="2e6e5431-bb17-4c41-9985-d39c50d83c73" providerId="ADAL" clId="{7F9681A8-EEE2-56F4-9B39-ECCBEE0471AC}" dt="2026-01-09T05:03:48.932" v="4139" actId="20577"/>
          <ac:spMkLst>
            <pc:docMk/>
            <pc:sldMk cId="1860893021" sldId="300"/>
            <ac:spMk id="2" creationId="{E12A7A9C-4CB7-4092-99EA-F1E875203908}"/>
          </ac:spMkLst>
        </pc:spChg>
        <pc:spChg chg="mod">
          <ac:chgData name="Toby Donaldson" userId="2e6e5431-bb17-4c41-9985-d39c50d83c73" providerId="ADAL" clId="{7F9681A8-EEE2-56F4-9B39-ECCBEE0471AC}" dt="2026-01-09T05:04:42.561" v="4363" actId="113"/>
          <ac:spMkLst>
            <pc:docMk/>
            <pc:sldMk cId="1860893021" sldId="300"/>
            <ac:spMk id="3" creationId="{0F2F8809-0BEB-6C74-7D8A-3FDE299A07E1}"/>
          </ac:spMkLst>
        </pc:spChg>
        <pc:spChg chg="add mod">
          <ac:chgData name="Toby Donaldson" userId="2e6e5431-bb17-4c41-9985-d39c50d83c73" providerId="ADAL" clId="{7F9681A8-EEE2-56F4-9B39-ECCBEE0471AC}" dt="2026-01-09T05:12:47.393" v="4580" actId="20577"/>
          <ac:spMkLst>
            <pc:docMk/>
            <pc:sldMk cId="1860893021" sldId="300"/>
            <ac:spMk id="10" creationId="{43021DBF-E103-63C1-708E-CC5C13E2BFF8}"/>
          </ac:spMkLst>
        </pc:spChg>
        <pc:spChg chg="add mod">
          <ac:chgData name="Toby Donaldson" userId="2e6e5431-bb17-4c41-9985-d39c50d83c73" providerId="ADAL" clId="{7F9681A8-EEE2-56F4-9B39-ECCBEE0471AC}" dt="2026-01-09T05:13:20.559" v="4592" actId="692"/>
          <ac:spMkLst>
            <pc:docMk/>
            <pc:sldMk cId="1860893021" sldId="300"/>
            <ac:spMk id="13" creationId="{DC28ADE2-312C-9E7C-33A0-A059F7CE3F57}"/>
          </ac:spMkLst>
        </pc:spChg>
        <pc:spChg chg="add mod">
          <ac:chgData name="Toby Donaldson" userId="2e6e5431-bb17-4c41-9985-d39c50d83c73" providerId="ADAL" clId="{7F9681A8-EEE2-56F4-9B39-ECCBEE0471AC}" dt="2026-01-09T05:27:05.359" v="5608" actId="113"/>
          <ac:spMkLst>
            <pc:docMk/>
            <pc:sldMk cId="1860893021" sldId="300"/>
            <ac:spMk id="14" creationId="{DA3DAA90-A35A-F059-7BBC-44356A895806}"/>
          </ac:spMkLst>
        </pc:spChg>
        <pc:picChg chg="add del mod">
          <ac:chgData name="Toby Donaldson" userId="2e6e5431-bb17-4c41-9985-d39c50d83c73" providerId="ADAL" clId="{7F9681A8-EEE2-56F4-9B39-ECCBEE0471AC}" dt="2026-01-09T05:05:51.801" v="4368" actId="21"/>
          <ac:picMkLst>
            <pc:docMk/>
            <pc:sldMk cId="1860893021" sldId="300"/>
            <ac:picMk id="7" creationId="{A26A53F6-A1AB-074D-746D-215458C74672}"/>
          </ac:picMkLst>
        </pc:picChg>
        <pc:picChg chg="add del mod">
          <ac:chgData name="Toby Donaldson" userId="2e6e5431-bb17-4c41-9985-d39c50d83c73" providerId="ADAL" clId="{7F9681A8-EEE2-56F4-9B39-ECCBEE0471AC}" dt="2026-01-09T05:11:23.804" v="4508" actId="21"/>
          <ac:picMkLst>
            <pc:docMk/>
            <pc:sldMk cId="1860893021" sldId="300"/>
            <ac:picMk id="9" creationId="{FDBEDD9A-6A90-94F1-6073-06AE6400F6BD}"/>
          </ac:picMkLst>
        </pc:picChg>
        <pc:picChg chg="add mod">
          <ac:chgData name="Toby Donaldson" userId="2e6e5431-bb17-4c41-9985-d39c50d83c73" providerId="ADAL" clId="{7F9681A8-EEE2-56F4-9B39-ECCBEE0471AC}" dt="2026-01-09T05:12:17.189" v="4519" actId="1076"/>
          <ac:picMkLst>
            <pc:docMk/>
            <pc:sldMk cId="1860893021" sldId="300"/>
            <ac:picMk id="12" creationId="{B78A35B8-4601-FBEC-1A69-331D9990DFA1}"/>
          </ac:picMkLst>
        </pc:picChg>
        <pc:picChg chg="add del mod">
          <ac:chgData name="Toby Donaldson" userId="2e6e5431-bb17-4c41-9985-d39c50d83c73" providerId="ADAL" clId="{7F9681A8-EEE2-56F4-9B39-ECCBEE0471AC}" dt="2026-01-09T05:15:40.024" v="4697" actId="21"/>
          <ac:picMkLst>
            <pc:docMk/>
            <pc:sldMk cId="1860893021" sldId="300"/>
            <ac:picMk id="16" creationId="{D4149726-658D-FF92-4837-FF7CF4845EEC}"/>
          </ac:picMkLst>
        </pc:picChg>
      </pc:sldChg>
      <pc:sldChg chg="new del">
        <pc:chgData name="Toby Donaldson" userId="2e6e5431-bb17-4c41-9985-d39c50d83c73" providerId="ADAL" clId="{7F9681A8-EEE2-56F4-9B39-ECCBEE0471AC}" dt="2026-01-09T05:03:31.605" v="4111" actId="680"/>
        <pc:sldMkLst>
          <pc:docMk/>
          <pc:sldMk cId="4098900821" sldId="300"/>
        </pc:sldMkLst>
      </pc:sldChg>
      <pc:sldChg chg="addSp delSp modSp add mod ord">
        <pc:chgData name="Toby Donaldson" userId="2e6e5431-bb17-4c41-9985-d39c50d83c73" providerId="ADAL" clId="{7F9681A8-EEE2-56F4-9B39-ECCBEE0471AC}" dt="2026-01-09T05:11:20.412" v="4507" actId="20578"/>
        <pc:sldMkLst>
          <pc:docMk/>
          <pc:sldMk cId="2036232656" sldId="301"/>
        </pc:sldMkLst>
        <pc:picChg chg="add mod">
          <ac:chgData name="Toby Donaldson" userId="2e6e5431-bb17-4c41-9985-d39c50d83c73" providerId="ADAL" clId="{7F9681A8-EEE2-56F4-9B39-ECCBEE0471AC}" dt="2026-01-09T05:11:12.761" v="4506" actId="1076"/>
          <ac:picMkLst>
            <pc:docMk/>
            <pc:sldMk cId="2036232656" sldId="301"/>
            <ac:picMk id="7" creationId="{64BC810F-C207-629A-C7C8-5AFA0AFBB2A5}"/>
          </ac:picMkLst>
        </pc:picChg>
        <pc:picChg chg="del">
          <ac:chgData name="Toby Donaldson" userId="2e6e5431-bb17-4c41-9985-d39c50d83c73" providerId="ADAL" clId="{7F9681A8-EEE2-56F4-9B39-ECCBEE0471AC}" dt="2026-01-09T05:10:53.505" v="4502" actId="21"/>
          <ac:picMkLst>
            <pc:docMk/>
            <pc:sldMk cId="2036232656" sldId="301"/>
            <ac:picMk id="9" creationId="{6A23988F-B2F8-B958-A488-E1E7264BA478}"/>
          </ac:picMkLst>
        </pc:picChg>
      </pc:sldChg>
      <pc:sldChg chg="addSp delSp modSp add mod">
        <pc:chgData name="Toby Donaldson" userId="2e6e5431-bb17-4c41-9985-d39c50d83c73" providerId="ADAL" clId="{7F9681A8-EEE2-56F4-9B39-ECCBEE0471AC}" dt="2026-01-09T05:23:18.687" v="5170" actId="21"/>
        <pc:sldMkLst>
          <pc:docMk/>
          <pc:sldMk cId="1528934231" sldId="302"/>
        </pc:sldMkLst>
        <pc:spChg chg="del">
          <ac:chgData name="Toby Donaldson" userId="2e6e5431-bb17-4c41-9985-d39c50d83c73" providerId="ADAL" clId="{7F9681A8-EEE2-56F4-9B39-ECCBEE0471AC}" dt="2026-01-09T05:16:39.146" v="4710" actId="21"/>
          <ac:spMkLst>
            <pc:docMk/>
            <pc:sldMk cId="1528934231" sldId="302"/>
            <ac:spMk id="2" creationId="{636E017E-17A1-B83A-7FE8-50BC276B049F}"/>
          </ac:spMkLst>
        </pc:spChg>
        <pc:spChg chg="del">
          <ac:chgData name="Toby Donaldson" userId="2e6e5431-bb17-4c41-9985-d39c50d83c73" providerId="ADAL" clId="{7F9681A8-EEE2-56F4-9B39-ECCBEE0471AC}" dt="2026-01-09T05:15:49.027" v="4698" actId="21"/>
          <ac:spMkLst>
            <pc:docMk/>
            <pc:sldMk cId="1528934231" sldId="302"/>
            <ac:spMk id="3" creationId="{9AC02CD1-F131-C09D-7211-D6A59764FDEF}"/>
          </ac:spMkLst>
        </pc:spChg>
        <pc:spChg chg="add del mod">
          <ac:chgData name="Toby Donaldson" userId="2e6e5431-bb17-4c41-9985-d39c50d83c73" providerId="ADAL" clId="{7F9681A8-EEE2-56F4-9B39-ECCBEE0471AC}" dt="2026-01-09T05:15:51.813" v="4699" actId="21"/>
          <ac:spMkLst>
            <pc:docMk/>
            <pc:sldMk cId="1528934231" sldId="302"/>
            <ac:spMk id="7" creationId="{D50C6232-4AC0-D8E4-2D6B-07122FE7F6AB}"/>
          </ac:spMkLst>
        </pc:spChg>
        <pc:spChg chg="add del mod">
          <ac:chgData name="Toby Donaldson" userId="2e6e5431-bb17-4c41-9985-d39c50d83c73" providerId="ADAL" clId="{7F9681A8-EEE2-56F4-9B39-ECCBEE0471AC}" dt="2026-01-09T05:16:41.900" v="4711" actId="21"/>
          <ac:spMkLst>
            <pc:docMk/>
            <pc:sldMk cId="1528934231" sldId="302"/>
            <ac:spMk id="9" creationId="{9E9B01F5-E9EC-2CE3-C50A-337DE7486AD0}"/>
          </ac:spMkLst>
        </pc:spChg>
        <pc:spChg chg="del mod">
          <ac:chgData name="Toby Donaldson" userId="2e6e5431-bb17-4c41-9985-d39c50d83c73" providerId="ADAL" clId="{7F9681A8-EEE2-56F4-9B39-ECCBEE0471AC}" dt="2026-01-09T05:15:59.330" v="4702" actId="21"/>
          <ac:spMkLst>
            <pc:docMk/>
            <pc:sldMk cId="1528934231" sldId="302"/>
            <ac:spMk id="10" creationId="{922433F6-0753-6601-F81D-3AC70A77BB5B}"/>
          </ac:spMkLst>
        </pc:spChg>
        <pc:spChg chg="mod">
          <ac:chgData name="Toby Donaldson" userId="2e6e5431-bb17-4c41-9985-d39c50d83c73" providerId="ADAL" clId="{7F9681A8-EEE2-56F4-9B39-ECCBEE0471AC}" dt="2026-01-09T05:19:24.058" v="4934" actId="1076"/>
          <ac:spMkLst>
            <pc:docMk/>
            <pc:sldMk cId="1528934231" sldId="302"/>
            <ac:spMk id="13" creationId="{9C7CC7AE-3C95-7FA5-5CA9-FDA369FAD445}"/>
          </ac:spMkLst>
        </pc:spChg>
        <pc:spChg chg="mod">
          <ac:chgData name="Toby Donaldson" userId="2e6e5431-bb17-4c41-9985-d39c50d83c73" providerId="ADAL" clId="{7F9681A8-EEE2-56F4-9B39-ECCBEE0471AC}" dt="2026-01-09T05:19:57.274" v="4938" actId="1076"/>
          <ac:spMkLst>
            <pc:docMk/>
            <pc:sldMk cId="1528934231" sldId="302"/>
            <ac:spMk id="14" creationId="{5FC29D69-6E12-1536-59D4-6FB3780CF943}"/>
          </ac:spMkLst>
        </pc:spChg>
        <pc:spChg chg="add mod">
          <ac:chgData name="Toby Donaldson" userId="2e6e5431-bb17-4c41-9985-d39c50d83c73" providerId="ADAL" clId="{7F9681A8-EEE2-56F4-9B39-ECCBEE0471AC}" dt="2026-01-09T05:21:45.376" v="5075" actId="1076"/>
          <ac:spMkLst>
            <pc:docMk/>
            <pc:sldMk cId="1528934231" sldId="302"/>
            <ac:spMk id="19" creationId="{901448C0-7596-2570-4BD1-E97D82C22DC0}"/>
          </ac:spMkLst>
        </pc:spChg>
        <pc:spChg chg="add mod">
          <ac:chgData name="Toby Donaldson" userId="2e6e5431-bb17-4c41-9985-d39c50d83c73" providerId="ADAL" clId="{7F9681A8-EEE2-56F4-9B39-ECCBEE0471AC}" dt="2026-01-09T05:21:14.310" v="5071" actId="14100"/>
          <ac:spMkLst>
            <pc:docMk/>
            <pc:sldMk cId="1528934231" sldId="302"/>
            <ac:spMk id="20" creationId="{798A1A65-A58C-2CA5-7651-032B783ABA43}"/>
          </ac:spMkLst>
        </pc:spChg>
        <pc:spChg chg="add del mod">
          <ac:chgData name="Toby Donaldson" userId="2e6e5431-bb17-4c41-9985-d39c50d83c73" providerId="ADAL" clId="{7F9681A8-EEE2-56F4-9B39-ECCBEE0471AC}" dt="2026-01-09T05:23:18.687" v="5170" actId="21"/>
          <ac:spMkLst>
            <pc:docMk/>
            <pc:sldMk cId="1528934231" sldId="302"/>
            <ac:spMk id="25" creationId="{E89D65BD-17F5-5330-0EAD-AD0C4774837F}"/>
          </ac:spMkLst>
        </pc:spChg>
        <pc:picChg chg="del mod">
          <ac:chgData name="Toby Donaldson" userId="2e6e5431-bb17-4c41-9985-d39c50d83c73" providerId="ADAL" clId="{7F9681A8-EEE2-56F4-9B39-ECCBEE0471AC}" dt="2026-01-09T05:17:56.666" v="4728" actId="21"/>
          <ac:picMkLst>
            <pc:docMk/>
            <pc:sldMk cId="1528934231" sldId="302"/>
            <ac:picMk id="12" creationId="{BEA879E0-DE3B-D8E1-16EF-A52EFEF1FFC9}"/>
          </ac:picMkLst>
        </pc:picChg>
        <pc:picChg chg="add mod">
          <ac:chgData name="Toby Donaldson" userId="2e6e5431-bb17-4c41-9985-d39c50d83c73" providerId="ADAL" clId="{7F9681A8-EEE2-56F4-9B39-ECCBEE0471AC}" dt="2026-01-09T05:18:00.892" v="4729" actId="1076"/>
          <ac:picMkLst>
            <pc:docMk/>
            <pc:sldMk cId="1528934231" sldId="302"/>
            <ac:picMk id="15" creationId="{0DF462B4-DAD3-22B4-7CDB-E82C62D4A135}"/>
          </ac:picMkLst>
        </pc:picChg>
        <pc:picChg chg="mod">
          <ac:chgData name="Toby Donaldson" userId="2e6e5431-bb17-4c41-9985-d39c50d83c73" providerId="ADAL" clId="{7F9681A8-EEE2-56F4-9B39-ECCBEE0471AC}" dt="2026-01-09T05:17:07.591" v="4719" actId="14100"/>
          <ac:picMkLst>
            <pc:docMk/>
            <pc:sldMk cId="1528934231" sldId="302"/>
            <ac:picMk id="16" creationId="{390A2E7F-0B22-635E-5589-C97ECB3BB07A}"/>
          </ac:picMkLst>
        </pc:picChg>
        <pc:cxnChg chg="add mod">
          <ac:chgData name="Toby Donaldson" userId="2e6e5431-bb17-4c41-9985-d39c50d83c73" providerId="ADAL" clId="{7F9681A8-EEE2-56F4-9B39-ECCBEE0471AC}" dt="2026-01-09T05:19:57.274" v="4938" actId="1076"/>
          <ac:cxnSpMkLst>
            <pc:docMk/>
            <pc:sldMk cId="1528934231" sldId="302"/>
            <ac:cxnSpMk id="18" creationId="{BCBE47A2-7A78-30C3-A568-305796F12063}"/>
          </ac:cxnSpMkLst>
        </pc:cxnChg>
        <pc:cxnChg chg="add mod">
          <ac:chgData name="Toby Donaldson" userId="2e6e5431-bb17-4c41-9985-d39c50d83c73" providerId="ADAL" clId="{7F9681A8-EEE2-56F4-9B39-ECCBEE0471AC}" dt="2026-01-09T05:21:51.794" v="5076" actId="14100"/>
          <ac:cxnSpMkLst>
            <pc:docMk/>
            <pc:sldMk cId="1528934231" sldId="302"/>
            <ac:cxnSpMk id="21" creationId="{221F58B3-24F0-6A79-FE85-04D2F13CA48C}"/>
          </ac:cxnSpMkLst>
        </pc:cxnChg>
      </pc:sldChg>
      <pc:sldChg chg="add">
        <pc:chgData name="Toby Donaldson" userId="2e6e5431-bb17-4c41-9985-d39c50d83c73" providerId="ADAL" clId="{7F9681A8-EEE2-56F4-9B39-ECCBEE0471AC}" dt="2026-01-09T05:23:14.475" v="5169" actId="2890"/>
        <pc:sldMkLst>
          <pc:docMk/>
          <pc:sldMk cId="151745075" sldId="303"/>
        </pc:sldMkLst>
      </pc:sldChg>
      <pc:sldChg chg="modSp new mod">
        <pc:chgData name="Toby Donaldson" userId="2e6e5431-bb17-4c41-9985-d39c50d83c73" providerId="ADAL" clId="{7F9681A8-EEE2-56F4-9B39-ECCBEE0471AC}" dt="2026-01-09T05:25:36.420" v="5601" actId="2711"/>
        <pc:sldMkLst>
          <pc:docMk/>
          <pc:sldMk cId="2291307079" sldId="304"/>
        </pc:sldMkLst>
        <pc:spChg chg="mod">
          <ac:chgData name="Toby Donaldson" userId="2e6e5431-bb17-4c41-9985-d39c50d83c73" providerId="ADAL" clId="{7F9681A8-EEE2-56F4-9B39-ECCBEE0471AC}" dt="2026-01-09T05:24:02.681" v="5256" actId="20577"/>
          <ac:spMkLst>
            <pc:docMk/>
            <pc:sldMk cId="2291307079" sldId="304"/>
            <ac:spMk id="2" creationId="{9F1D8AED-E3F4-6068-2FCF-10943165515A}"/>
          </ac:spMkLst>
        </pc:spChg>
        <pc:spChg chg="mod">
          <ac:chgData name="Toby Donaldson" userId="2e6e5431-bb17-4c41-9985-d39c50d83c73" providerId="ADAL" clId="{7F9681A8-EEE2-56F4-9B39-ECCBEE0471AC}" dt="2026-01-09T05:25:36.420" v="5601" actId="2711"/>
          <ac:spMkLst>
            <pc:docMk/>
            <pc:sldMk cId="2291307079" sldId="304"/>
            <ac:spMk id="3" creationId="{0BEF9544-9E9A-73D6-BF8C-C82350813AEA}"/>
          </ac:spMkLst>
        </pc:spChg>
      </pc:sldChg>
      <pc:sldMasterChg chg="modSldLayout">
        <pc:chgData name="Toby Donaldson" userId="2e6e5431-bb17-4c41-9985-d39c50d83c73" providerId="ADAL" clId="{7F9681A8-EEE2-56F4-9B39-ECCBEE0471AC}" dt="2026-01-09T04:56:49.983" v="3612" actId="20577"/>
        <pc:sldMasterMkLst>
          <pc:docMk/>
          <pc:sldMasterMk cId="2553497440" sldId="2147483672"/>
        </pc:sldMasterMkLst>
        <pc:sldLayoutChg chg="modSp mod">
          <pc:chgData name="Toby Donaldson" userId="2e6e5431-bb17-4c41-9985-d39c50d83c73" providerId="ADAL" clId="{7F9681A8-EEE2-56F4-9B39-ECCBEE0471AC}" dt="2026-01-09T04:56:49.983" v="3612" actId="20577"/>
          <pc:sldLayoutMkLst>
            <pc:docMk/>
            <pc:sldMasterMk cId="2553497440" sldId="2147483672"/>
            <pc:sldLayoutMk cId="1239562826" sldId="2147483677"/>
          </pc:sldLayoutMkLst>
          <pc:spChg chg="mod">
            <ac:chgData name="Toby Donaldson" userId="2e6e5431-bb17-4c41-9985-d39c50d83c73" providerId="ADAL" clId="{7F9681A8-EEE2-56F4-9B39-ECCBEE0471AC}" dt="2026-01-09T04:56:49.983" v="3612" actId="20577"/>
            <ac:spMkLst>
              <pc:docMk/>
              <pc:sldMasterMk cId="2553497440" sldId="2147483672"/>
              <pc:sldLayoutMk cId="1239562826" sldId="2147483677"/>
              <ac:spMk id="8" creationId="{F10173F0-2281-2C74-CB42-BB0266BAE2A8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A0E10153-954E-4A8F-A722-5AC9ABA3901A}" type="datetimeFigureOut">
              <a:rPr lang="en-AU" smtClean="0"/>
              <a:t>8/1/2026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74E5F7A9-63B9-4E24-B438-D1C829BA58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512691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17F8E-60C8-909D-5C8F-4F852E852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E9F26-E5B4-DEFC-801F-3C2725FC7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46A221-3E5B-9938-E860-7BCAC9FAB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8D517-DBB2-4332-945E-AD3C5BA5B888}" type="datetime1">
              <a:rPr lang="en-AU" smtClean="0"/>
              <a:t>8/1/2026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71861-98D9-E0EF-622D-B1F5B7DFD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30D173-F12E-E8EB-88DE-392D9F21C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58102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DF85E-7CDD-3BA6-296F-5018A28A4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753434-96DF-64A3-CA25-00A03B692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5E906-3C8F-DF9A-EB07-F76A60505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A6E76A-F54E-4C13-B66A-BE7727C8D4EA}" type="datetime1">
              <a:rPr lang="en-AU" smtClean="0"/>
              <a:t>8/1/2026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90DC99-D342-9108-E12D-1EE6FC6C1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0C922C-3F15-C081-A98C-119065DDF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148211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63676-B2FD-91F0-38B3-7613D4862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1DF2FF-3D73-9E93-AA8D-7F65F3CB9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CB9C2-C15F-A293-C450-430C89DDE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27081-49D7-46AA-8800-66D1AE9542B1}" type="datetime1">
              <a:rPr lang="en-AU" smtClean="0"/>
              <a:t>8/1/2026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27D4C5-36A4-069A-B998-48F8313C6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CD5A82-B5A3-195B-3643-58F88940F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64175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6E9B1-F78C-3970-61BF-46869C5E3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43F26-35BF-F66B-F3F0-C5CA475C27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8F70BF-027A-FBDF-9379-65996A7B50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44DA0-3847-5457-3CC4-7E10C719B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41084E-2C29-4B82-BFED-E0DC1103E2F9}" type="datetime1">
              <a:rPr lang="en-AU" smtClean="0"/>
              <a:t>8/1/2026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2BC5A4-525C-D593-4448-9D95EFD63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348A34-37AB-ACC1-5C48-2A1DD738B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299355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3BDAD-5CF9-1556-2A10-D2DF9F749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B332AF-5F71-9058-63AB-4F06297C07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0E692F-3F27-8879-0429-0BACA8608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3F19F4-F0DE-DAE5-497A-8D0375FA06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8288C3-0CC6-8B24-7349-15F59D789E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15FA58-D3A9-3370-E43A-D53F026A7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45278-0D79-408C-ABD2-8FC7FF99DDDA}" type="datetime1">
              <a:rPr lang="en-AU" smtClean="0"/>
              <a:t>8/1/2026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0173F0-2281-2C74-CB42-BB0266BAE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Spring 2026, Instructor: T. Donaldson</a:t>
            </a:r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22A0B4-4EC6-EC59-4456-0F90A11C4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39562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93985-4F7E-D411-2855-67DC6F84D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E050E0-41B3-65AA-0E7B-CDA308610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F4824-001C-4BA8-80F6-D9AB060E0D56}" type="datetime1">
              <a:rPr lang="en-AU" smtClean="0"/>
              <a:t>8/1/2026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85111A-8D6D-CEE1-F97C-3FBF9DAB1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8AD7D3-D832-06CF-B2AB-4BC1AE5E4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4673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6F0F17-383F-306F-1079-5CF988EA1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54276F-9E52-4A18-8F2D-F5D79C5C39B8}" type="datetime1">
              <a:rPr lang="en-AU" smtClean="0"/>
              <a:t>8/1/2026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ADA408-93EA-F071-05F3-1F5DA70AD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2C110-64FD-8845-DD8C-84AE4DBB2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84474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41F39-AA81-7153-0EAE-B5EC67AA5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B52F1-D882-87BA-D986-1DC09BCAD6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93E801-E025-1729-9C15-3BC2B9CB04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49CEE3-87D3-B5A1-6EB6-E55A77F08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F97A6-D494-4F95-AEAE-6EE051B57900}" type="datetime1">
              <a:rPr lang="en-AU" smtClean="0"/>
              <a:t>8/1/2026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8DEBA8-77C1-587C-84F0-6BAA53BCF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1DCBA-4250-D35E-46DD-412DB82AE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2467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96258-8AAE-BE7C-5231-903B36E38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9BA626-D476-4DDC-A7DB-B992124CCD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05FDD7-00AA-0175-0F50-488E0C42CA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9C3628-21D1-4375-1560-446E74465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94FBA1-2132-4E79-84C3-971417F7A4B3}" type="datetime1">
              <a:rPr lang="en-AU" smtClean="0"/>
              <a:t>8/1/2026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CB38AE-99DF-0F04-482E-0890B1C35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FAE2C4-4CE5-E062-DA36-B6B3763DD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733977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F0F63-462A-F352-F9A9-7381D193E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AEB1E3-50B1-EA40-E045-4C426784EE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23F6FA-B5EE-439C-0968-7BE144E31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03F8-7D40-45E7-BA2A-220D92D7CE1A}" type="datetime1">
              <a:rPr lang="en-AU" smtClean="0"/>
              <a:t>8/1/2026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09EAE-C8E3-C604-2164-04A821FCD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BB9D57-4B0F-3CF4-638B-5008EC032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73069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1778A4-AB89-640D-BC08-28C5A7FC6B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3F5D09-90C6-4D6C-62F9-9766823203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7695D-985F-9258-D841-83AC79217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BFC2-4AFE-4460-A0F3-12919975E3A5}" type="datetime1">
              <a:rPr lang="en-AU" smtClean="0"/>
              <a:t>8/1/2026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2D25A0-60EE-E806-E1FC-9D654EA04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92F16-6057-78E1-DA8B-88ABB6F34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220979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FCC741-E42D-BFA6-D716-E30E248AC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A562B2-2421-4E95-F3F8-FD60580DDD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B4F023-08B9-52B6-AE72-FF93FBF1E9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77AB6B-F43A-48BB-A6DE-16D3836505C7}" type="datetime1">
              <a:rPr lang="en-AU" smtClean="0"/>
              <a:t>8/1/2026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50D046-EC3A-60C7-C3D4-2A2876C27E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2A4A0-351F-23D9-AC66-DB48081282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53497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D9ADD-81D9-8AD3-B1E8-83FBFB12B4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Interacting with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DF6040-9517-F271-5D34-EDAA9A6C582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CMPT 120</a:t>
            </a:r>
          </a:p>
          <a:p>
            <a:r>
              <a:rPr lang="en-US"/>
              <a:t>Spring 2026</a:t>
            </a:r>
          </a:p>
          <a:p>
            <a:r>
              <a:rPr lang="en-US"/>
              <a:t>SFU Burnaby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76C859-03C2-A494-4525-2B1E1229A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Spring 2026, Instructor: T. Donaldson</a:t>
            </a:r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1A2CE1-3590-AB28-84FF-B6AB6586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144294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EF7C8-492A-66D8-4EDD-FCD4BC6F3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 Ways of Interacting with Python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2D534C-E98D-5CDF-E0CF-1912BA971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Interpreter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5E83DF-E630-B4B9-48A3-EDA90271E09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F06D98-B040-10EC-ABCF-9F1FBECEE2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Programs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AAA3DD-8E13-2F5C-4CA5-4C072ECDD8B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76FB4B0-D792-46FF-228A-B49A78142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Spring 2026, Instructor: T. Donaldson</a:t>
            </a:r>
            <a:endParaRPr lang="en-AU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9F9196D-CDE8-755E-FF0E-957EAAB82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99209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34D93-C195-5D93-C84B-622C4FFA2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43708-033A-A98B-503C-CE2682912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 Ways of Interacting with Python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BCA594-C0AF-C29E-6805-642B13B2F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Interpreter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2EE055-43AF-186C-7D02-D6C5A8566B6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/>
              <a:t>Evaluate one command at a time</a:t>
            </a:r>
          </a:p>
          <a:p>
            <a:r>
              <a:rPr lang="en-US"/>
              <a:t>Immediate feedback</a:t>
            </a:r>
          </a:p>
          <a:p>
            <a:r>
              <a:rPr lang="en-US"/>
              <a:t>Can evaluate individual expressions</a:t>
            </a:r>
          </a:p>
          <a:p>
            <a:r>
              <a:rPr lang="en-US"/>
              <a:t>Like a super calculator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0A2D99-812C-B702-B63B-57752B23EC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Programs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D0E90C-FF97-C6A6-1AC5-87BD075D7E65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8128096-1F86-5E92-6941-0A732B3A2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Spring 2026, Instructor: T. Donaldson</a:t>
            </a:r>
            <a:endParaRPr lang="en-AU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A98AA90-62B9-7EE7-69B9-2372E0EE0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42749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1884C-7CDE-08B3-5925-605A7DC51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C9FBD-DE7D-D2B2-F656-474268C8E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 Ways of Interacting with Python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32F006-0E80-1DA8-505D-E74D3C80E9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Interpreter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6BE5DF-3DAD-8B2B-A27E-8DE254BEF29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/>
              <a:t>Evaluate one command at a time</a:t>
            </a:r>
          </a:p>
          <a:p>
            <a:r>
              <a:rPr lang="en-US"/>
              <a:t>Immediate feedback</a:t>
            </a:r>
          </a:p>
          <a:p>
            <a:r>
              <a:rPr lang="en-US"/>
              <a:t>Can evaluate individual expressions</a:t>
            </a:r>
          </a:p>
          <a:p>
            <a:r>
              <a:rPr lang="en-US"/>
              <a:t>Like a super calculator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421644-8254-878F-C3BB-1287F9116B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Programs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73A7CD-53DC-69D8-F175-C299F62C054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/>
              <a:t>Write sequences of commands in text files (ending with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err="1">
                <a:latin typeface="Consolas" panose="020B0609020204030204" pitchFamily="49" charset="0"/>
                <a:cs typeface="Consolas" panose="020B0609020204030204" pitchFamily="49" charset="0"/>
              </a:rPr>
              <a:t>py</a:t>
            </a:r>
            <a:r>
              <a:rPr lang="en-US"/>
              <a:t>)</a:t>
            </a:r>
          </a:p>
          <a:p>
            <a:r>
              <a:rPr lang="en-US"/>
              <a:t>The program in these files is called </a:t>
            </a:r>
            <a:r>
              <a:rPr lang="en-US" b="1"/>
              <a:t>source code</a:t>
            </a:r>
          </a:p>
          <a:p>
            <a:r>
              <a:rPr lang="en-US"/>
              <a:t>Python runs them all in sequence</a:t>
            </a:r>
          </a:p>
          <a:p>
            <a:r>
              <a:rPr lang="en-US"/>
              <a:t>Use an editor like IDLE or VS Code etc. to edit the source code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DE9FD4D-C55B-C8B4-17C5-7E1C6CA6D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Spring 2026, Instructor: T. Donaldson</a:t>
            </a:r>
            <a:endParaRPr lang="en-AU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8A81E45-1A71-AEE9-7E70-AA5845A3A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178080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8D69A-46B7-0C34-5E10-CF9D9F99E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E4412-8BF5-A3BB-2792-D96C68C51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 Ways of Interacting with Python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012DBD-9806-71CA-58B7-CCA0EE1D2E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Interpreter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89866B-3FC8-B911-C498-3167E16E871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/>
              <a:t>Evaluate one command at a time</a:t>
            </a:r>
          </a:p>
          <a:p>
            <a:r>
              <a:rPr lang="en-US"/>
              <a:t>Immediate feedback</a:t>
            </a:r>
          </a:p>
          <a:p>
            <a:r>
              <a:rPr lang="en-US"/>
              <a:t>Can evaluate individual expressions</a:t>
            </a:r>
          </a:p>
          <a:p>
            <a:r>
              <a:rPr lang="en-US"/>
              <a:t>Like a super calculator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DBE776-A4DF-BFF6-6FDE-FEF141C56E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Programs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87480B-1C95-A93C-3D2F-E1820A0F4D2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/>
              <a:t>Write sequences of commands in text files (ending with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err="1">
                <a:latin typeface="Consolas" panose="020B0609020204030204" pitchFamily="49" charset="0"/>
                <a:cs typeface="Consolas" panose="020B0609020204030204" pitchFamily="49" charset="0"/>
              </a:rPr>
              <a:t>py</a:t>
            </a:r>
            <a:r>
              <a:rPr lang="en-US"/>
              <a:t>)</a:t>
            </a:r>
          </a:p>
          <a:p>
            <a:r>
              <a:rPr lang="en-US"/>
              <a:t>The program in these files is called </a:t>
            </a:r>
            <a:r>
              <a:rPr lang="en-US" b="1"/>
              <a:t>source code</a:t>
            </a:r>
          </a:p>
          <a:p>
            <a:r>
              <a:rPr lang="en-US"/>
              <a:t>Python runs them all in sequence</a:t>
            </a:r>
          </a:p>
          <a:p>
            <a:r>
              <a:rPr lang="en-US"/>
              <a:t>Use an editor like IDLE or VS Code etc. to edit the source code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1DB58FC-788B-7517-0D65-5429E68D1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Spring 2026, Instructor: T. Donaldson</a:t>
            </a:r>
            <a:endParaRPr lang="en-AU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34A845F-74AF-12B2-6956-65EBDB5F5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5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BF6054-1E0B-A2C5-57C2-0E182E66731B}"/>
              </a:ext>
            </a:extLst>
          </p:cNvPr>
          <p:cNvSpPr txBox="1"/>
          <p:nvPr/>
        </p:nvSpPr>
        <p:spPr>
          <a:xfrm>
            <a:off x="1716631" y="5176837"/>
            <a:ext cx="3140378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Another popular format is a </a:t>
            </a:r>
            <a:r>
              <a:rPr lang="en-US" b="1"/>
              <a:t>notebook</a:t>
            </a:r>
            <a:r>
              <a:rPr lang="en-US"/>
              <a:t>, where Python code and text notes are interspersed.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0C3ACA-B932-3F2F-40C6-C3007387B4F9}"/>
              </a:ext>
            </a:extLst>
          </p:cNvPr>
          <p:cNvSpPr txBox="1"/>
          <p:nvPr/>
        </p:nvSpPr>
        <p:spPr>
          <a:xfrm>
            <a:off x="8849333" y="897552"/>
            <a:ext cx="3140378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In this course we will mainly write programs, but it is often useful to user the interpreter to help write the program.</a:t>
            </a:r>
          </a:p>
        </p:txBody>
      </p:sp>
    </p:spTree>
    <p:extLst>
      <p:ext uri="{BB962C8B-B14F-4D97-AF65-F5344CB8AC3E}">
        <p14:creationId xmlns:p14="http://schemas.microsoft.com/office/powerpoint/2010/main" val="1367215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603D6-97B5-4287-C223-5D4A2A92B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B1573-3787-D01C-DF77-CB7AB528F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IDLE Editor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E4DC1-586C-C77E-A7B7-B689A566D9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IDLE</a:t>
            </a:r>
            <a:r>
              <a:rPr lang="en-US"/>
              <a:t> is the free interpreter and editor that comes with Python</a:t>
            </a:r>
          </a:p>
          <a:p>
            <a:r>
              <a:rPr lang="en-US"/>
              <a:t>Search for and run “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IDLE</a:t>
            </a:r>
            <a:r>
              <a:rPr lang="en-US"/>
              <a:t>” on your computer</a:t>
            </a:r>
          </a:p>
          <a:p>
            <a:pPr lvl="1"/>
            <a:r>
              <a:rPr lang="en-US"/>
              <a:t>If you don’t have it you can install Python from </a:t>
            </a:r>
            <a:r>
              <a:rPr lang="en-US" err="1"/>
              <a:t>www.python.org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239137-D0EA-4F35-8055-0262F60CC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FF11B5-84B4-B7D8-7F6C-C3C124423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6</a:t>
            </a:fld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AA5507-5117-AE33-3061-A75324D6B01F}"/>
              </a:ext>
            </a:extLst>
          </p:cNvPr>
          <p:cNvSpPr txBox="1"/>
          <p:nvPr/>
        </p:nvSpPr>
        <p:spPr>
          <a:xfrm>
            <a:off x="305275" y="3775420"/>
            <a:ext cx="3140378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This is the </a:t>
            </a:r>
            <a:r>
              <a:rPr lang="en-US" b="1"/>
              <a:t>interpreter</a:t>
            </a:r>
            <a:r>
              <a:rPr lang="en-US"/>
              <a:t> window. Note the Python prompt: </a:t>
            </a:r>
            <a:r>
              <a:rPr lang="en-US" b="1">
                <a:latin typeface="Consolas" panose="020B0609020204030204" pitchFamily="49" charset="0"/>
                <a:cs typeface="Consolas" panose="020B0609020204030204" pitchFamily="49" charset="0"/>
              </a:rPr>
              <a:t>&gt;&gt;&gt;</a:t>
            </a:r>
            <a:r>
              <a:rPr lang="en-US"/>
              <a:t> </a:t>
            </a:r>
          </a:p>
        </p:txBody>
      </p:sp>
      <p:pic>
        <p:nvPicPr>
          <p:cNvPr id="7" name="Picture 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64BC810F-C207-629A-C7C8-5AFA0AFBB2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5653" y="3062143"/>
            <a:ext cx="7772400" cy="365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2326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A7A9C-4CB7-4092-99EA-F1E875203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IDLE Editor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2F8809-0BEB-6C74-7D8A-3FDE299A07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IDLE</a:t>
            </a:r>
            <a:r>
              <a:rPr lang="en-US"/>
              <a:t> is the free interpreter and editor that comes with Python</a:t>
            </a:r>
          </a:p>
          <a:p>
            <a:r>
              <a:rPr lang="en-US"/>
              <a:t>Search for and run “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IDLE</a:t>
            </a:r>
            <a:r>
              <a:rPr lang="en-US"/>
              <a:t>” on your computer</a:t>
            </a:r>
          </a:p>
          <a:p>
            <a:pPr lvl="1"/>
            <a:r>
              <a:rPr lang="en-US"/>
              <a:t>If you don’t have it you can install Python from </a:t>
            </a:r>
            <a:r>
              <a:rPr lang="en-US" err="1"/>
              <a:t>www.python.org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0540-7B47-5EC3-F10A-BB3229EA5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996160-D7DC-1BB0-3307-4215E2C76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7</a:t>
            </a:fld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021DBF-E103-63C1-708E-CC5C13E2BFF8}"/>
              </a:ext>
            </a:extLst>
          </p:cNvPr>
          <p:cNvSpPr txBox="1"/>
          <p:nvPr/>
        </p:nvSpPr>
        <p:spPr>
          <a:xfrm>
            <a:off x="305275" y="3775420"/>
            <a:ext cx="3140378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This is the </a:t>
            </a:r>
            <a:r>
              <a:rPr lang="en-US" b="1"/>
              <a:t>program</a:t>
            </a:r>
            <a:r>
              <a:rPr lang="en-US"/>
              <a:t> window. Note the name of the file at the top (currently *untitled*).</a:t>
            </a:r>
          </a:p>
        </p:txBody>
      </p:sp>
      <p:pic>
        <p:nvPicPr>
          <p:cNvPr id="12" name="Picture 11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B78A35B8-4601-FBEC-1A69-331D9990DF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5653" y="2867707"/>
            <a:ext cx="7772400" cy="4149865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DC28ADE2-312C-9E7C-33A0-A059F7CE3F57}"/>
              </a:ext>
            </a:extLst>
          </p:cNvPr>
          <p:cNvSpPr/>
          <p:nvPr/>
        </p:nvSpPr>
        <p:spPr>
          <a:xfrm>
            <a:off x="6808304" y="3061252"/>
            <a:ext cx="1013792" cy="367748"/>
          </a:xfrm>
          <a:prstGeom prst="ellipse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3DAA90-A35A-F059-7BBC-44356A895806}"/>
              </a:ext>
            </a:extLst>
          </p:cNvPr>
          <p:cNvSpPr txBox="1"/>
          <p:nvPr/>
        </p:nvSpPr>
        <p:spPr>
          <a:xfrm>
            <a:off x="305275" y="5144798"/>
            <a:ext cx="3140378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To run the program, choose </a:t>
            </a:r>
            <a:r>
              <a:rPr lang="en-US" b="1"/>
              <a:t>Run</a:t>
            </a:r>
            <a:r>
              <a:rPr lang="en-US"/>
              <a:t> Module in the </a:t>
            </a:r>
            <a:r>
              <a:rPr lang="en-US" b="1"/>
              <a:t>Run</a:t>
            </a:r>
            <a:r>
              <a:rPr lang="en-US"/>
              <a:t> menu, or press </a:t>
            </a:r>
            <a:r>
              <a:rPr lang="en-US" b="1"/>
              <a:t>F5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608930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95C54-A56A-A8BB-B6F2-8BE748153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2416AA-776A-57A2-7D17-AFCBD7D9A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629677-0870-1789-8E64-5309C13D2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8</a:t>
            </a:fld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C29D69-6E12-1536-59D4-6FB3780CF943}"/>
              </a:ext>
            </a:extLst>
          </p:cNvPr>
          <p:cNvSpPr txBox="1"/>
          <p:nvPr/>
        </p:nvSpPr>
        <p:spPr>
          <a:xfrm>
            <a:off x="7653646" y="150747"/>
            <a:ext cx="3140378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When you run the program in IDLE you will be asked to save it in a file first. I’ve called the file </a:t>
            </a:r>
            <a:r>
              <a:rPr lang="en-US" err="1">
                <a:latin typeface="Consolas" panose="020B0609020204030204" pitchFamily="49" charset="0"/>
                <a:cs typeface="Consolas" panose="020B0609020204030204" pitchFamily="49" charset="0"/>
              </a:rPr>
              <a:t>hello.py</a:t>
            </a:r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16" name="Picture 1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90A2E7F-0B22-635E-5589-C97ECB3BB0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9444" y="3257369"/>
            <a:ext cx="7357740" cy="3464106"/>
          </a:xfrm>
          <a:prstGeom prst="rect">
            <a:avLst/>
          </a:prstGeom>
        </p:spPr>
      </p:pic>
      <p:pic>
        <p:nvPicPr>
          <p:cNvPr id="15" name="Picture 1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0DF462B4-DAD3-22B4-7CDB-E82C62D4A1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7930" y="-252089"/>
            <a:ext cx="7772400" cy="4149865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9C7CC7AE-3C95-7FA5-5CA9-FDA369FAD445}"/>
              </a:ext>
            </a:extLst>
          </p:cNvPr>
          <p:cNvSpPr/>
          <p:nvPr/>
        </p:nvSpPr>
        <p:spPr>
          <a:xfrm>
            <a:off x="3024808" y="-33127"/>
            <a:ext cx="1013792" cy="367748"/>
          </a:xfrm>
          <a:prstGeom prst="ellipse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CBE47A2-7A78-30C3-A568-305796F12063}"/>
              </a:ext>
            </a:extLst>
          </p:cNvPr>
          <p:cNvCxnSpPr>
            <a:stCxn id="14" idx="1"/>
          </p:cNvCxnSpPr>
          <p:nvPr/>
        </p:nvCxnSpPr>
        <p:spPr>
          <a:xfrm flipH="1" flipV="1">
            <a:off x="4038600" y="288235"/>
            <a:ext cx="3615046" cy="4626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901448C0-7596-2570-4BD1-E97D82C22DC0}"/>
              </a:ext>
            </a:extLst>
          </p:cNvPr>
          <p:cNvSpPr txBox="1"/>
          <p:nvPr/>
        </p:nvSpPr>
        <p:spPr>
          <a:xfrm>
            <a:off x="1321905" y="3737079"/>
            <a:ext cx="2295939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The results of the program appear in the interpreter window.</a:t>
            </a:r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98A1A65-A58C-2CA5-7651-032B783ABA43}"/>
              </a:ext>
            </a:extLst>
          </p:cNvPr>
          <p:cNvSpPr/>
          <p:nvPr/>
        </p:nvSpPr>
        <p:spPr>
          <a:xfrm>
            <a:off x="5161721" y="4438101"/>
            <a:ext cx="6915484" cy="6920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21F58B3-24F0-6A79-FE85-04D2F13CA48C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3617844" y="4198744"/>
            <a:ext cx="1543877" cy="5413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8934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0ECAA-674E-1A6B-C8EF-65C84BF20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A1796A-AD20-39AF-75DF-A05089808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B3CF9D-602A-7D77-3D63-905D9DC62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9</a:t>
            </a:fld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E28230-7E36-D11A-2510-67E4574F376E}"/>
              </a:ext>
            </a:extLst>
          </p:cNvPr>
          <p:cNvSpPr txBox="1"/>
          <p:nvPr/>
        </p:nvSpPr>
        <p:spPr>
          <a:xfrm>
            <a:off x="7653646" y="150747"/>
            <a:ext cx="3140378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When you run the program in IDLE you will be asked to save it in a file first. I’ve called the file </a:t>
            </a:r>
            <a:r>
              <a:rPr lang="en-US" err="1">
                <a:latin typeface="Consolas" panose="020B0609020204030204" pitchFamily="49" charset="0"/>
                <a:cs typeface="Consolas" panose="020B0609020204030204" pitchFamily="49" charset="0"/>
              </a:rPr>
              <a:t>hello.py</a:t>
            </a:r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16" name="Picture 1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B58547F-F170-4548-ECC6-BA7EE7DBAF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9444" y="3257369"/>
            <a:ext cx="7357740" cy="3464106"/>
          </a:xfrm>
          <a:prstGeom prst="rect">
            <a:avLst/>
          </a:prstGeom>
        </p:spPr>
      </p:pic>
      <p:pic>
        <p:nvPicPr>
          <p:cNvPr id="15" name="Picture 1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8684B5BE-6308-99B8-A21A-9A94AF1D3B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7930" y="-252089"/>
            <a:ext cx="7772400" cy="4149865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057ACB9B-98A7-C1D7-9080-EF83627AD878}"/>
              </a:ext>
            </a:extLst>
          </p:cNvPr>
          <p:cNvSpPr/>
          <p:nvPr/>
        </p:nvSpPr>
        <p:spPr>
          <a:xfrm>
            <a:off x="3024808" y="-33127"/>
            <a:ext cx="1013792" cy="367748"/>
          </a:xfrm>
          <a:prstGeom prst="ellipse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942A091-89F9-DE4C-7875-2D730F0C49C0}"/>
              </a:ext>
            </a:extLst>
          </p:cNvPr>
          <p:cNvCxnSpPr>
            <a:stCxn id="14" idx="1"/>
          </p:cNvCxnSpPr>
          <p:nvPr/>
        </p:nvCxnSpPr>
        <p:spPr>
          <a:xfrm flipH="1" flipV="1">
            <a:off x="4038600" y="288235"/>
            <a:ext cx="3615046" cy="4626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EA26B19-4C0B-DE0A-0586-F62DCE34F6D4}"/>
              </a:ext>
            </a:extLst>
          </p:cNvPr>
          <p:cNvSpPr txBox="1"/>
          <p:nvPr/>
        </p:nvSpPr>
        <p:spPr>
          <a:xfrm>
            <a:off x="1321905" y="3737079"/>
            <a:ext cx="2295939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The results of the program appear in the interpreter window.</a:t>
            </a:r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87F9B6C-32FA-B8C7-CA97-14CEE737D6EB}"/>
              </a:ext>
            </a:extLst>
          </p:cNvPr>
          <p:cNvSpPr/>
          <p:nvPr/>
        </p:nvSpPr>
        <p:spPr>
          <a:xfrm>
            <a:off x="5161721" y="4438101"/>
            <a:ext cx="6915484" cy="6920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DF6857B-49CA-B12A-0F10-DAEA12FFB8CD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3617844" y="4198744"/>
            <a:ext cx="1543877" cy="5413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24B5724-B77E-B497-E37E-7A5A6F2078A9}"/>
              </a:ext>
            </a:extLst>
          </p:cNvPr>
          <p:cNvSpPr txBox="1"/>
          <p:nvPr/>
        </p:nvSpPr>
        <p:spPr>
          <a:xfrm>
            <a:off x="642732" y="5410166"/>
            <a:ext cx="293866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Careful!</a:t>
            </a:r>
            <a:br>
              <a:rPr lang="en-US"/>
            </a:br>
            <a:r>
              <a:rPr lang="en-US"/>
              <a:t>If you are new to programming it can be easy to confuse these windows.</a:t>
            </a:r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7450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D8AED-E3F4-6068-2FCF-109431655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Advice for Saving Programs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F9544-9E9A-73D6-BF8C-C82350813A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All Python program files are text files and should end with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err="1">
                <a:latin typeface="Consolas" panose="020B0609020204030204" pitchFamily="49" charset="0"/>
                <a:cs typeface="Consolas" panose="020B0609020204030204" pitchFamily="49" charset="0"/>
              </a:rPr>
              <a:t>py</a:t>
            </a:r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/>
              <a:t>Save these files in a folder on your desktop called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CMPT120</a:t>
            </a:r>
          </a:p>
          <a:p>
            <a:pPr lvl="1"/>
            <a:r>
              <a:rPr lang="en-US"/>
              <a:t>Inside this folder you should make folders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assignment1</a:t>
            </a:r>
            <a:r>
              <a:rPr lang="en-US"/>
              <a:t>, </a:t>
            </a:r>
            <a:r>
              <a:rPr lang="en-US">
                <a:latin typeface="Consolas" panose="020B0609020204030204" pitchFamily="49" charset="0"/>
                <a:cs typeface="Consolas" panose="020B0609020204030204" pitchFamily="49" charset="0"/>
              </a:rPr>
              <a:t>assignment2</a:t>
            </a:r>
            <a:r>
              <a:rPr lang="en-US"/>
              <a:t>, etc.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7C3EDE-A284-1BE4-3B53-7B24E8873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CFCD5F-1301-3239-BD94-0E830BAFC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913070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625</Words>
  <Application>Microsoft Macintosh PowerPoint</Application>
  <PresentationFormat>Widescreen</PresentationFormat>
  <Paragraphs>78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Consolas</vt:lpstr>
      <vt:lpstr>Office Theme</vt:lpstr>
      <vt:lpstr>Interacting with Python</vt:lpstr>
      <vt:lpstr>2 Ways of Interacting with Python</vt:lpstr>
      <vt:lpstr>2 Ways of Interacting with Python</vt:lpstr>
      <vt:lpstr>2 Ways of Interacting with Python</vt:lpstr>
      <vt:lpstr>2 Ways of Interacting with Python</vt:lpstr>
      <vt:lpstr>The IDLE Editor</vt:lpstr>
      <vt:lpstr>The IDLE Editor</vt:lpstr>
      <vt:lpstr>PowerPoint Presentation</vt:lpstr>
      <vt:lpstr>PowerPoint Presentation</vt:lpstr>
      <vt:lpstr>Advice for Saving Programs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CMPT 120 Fall 2022 SFU, Surrey</dc:title>
  <dc:creator>Toby Donaldson</dc:creator>
  <cp:lastModifiedBy>Toby Donaldson</cp:lastModifiedBy>
  <cp:revision>1</cp:revision>
  <cp:lastPrinted>2022-09-07T18:21:16Z</cp:lastPrinted>
  <dcterms:created xsi:type="dcterms:W3CDTF">2022-08-16T04:52:50Z</dcterms:created>
  <dcterms:modified xsi:type="dcterms:W3CDTF">2026-01-09T05:28:12Z</dcterms:modified>
</cp:coreProperties>
</file>