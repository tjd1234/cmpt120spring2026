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9" r:id="rId14"/>
    <p:sldId id="348" r:id="rId15"/>
    <p:sldId id="350" r:id="rId16"/>
    <p:sldId id="351" r:id="rId17"/>
    <p:sldId id="380" r:id="rId18"/>
    <p:sldId id="381" r:id="rId19"/>
    <p:sldId id="352" r:id="rId20"/>
    <p:sldId id="357" r:id="rId21"/>
    <p:sldId id="353" r:id="rId22"/>
    <p:sldId id="354" r:id="rId23"/>
    <p:sldId id="355" r:id="rId24"/>
    <p:sldId id="356" r:id="rId25"/>
    <p:sldId id="382" r:id="rId26"/>
    <p:sldId id="340" r:id="rId27"/>
    <p:sldId id="300" r:id="rId28"/>
    <p:sldId id="299" r:id="rId29"/>
    <p:sldId id="301" r:id="rId30"/>
    <p:sldId id="302" r:id="rId31"/>
    <p:sldId id="38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84" r:id="rId59"/>
    <p:sldId id="330" r:id="rId60"/>
    <p:sldId id="331" r:id="rId61"/>
    <p:sldId id="334" r:id="rId62"/>
    <p:sldId id="374" r:id="rId63"/>
    <p:sldId id="335" r:id="rId64"/>
    <p:sldId id="336" r:id="rId65"/>
    <p:sldId id="338" r:id="rId66"/>
    <p:sldId id="337" r:id="rId67"/>
    <p:sldId id="339" r:id="rId68"/>
    <p:sldId id="375" r:id="rId69"/>
    <p:sldId id="358" r:id="rId70"/>
    <p:sldId id="376" r:id="rId71"/>
    <p:sldId id="359" r:id="rId72"/>
    <p:sldId id="377" r:id="rId73"/>
    <p:sldId id="378" r:id="rId74"/>
    <p:sldId id="360" r:id="rId75"/>
    <p:sldId id="361" r:id="rId76"/>
    <p:sldId id="362" r:id="rId77"/>
    <p:sldId id="363" r:id="rId78"/>
    <p:sldId id="364" r:id="rId79"/>
    <p:sldId id="365" r:id="rId80"/>
    <p:sldId id="366" r:id="rId81"/>
    <p:sldId id="367" r:id="rId82"/>
    <p:sldId id="368" r:id="rId83"/>
    <p:sldId id="371" r:id="rId8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9"/>
            <p14:sldId id="348"/>
            <p14:sldId id="350"/>
            <p14:sldId id="351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8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22" dt="2026-02-22T22:18:49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7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16T07:52:01.262" v="625" actId="2057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0:21.499" v="89" actId="21"/>
        <pc:sldMkLst>
          <pc:docMk/>
          <pc:sldMk cId="2745005155" sldId="356"/>
        </pc:sldMkLst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2T22:29:36.826" v="906" actId="20577"/>
      <pc:docMkLst>
        <pc:docMk/>
      </pc:docMkLst>
      <pc:sldChg chg="del">
        <pc:chgData name="Toby Donaldson" userId="2e6e5431-bb17-4c41-9985-d39c50d83c73" providerId="ADAL" clId="{7F9681A8-EEE2-56F4-9B39-ECCBEE0471AC}" dt="2026-02-22T21:52:07.167" v="449" actId="2696"/>
        <pc:sldMkLst>
          <pc:docMk/>
          <pc:sldMk cId="3543262634" sldId="303"/>
        </pc:sldMkLst>
      </pc:sldChg>
      <pc:sldChg chg="modSp mod">
        <pc:chgData name="Toby Donaldson" userId="2e6e5431-bb17-4c41-9985-d39c50d83c73" providerId="ADAL" clId="{7F9681A8-EEE2-56F4-9B39-ECCBEE0471AC}" dt="2026-02-22T21:54:12.125" v="455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delSp modSp mod">
        <pc:chgData name="Toby Donaldson" userId="2e6e5431-bb17-4c41-9985-d39c50d83c73" providerId="ADAL" clId="{7F9681A8-EEE2-56F4-9B39-ECCBEE0471AC}" dt="2026-02-22T21:19:22.515" v="218" actId="20577"/>
        <pc:sldMkLst>
          <pc:docMk/>
          <pc:sldMk cId="2698669342" sldId="351"/>
        </pc:sldMkLst>
        <pc:spChg chg="del">
          <ac:chgData name="Toby Donaldson" userId="2e6e5431-bb17-4c41-9985-d39c50d83c73" providerId="ADAL" clId="{7F9681A8-EEE2-56F4-9B39-ECCBEE0471AC}" dt="2026-02-22T21:19:20.173" v="217" actId="21"/>
          <ac:spMkLst>
            <pc:docMk/>
            <pc:sldMk cId="2698669342" sldId="351"/>
            <ac:spMk id="6" creationId="{03CBB2E0-FBFF-9440-DA85-7BFE1FF4EA1D}"/>
          </ac:spMkLst>
        </pc:spChg>
        <pc:spChg chg="mod">
          <ac:chgData name="Toby Donaldson" userId="2e6e5431-bb17-4c41-9985-d39c50d83c73" providerId="ADAL" clId="{7F9681A8-EEE2-56F4-9B39-ECCBEE0471AC}" dt="2026-02-22T21:19:22.515" v="218" actId="20577"/>
          <ac:spMkLst>
            <pc:docMk/>
            <pc:sldMk cId="2698669342" sldId="351"/>
            <ac:spMk id="41" creationId="{F6AD9B95-9D1B-5CEE-C1E6-EE5CF0935786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  <pc:spChg chg="del">
          <ac:chgData name="Toby Donaldson" userId="2e6e5431-bb17-4c41-9985-d39c50d83c73" providerId="ADAL" clId="{7F9681A8-EEE2-56F4-9B39-ECCBEE0471AC}" dt="2026-02-22T22:12:35.903" v="759" actId="21"/>
          <ac:spMkLst>
            <pc:docMk/>
            <pc:sldMk cId="4070484776" sldId="359"/>
            <ac:spMk id="13" creationId="{175E9AE4-A71D-D55A-E235-33328B96C5C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  <pc:spChg chg="del">
          <ac:chgData name="Toby Donaldson" userId="2e6e5431-bb17-4c41-9985-d39c50d83c73" providerId="ADAL" clId="{7F9681A8-EEE2-56F4-9B39-ECCBEE0471AC}" dt="2026-02-22T22:13:30.704" v="767" actId="21"/>
          <ac:spMkLst>
            <pc:docMk/>
            <pc:sldMk cId="917755974" sldId="360"/>
            <ac:spMk id="13" creationId="{E98030AF-790D-3684-DF4E-062503483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  <pc:spChg chg="del">
          <ac:chgData name="Toby Donaldson" userId="2e6e5431-bb17-4c41-9985-d39c50d83c73" providerId="ADAL" clId="{7F9681A8-EEE2-56F4-9B39-ECCBEE0471AC}" dt="2026-02-22T22:13:33.903" v="768" actId="21"/>
          <ac:spMkLst>
            <pc:docMk/>
            <pc:sldMk cId="1138805861" sldId="361"/>
            <ac:spMk id="13" creationId="{CD1C8DF3-2971-622F-9543-527C2EBB5F0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del">
          <ac:chgData name="Toby Donaldson" userId="2e6e5431-bb17-4c41-9985-d39c50d83c73" providerId="ADAL" clId="{7F9681A8-EEE2-56F4-9B39-ECCBEE0471AC}" dt="2026-02-22T22:13:36.479" v="769" actId="21"/>
          <ac:spMkLst>
            <pc:docMk/>
            <pc:sldMk cId="1284719906" sldId="362"/>
            <ac:spMk id="13" creationId="{F42D6FC1-4595-2ED0-305A-9CAD4AC0995D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del">
          <ac:chgData name="Toby Donaldson" userId="2e6e5431-bb17-4c41-9985-d39c50d83c73" providerId="ADAL" clId="{7F9681A8-EEE2-56F4-9B39-ECCBEE0471AC}" dt="2026-02-22T22:17:28.205" v="881" actId="21"/>
          <ac:spMkLst>
            <pc:docMk/>
            <pc:sldMk cId="2449079006" sldId="363"/>
            <ac:spMk id="2" creationId="{C0CB5DA9-59DE-4210-7C00-F1ACE396232D}"/>
          </ac:spMkLst>
        </pc:spChg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  <pc:spChg chg="del">
          <ac:chgData name="Toby Donaldson" userId="2e6e5431-bb17-4c41-9985-d39c50d83c73" providerId="ADAL" clId="{7F9681A8-EEE2-56F4-9B39-ECCBEE0471AC}" dt="2026-02-22T22:13:40.523" v="770" actId="21"/>
          <ac:spMkLst>
            <pc:docMk/>
            <pc:sldMk cId="2449079006" sldId="363"/>
            <ac:spMk id="13" creationId="{90959C8C-DF63-0C8D-7AB6-B7F27BAC913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  <pc:spChg chg="del">
          <ac:chgData name="Toby Donaldson" userId="2e6e5431-bb17-4c41-9985-d39c50d83c73" providerId="ADAL" clId="{7F9681A8-EEE2-56F4-9B39-ECCBEE0471AC}" dt="2026-02-22T22:13:43.551" v="771" actId="21"/>
          <ac:spMkLst>
            <pc:docMk/>
            <pc:sldMk cId="4126514322" sldId="364"/>
            <ac:spMk id="13" creationId="{C8E7BA90-93D3-3F19-8ECB-2E7DA69BDCE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  <pc:spChg chg="del">
          <ac:chgData name="Toby Donaldson" userId="2e6e5431-bb17-4c41-9985-d39c50d83c73" providerId="ADAL" clId="{7F9681A8-EEE2-56F4-9B39-ECCBEE0471AC}" dt="2026-02-22T22:13:46.792" v="772" actId="21"/>
          <ac:spMkLst>
            <pc:docMk/>
            <pc:sldMk cId="1293448474" sldId="365"/>
            <ac:spMk id="13" creationId="{6E8023B5-8E01-1026-4932-2979AF8F2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  <pc:spChg chg="del">
          <ac:chgData name="Toby Donaldson" userId="2e6e5431-bb17-4c41-9985-d39c50d83c73" providerId="ADAL" clId="{7F9681A8-EEE2-56F4-9B39-ECCBEE0471AC}" dt="2026-02-22T22:13:51.608" v="773" actId="21"/>
          <ac:spMkLst>
            <pc:docMk/>
            <pc:sldMk cId="421622308" sldId="366"/>
            <ac:spMk id="13" creationId="{10B94123-D430-E060-427E-15EE3DD852C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  <pc:spChg chg="del">
          <ac:chgData name="Toby Donaldson" userId="2e6e5431-bb17-4c41-9985-d39c50d83c73" providerId="ADAL" clId="{7F9681A8-EEE2-56F4-9B39-ECCBEE0471AC}" dt="2026-02-22T22:13:54.800" v="774" actId="21"/>
          <ac:spMkLst>
            <pc:docMk/>
            <pc:sldMk cId="1753056197" sldId="367"/>
            <ac:spMk id="13" creationId="{C99DBD87-F576-6EE2-374A-F38781E8C89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  <pc:spChg chg="del">
          <ac:chgData name="Toby Donaldson" userId="2e6e5431-bb17-4c41-9985-d39c50d83c73" providerId="ADAL" clId="{7F9681A8-EEE2-56F4-9B39-ECCBEE0471AC}" dt="2026-02-22T22:13:58.502" v="775" actId="21"/>
          <ac:spMkLst>
            <pc:docMk/>
            <pc:sldMk cId="231730313" sldId="368"/>
            <ac:spMk id="13" creationId="{6CCC3F08-505C-0466-33F3-58C6FA026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  <pc:spChg chg="del">
          <ac:chgData name="Toby Donaldson" userId="2e6e5431-bb17-4c41-9985-d39c50d83c73" providerId="ADAL" clId="{7F9681A8-EEE2-56F4-9B39-ECCBEE0471AC}" dt="2026-02-22T22:14:01.152" v="776" actId="21"/>
          <ac:spMkLst>
            <pc:docMk/>
            <pc:sldMk cId="1183669396" sldId="371"/>
            <ac:spMk id="13" creationId="{8659986C-907D-6665-29FE-4520A6EB225C}"/>
          </ac:spMkLst>
        </pc:spChg>
      </pc:sldChg>
      <pc:sldChg chg="modSp mod">
        <pc:chgData name="Toby Donaldson" userId="2e6e5431-bb17-4c41-9985-d39c50d83c73" providerId="ADAL" clId="{7F9681A8-EEE2-56F4-9B39-ECCBEE0471AC}" dt="2026-02-22T22:29:36.826" v="906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2:29:36.826" v="906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  <pc:spChg chg="del">
          <ac:chgData name="Toby Donaldson" userId="2e6e5431-bb17-4c41-9985-d39c50d83c73" providerId="ADAL" clId="{7F9681A8-EEE2-56F4-9B39-ECCBEE0471AC}" dt="2026-02-22T22:12:25.809" v="757" actId="21"/>
          <ac:spMkLst>
            <pc:docMk/>
            <pc:sldMk cId="1153658592" sldId="376"/>
            <ac:spMk id="13" creationId="{D2FA35C1-C330-2694-3B2C-09F9346EC6EB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  <pc:spChg chg="del">
          <ac:chgData name="Toby Donaldson" userId="2e6e5431-bb17-4c41-9985-d39c50d83c73" providerId="ADAL" clId="{7F9681A8-EEE2-56F4-9B39-ECCBEE0471AC}" dt="2026-02-22T22:13:03.069" v="763" actId="21"/>
          <ac:spMkLst>
            <pc:docMk/>
            <pc:sldMk cId="3485724722" sldId="377"/>
            <ac:spMk id="13" creationId="{66BE07DC-CE31-C9E2-9195-1C1F6E45EA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  <pc:spChg chg="del">
          <ac:chgData name="Toby Donaldson" userId="2e6e5431-bb17-4c41-9985-d39c50d83c73" providerId="ADAL" clId="{7F9681A8-EEE2-56F4-9B39-ECCBEE0471AC}" dt="2026-02-22T22:13:18.127" v="765" actId="21"/>
          <ac:spMkLst>
            <pc:docMk/>
            <pc:sldMk cId="412921335" sldId="378"/>
            <ac:spMk id="13" creationId="{A066B6E3-4C31-0452-2F0E-A3268EEF8A08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  <pc:spChg chg="del">
          <ac:chgData name="Toby Donaldson" userId="2e6e5431-bb17-4c41-9985-d39c50d83c73" providerId="ADAL" clId="{7F9681A8-EEE2-56F4-9B39-ECCBEE0471AC}" dt="2026-02-22T21:50:57.924" v="411" actId="21"/>
          <ac:spMkLst>
            <pc:docMk/>
            <pc:sldMk cId="2732305658" sldId="383"/>
            <ac:spMk id="7" creationId="{E24B1024-BAF6-9EA7-458A-83CAEFBF1BCF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  <pc:spChg chg="del">
          <ac:chgData name="Toby Donaldson" userId="2e6e5431-bb17-4c41-9985-d39c50d83c73" providerId="ADAL" clId="{7F9681A8-EEE2-56F4-9B39-ECCBEE0471AC}" dt="2026-02-22T21:56:40.879" v="473" actId="21"/>
          <ac:spMkLst>
            <pc:docMk/>
            <pc:sldMk cId="3014772453" sldId="384"/>
            <ac:spMk id="9" creationId="{3B410024-9437-CFD6-51A1-1E68E228DCD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22/2/2026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22/2/2026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22/2/2026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22/2/2026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B359D-E86C-A9FF-36E7-76ACB0CD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419C-2FB6-52BD-F1E3-D28834B2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2DB-D9D2-7726-D576-BB871E79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BF001-A8F6-EA61-1C05-377E6B57814E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157897-DD5F-28B8-23F2-86B9A6CE8AD3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913099-631A-7846-A3D7-EDDF37DD2DF6}"/>
              </a:ext>
            </a:extLst>
          </p:cNvPr>
          <p:cNvSpPr txBox="1"/>
          <p:nvPr/>
        </p:nvSpPr>
        <p:spPr>
          <a:xfrm>
            <a:off x="5650980" y="3564467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runs, Python first checks the </a:t>
            </a:r>
            <a:r>
              <a:rPr lang="en-CA" i="1" dirty="0"/>
              <a:t>condition</a:t>
            </a:r>
            <a:r>
              <a:rPr lang="en-CA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it.</a:t>
            </a:r>
          </a:p>
        </p:txBody>
      </p:sp>
    </p:spTree>
    <p:extLst>
      <p:ext uri="{BB962C8B-B14F-4D97-AF65-F5344CB8AC3E}">
        <p14:creationId xmlns:p14="http://schemas.microsoft.com/office/powerpoint/2010/main" val="1074488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292CD-2591-4D9C-7274-7ED30A39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7FD-2B7E-9947-53D4-646A58C5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45DD7-C4B0-B3A7-33F4-575D0810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810CA-800F-57C5-F25F-66857E325C81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0180A-0AE6-7B37-02D9-0810B0EABCE4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C7D33-3AA1-315C-A519-6D4217795E6D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67B005-7889-05BC-37B6-EEF256CC5AC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B499D9-F225-0B58-7915-3B3A0954D65B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CA616FA0-4BEB-8A17-554E-A974737F376E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B91BC1-0FDD-9AB3-0C50-5D8BAF22A46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F443205-76CA-53B4-0A52-48AB5375EFC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5D3E76-2C82-896B-1736-C629992ABCC7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998A57-810F-19A7-539E-B8C35ADBD0A7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B03DE96-DD71-1604-7043-5D3C6225E391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45A7223-A7F0-BF4D-382E-490FB8E70A1C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99FAED-4D14-F89F-A491-B9AD67A50746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F44D534-BC38-7BED-19A3-6B1B48A64238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630B307-951B-CC43-37FA-4890843192A0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D9B95-9D1B-5CEE-C1E6-EE5CF0935786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986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7909</Words>
  <Application>Microsoft Macintosh PowerPoint</Application>
  <PresentationFormat>Widescreen</PresentationFormat>
  <Paragraphs>1352</Paragraphs>
  <Slides>83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2026-02-22T22:29:46Z</dcterms:modified>
</cp:coreProperties>
</file>