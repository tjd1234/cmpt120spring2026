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3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8" r:id="rId14"/>
    <p:sldId id="350" r:id="rId15"/>
    <p:sldId id="380" r:id="rId16"/>
    <p:sldId id="381" r:id="rId17"/>
    <p:sldId id="352" r:id="rId18"/>
    <p:sldId id="357" r:id="rId19"/>
    <p:sldId id="353" r:id="rId20"/>
    <p:sldId id="354" r:id="rId21"/>
    <p:sldId id="355" r:id="rId22"/>
    <p:sldId id="356" r:id="rId23"/>
    <p:sldId id="382" r:id="rId24"/>
    <p:sldId id="340" r:id="rId25"/>
    <p:sldId id="300" r:id="rId26"/>
    <p:sldId id="299" r:id="rId27"/>
    <p:sldId id="301" r:id="rId28"/>
    <p:sldId id="302" r:id="rId29"/>
    <p:sldId id="38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7" r:id="rId39"/>
    <p:sldId id="313" r:id="rId40"/>
    <p:sldId id="314" r:id="rId41"/>
    <p:sldId id="315" r:id="rId42"/>
    <p:sldId id="316" r:id="rId43"/>
    <p:sldId id="318" r:id="rId44"/>
    <p:sldId id="373" r:id="rId45"/>
    <p:sldId id="320" r:id="rId46"/>
    <p:sldId id="321" r:id="rId47"/>
    <p:sldId id="322" r:id="rId48"/>
    <p:sldId id="323" r:id="rId49"/>
    <p:sldId id="324" r:id="rId50"/>
    <p:sldId id="325" r:id="rId51"/>
    <p:sldId id="326" r:id="rId52"/>
    <p:sldId id="327" r:id="rId53"/>
    <p:sldId id="328" r:id="rId54"/>
    <p:sldId id="370" r:id="rId55"/>
    <p:sldId id="329" r:id="rId56"/>
    <p:sldId id="384" r:id="rId57"/>
    <p:sldId id="330" r:id="rId58"/>
    <p:sldId id="331" r:id="rId59"/>
    <p:sldId id="334" r:id="rId60"/>
    <p:sldId id="374" r:id="rId61"/>
    <p:sldId id="335" r:id="rId62"/>
    <p:sldId id="336" r:id="rId63"/>
    <p:sldId id="338" r:id="rId64"/>
    <p:sldId id="337" r:id="rId65"/>
    <p:sldId id="339" r:id="rId66"/>
    <p:sldId id="375" r:id="rId67"/>
    <p:sldId id="358" r:id="rId68"/>
    <p:sldId id="376" r:id="rId69"/>
    <p:sldId id="359" r:id="rId70"/>
    <p:sldId id="377" r:id="rId71"/>
    <p:sldId id="378" r:id="rId72"/>
    <p:sldId id="360" r:id="rId73"/>
    <p:sldId id="361" r:id="rId74"/>
    <p:sldId id="362" r:id="rId75"/>
    <p:sldId id="363" r:id="rId76"/>
    <p:sldId id="364" r:id="rId77"/>
    <p:sldId id="365" r:id="rId78"/>
    <p:sldId id="366" r:id="rId79"/>
    <p:sldId id="367" r:id="rId80"/>
    <p:sldId id="368" r:id="rId81"/>
    <p:sldId id="371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8"/>
            <p14:sldId id="350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</p14:sldIdLst>
        </p14:section>
        <p14:section name="Searching a string" id="{B9145289-9759-4E57-8FB5-1D63805649D7}">
          <p14:sldIdLst>
            <p14:sldId id="302"/>
            <p14:sldId id="38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84"/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D07D27-3354-2246-B42A-02BD02CD2B84}" v="3" dt="2026-02-23T18:05:35.111"/>
    <p1510:client id="{561D49D2-520B-EC45-9286-8C23B84321E3}" v="22" dt="2026-02-22T22:18:49.9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23T18:05:35.110" v="630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2817996570" sldId="342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2817996570" sldId="342"/>
            <ac:inkMk id="8" creationId="{B66B8B3F-6FAF-E97E-4FE7-6675A876EEAE}"/>
          </ac:inkMkLst>
        </pc:ink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3610070950" sldId="343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3610070950" sldId="343"/>
            <ac:inkMk id="6" creationId="{9BF22644-7E7B-7EEE-8213-2A07759A2F4D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264327507" sldId="345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264327507" sldId="345"/>
            <ac:inkMk id="6" creationId="{04C8ABF0-29D2-D170-AF63-F6C57675A676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518592599" sldId="347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518592599" sldId="347"/>
            <ac:inkMk id="7" creationId="{DD66388F-1672-C325-30FC-5DD92E85AF5C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938777344" sldId="348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938777344" sldId="348"/>
            <ac:inkMk id="5" creationId="{1AE48B74-9EDF-695B-6A6D-E64134DFD04D}"/>
          </ac:inkMkLst>
        </pc:inkChg>
      </pc:sldChg>
      <pc:sldChg chg="del">
        <pc:chgData name="Toby Donaldson" userId="2e6e5431-bb17-4c41-9985-d39c50d83c73" providerId="ADAL" clId="{F31BC264-820E-54C4-A6D1-F92AF9CC222E}" dt="2026-02-23T17:11:54.896" v="627" actId="2696"/>
        <pc:sldMkLst>
          <pc:docMk/>
          <pc:sldMk cId="1074488400" sldId="349"/>
        </pc:sldMkLst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2693912225" sldId="350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2693912225" sldId="350"/>
            <ac:inkMk id="6" creationId="{1CEBCAF4-AB7E-FD1E-1C62-6D646947D977}"/>
          </ac:inkMkLst>
        </pc:inkChg>
      </pc:sldChg>
      <pc:sldChg chg="del">
        <pc:chgData name="Toby Donaldson" userId="2e6e5431-bb17-4c41-9985-d39c50d83c73" providerId="ADAL" clId="{F31BC264-820E-54C4-A6D1-F92AF9CC222E}" dt="2026-02-23T17:11:45.628" v="626" actId="2696"/>
        <pc:sldMkLst>
          <pc:docMk/>
          <pc:sldMk cId="2698669342" sldId="351"/>
        </pc:sldMkLst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1063097408" sldId="353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1063097408" sldId="353"/>
            <ac:inkMk id="9" creationId="{9B077A0A-01B4-8883-9293-0BF4E14B4CC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437704892" sldId="354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437704892" sldId="354"/>
            <ac:inkMk id="9" creationId="{45F333A8-FECF-434D-F96E-7BFA0B67F77D}"/>
          </ac:inkMkLst>
        </pc:ink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18:05:35.110" v="630"/>
        <pc:sldMkLst>
          <pc:docMk/>
          <pc:sldMk cId="2745005155" sldId="356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2745005155" sldId="356"/>
            <ac:inkMk id="7" creationId="{58109C8B-DE1F-89EA-6C2D-AA5D810DD33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3119766122" sldId="357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3119766122" sldId="357"/>
            <ac:inkMk id="6" creationId="{868763CC-999F-ED77-23DB-C60EF85B3CE2}"/>
          </ac:inkMkLst>
        </pc:inkChg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22T22:29:36.826" v="906" actId="20577"/>
      <pc:docMkLst>
        <pc:docMk/>
      </pc:docMkLst>
      <pc:sldChg chg="del">
        <pc:chgData name="Toby Donaldson" userId="2e6e5431-bb17-4c41-9985-d39c50d83c73" providerId="ADAL" clId="{7F9681A8-EEE2-56F4-9B39-ECCBEE0471AC}" dt="2026-02-22T21:52:07.167" v="449" actId="2696"/>
        <pc:sldMkLst>
          <pc:docMk/>
          <pc:sldMk cId="3543262634" sldId="303"/>
        </pc:sldMkLst>
      </pc:sldChg>
      <pc:sldChg chg="modSp mod">
        <pc:chgData name="Toby Donaldson" userId="2e6e5431-bb17-4c41-9985-d39c50d83c73" providerId="ADAL" clId="{7F9681A8-EEE2-56F4-9B39-ECCBEE0471AC}" dt="2026-02-22T21:54:12.125" v="455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7F9681A8-EEE2-56F4-9B39-ECCBEE0471AC}" dt="2026-02-22T21:54:12.125" v="455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modSp mod">
        <pc:chgData name="Toby Donaldson" userId="2e6e5431-bb17-4c41-9985-d39c50d83c73" providerId="ADAL" clId="{7F9681A8-EEE2-56F4-9B39-ECCBEE0471AC}" dt="2026-02-22T21:56:06.555" v="467" actId="313"/>
        <pc:sldMkLst>
          <pc:docMk/>
          <pc:sldMk cId="3354571621" sldId="326"/>
        </pc:sldMkLst>
        <pc:spChg chg="mod">
          <ac:chgData name="Toby Donaldson" userId="2e6e5431-bb17-4c41-9985-d39c50d83c73" providerId="ADAL" clId="{7F9681A8-EEE2-56F4-9B39-ECCBEE0471AC}" dt="2026-02-22T21:56:06.555" v="467" actId="313"/>
          <ac:spMkLst>
            <pc:docMk/>
            <pc:sldMk cId="3354571621" sldId="326"/>
            <ac:spMk id="9" creationId="{6B9DED66-71DD-8FC9-554B-6438B00D051D}"/>
          </ac:spMkLst>
        </pc:spChg>
      </pc:sldChg>
      <pc:sldChg chg="modSp mod">
        <pc:chgData name="Toby Donaldson" userId="2e6e5431-bb17-4c41-9985-d39c50d83c73" providerId="ADAL" clId="{7F9681A8-EEE2-56F4-9B39-ECCBEE0471AC}" dt="2026-02-22T21:56:02.372" v="463" actId="313"/>
        <pc:sldMkLst>
          <pc:docMk/>
          <pc:sldMk cId="2782017614" sldId="327"/>
        </pc:sldMkLst>
        <pc:spChg chg="mod">
          <ac:chgData name="Toby Donaldson" userId="2e6e5431-bb17-4c41-9985-d39c50d83c73" providerId="ADAL" clId="{7F9681A8-EEE2-56F4-9B39-ECCBEE0471AC}" dt="2026-02-22T21:56:02.372" v="463" actId="313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7F9681A8-EEE2-56F4-9B39-ECCBEE0471AC}" dt="2026-02-22T21:55:57.047" v="459" actId="313"/>
        <pc:sldMkLst>
          <pc:docMk/>
          <pc:sldMk cId="291094791" sldId="328"/>
        </pc:sldMkLst>
        <pc:spChg chg="mod">
          <ac:chgData name="Toby Donaldson" userId="2e6e5431-bb17-4c41-9985-d39c50d83c73" providerId="ADAL" clId="{7F9681A8-EEE2-56F4-9B39-ECCBEE0471AC}" dt="2026-02-22T21:55:57.047" v="459" actId="313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7F9681A8-EEE2-56F4-9B39-ECCBEE0471AC}" dt="2026-02-22T21:56:18.056" v="471" actId="313"/>
        <pc:sldMkLst>
          <pc:docMk/>
          <pc:sldMk cId="727847569" sldId="329"/>
        </pc:sldMkLst>
        <pc:spChg chg="mod">
          <ac:chgData name="Toby Donaldson" userId="2e6e5431-bb17-4c41-9985-d39c50d83c73" providerId="ADAL" clId="{7F9681A8-EEE2-56F4-9B39-ECCBEE0471AC}" dt="2026-02-22T21:56:18.056" v="471" actId="313"/>
          <ac:spMkLst>
            <pc:docMk/>
            <pc:sldMk cId="727847569" sldId="329"/>
            <ac:spMk id="9" creationId="{40EE5F8C-F3CE-2299-9254-A981E2BCAD7D}"/>
          </ac:spMkLst>
        </pc:spChg>
      </pc:sldChg>
      <pc:sldChg chg="modSp mod ord">
        <pc:chgData name="Toby Donaldson" userId="2e6e5431-bb17-4c41-9985-d39c50d83c73" providerId="ADAL" clId="{7F9681A8-EEE2-56F4-9B39-ECCBEE0471AC}" dt="2026-02-22T21:56:56.246" v="476" actId="20578"/>
        <pc:sldMkLst>
          <pc:docMk/>
          <pc:sldMk cId="943254403" sldId="330"/>
        </pc:sldMkLst>
        <pc:spChg chg="mod">
          <ac:chgData name="Toby Donaldson" userId="2e6e5431-bb17-4c41-9985-d39c50d83c73" providerId="ADAL" clId="{7F9681A8-EEE2-56F4-9B39-ECCBEE0471AC}" dt="2026-02-22T21:56:51.889" v="475" actId="20577"/>
          <ac:spMkLst>
            <pc:docMk/>
            <pc:sldMk cId="943254403" sldId="330"/>
            <ac:spMk id="7" creationId="{625F8F35-6907-9A87-317F-0BA911AA4D80}"/>
          </ac:spMkLst>
        </pc:spChg>
      </pc:sldChg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delSp modSp mod">
        <pc:chgData name="Toby Donaldson" userId="2e6e5431-bb17-4c41-9985-d39c50d83c73" providerId="ADAL" clId="{7F9681A8-EEE2-56F4-9B39-ECCBEE0471AC}" dt="2026-02-22T21:19:22.515" v="218" actId="20577"/>
        <pc:sldMkLst>
          <pc:docMk/>
          <pc:sldMk cId="2698669342" sldId="351"/>
        </pc:sldMkLst>
        <pc:spChg chg="del">
          <ac:chgData name="Toby Donaldson" userId="2e6e5431-bb17-4c41-9985-d39c50d83c73" providerId="ADAL" clId="{7F9681A8-EEE2-56F4-9B39-ECCBEE0471AC}" dt="2026-02-22T21:19:20.173" v="217" actId="21"/>
          <ac:spMkLst>
            <pc:docMk/>
            <pc:sldMk cId="2698669342" sldId="351"/>
            <ac:spMk id="6" creationId="{03CBB2E0-FBFF-9440-DA85-7BFE1FF4EA1D}"/>
          </ac:spMkLst>
        </pc:spChg>
        <pc:spChg chg="mod">
          <ac:chgData name="Toby Donaldson" userId="2e6e5431-bb17-4c41-9985-d39c50d83c73" providerId="ADAL" clId="{7F9681A8-EEE2-56F4-9B39-ECCBEE0471AC}" dt="2026-02-22T21:19:22.515" v="218" actId="20577"/>
          <ac:spMkLst>
            <pc:docMk/>
            <pc:sldMk cId="2698669342" sldId="351"/>
            <ac:spMk id="41" creationId="{F6AD9B95-9D1B-5CEE-C1E6-EE5CF0935786}"/>
          </ac:spMkLst>
        </pc:spChg>
      </pc:sldChg>
      <pc:sldChg chg="modSp mod">
        <pc:chgData name="Toby Donaldson" userId="2e6e5431-bb17-4c41-9985-d39c50d83c73" providerId="ADAL" clId="{7F9681A8-EEE2-56F4-9B39-ECCBEE0471AC}" dt="2026-02-22T22:12:15.077" v="756" actId="20577"/>
        <pc:sldMkLst>
          <pc:docMk/>
          <pc:sldMk cId="554056988" sldId="358"/>
        </pc:sldMkLst>
        <pc:spChg chg="mod">
          <ac:chgData name="Toby Donaldson" userId="2e6e5431-bb17-4c41-9985-d39c50d83c73" providerId="ADAL" clId="{7F9681A8-EEE2-56F4-9B39-ECCBEE0471AC}" dt="2026-02-22T22:12:15.077" v="756" actId="20577"/>
          <ac:spMkLst>
            <pc:docMk/>
            <pc:sldMk cId="554056988" sldId="358"/>
            <ac:spMk id="13" creationId="{2AAFF7AE-6FFF-20F5-E870-C30C5520DC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49.386" v="762" actId="20577"/>
        <pc:sldMkLst>
          <pc:docMk/>
          <pc:sldMk cId="4070484776" sldId="359"/>
        </pc:sldMkLst>
        <pc:spChg chg="mod">
          <ac:chgData name="Toby Donaldson" userId="2e6e5431-bb17-4c41-9985-d39c50d83c73" providerId="ADAL" clId="{7F9681A8-EEE2-56F4-9B39-ECCBEE0471AC}" dt="2026-02-22T22:00:11.017" v="485" actId="20577"/>
          <ac:spMkLst>
            <pc:docMk/>
            <pc:sldMk cId="4070484776" sldId="359"/>
            <ac:spMk id="2" creationId="{AD0EB34F-4A9C-6695-0C13-AF24407D9D68}"/>
          </ac:spMkLst>
        </pc:spChg>
        <pc:spChg chg="add mod">
          <ac:chgData name="Toby Donaldson" userId="2e6e5431-bb17-4c41-9985-d39c50d83c73" providerId="ADAL" clId="{7F9681A8-EEE2-56F4-9B39-ECCBEE0471AC}" dt="2026-02-22T22:12:49.386" v="762" actId="20577"/>
          <ac:spMkLst>
            <pc:docMk/>
            <pc:sldMk cId="4070484776" sldId="359"/>
            <ac:spMk id="3" creationId="{B13230A4-194E-4184-95C5-E1B0EE0134E5}"/>
          </ac:spMkLst>
        </pc:spChg>
        <pc:spChg chg="del">
          <ac:chgData name="Toby Donaldson" userId="2e6e5431-bb17-4c41-9985-d39c50d83c73" providerId="ADAL" clId="{7F9681A8-EEE2-56F4-9B39-ECCBEE0471AC}" dt="2026-02-22T22:12:35.903" v="759" actId="21"/>
          <ac:spMkLst>
            <pc:docMk/>
            <pc:sldMk cId="4070484776" sldId="359"/>
            <ac:spMk id="13" creationId="{175E9AE4-A71D-D55A-E235-33328B96C5C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5:49.802" v="861" actId="20577"/>
        <pc:sldMkLst>
          <pc:docMk/>
          <pc:sldMk cId="917755974" sldId="360"/>
        </pc:sldMkLst>
        <pc:spChg chg="add mod">
          <ac:chgData name="Toby Donaldson" userId="2e6e5431-bb17-4c41-9985-d39c50d83c73" providerId="ADAL" clId="{7F9681A8-EEE2-56F4-9B39-ECCBEE0471AC}" dt="2026-02-22T22:14:11.590" v="777"/>
          <ac:spMkLst>
            <pc:docMk/>
            <pc:sldMk cId="917755974" sldId="360"/>
            <ac:spMk id="3" creationId="{4D23ADFF-0DC1-14EF-E28D-7EC46295425D}"/>
          </ac:spMkLst>
        </pc:spChg>
        <pc:spChg chg="mod">
          <ac:chgData name="Toby Donaldson" userId="2e6e5431-bb17-4c41-9985-d39c50d83c73" providerId="ADAL" clId="{7F9681A8-EEE2-56F4-9B39-ECCBEE0471AC}" dt="2026-02-22T22:15:49.802" v="861" actId="20577"/>
          <ac:spMkLst>
            <pc:docMk/>
            <pc:sldMk cId="917755974" sldId="360"/>
            <ac:spMk id="8" creationId="{AAC66A44-560B-8BFA-02DA-5682F9C14FCC}"/>
          </ac:spMkLst>
        </pc:spChg>
        <pc:spChg chg="del">
          <ac:chgData name="Toby Donaldson" userId="2e6e5431-bb17-4c41-9985-d39c50d83c73" providerId="ADAL" clId="{7F9681A8-EEE2-56F4-9B39-ECCBEE0471AC}" dt="2026-02-22T22:13:30.704" v="767" actId="21"/>
          <ac:spMkLst>
            <pc:docMk/>
            <pc:sldMk cId="917755974" sldId="360"/>
            <ac:spMk id="13" creationId="{E98030AF-790D-3684-DF4E-062503483DE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21.901" v="868" actId="20577"/>
        <pc:sldMkLst>
          <pc:docMk/>
          <pc:sldMk cId="1138805861" sldId="361"/>
        </pc:sldMkLst>
        <pc:spChg chg="add mod">
          <ac:chgData name="Toby Donaldson" userId="2e6e5431-bb17-4c41-9985-d39c50d83c73" providerId="ADAL" clId="{7F9681A8-EEE2-56F4-9B39-ECCBEE0471AC}" dt="2026-02-22T22:14:13.224" v="778"/>
          <ac:spMkLst>
            <pc:docMk/>
            <pc:sldMk cId="1138805861" sldId="361"/>
            <ac:spMk id="3" creationId="{C6CD40DC-4833-AE46-EB0D-7DA7D0343282}"/>
          </ac:spMkLst>
        </pc:spChg>
        <pc:spChg chg="mod">
          <ac:chgData name="Toby Donaldson" userId="2e6e5431-bb17-4c41-9985-d39c50d83c73" providerId="ADAL" clId="{7F9681A8-EEE2-56F4-9B39-ECCBEE0471AC}" dt="2026-02-22T22:16:21.901" v="868" actId="20577"/>
          <ac:spMkLst>
            <pc:docMk/>
            <pc:sldMk cId="1138805861" sldId="361"/>
            <ac:spMk id="8" creationId="{61006462-9941-5204-4860-72F9C8680662}"/>
          </ac:spMkLst>
        </pc:spChg>
        <pc:spChg chg="del">
          <ac:chgData name="Toby Donaldson" userId="2e6e5431-bb17-4c41-9985-d39c50d83c73" providerId="ADAL" clId="{7F9681A8-EEE2-56F4-9B39-ECCBEE0471AC}" dt="2026-02-22T22:13:33.903" v="768" actId="21"/>
          <ac:spMkLst>
            <pc:docMk/>
            <pc:sldMk cId="1138805861" sldId="361"/>
            <ac:spMk id="13" creationId="{CD1C8DF3-2971-622F-9543-527C2EBB5F0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54.104" v="878" actId="1076"/>
        <pc:sldMkLst>
          <pc:docMk/>
          <pc:sldMk cId="1284719906" sldId="362"/>
        </pc:sldMkLst>
        <pc:spChg chg="mod">
          <ac:chgData name="Toby Donaldson" userId="2e6e5431-bb17-4c41-9985-d39c50d83c73" providerId="ADAL" clId="{7F9681A8-EEE2-56F4-9B39-ECCBEE0471AC}" dt="2026-02-22T22:16:50.006" v="877" actId="14100"/>
          <ac:spMkLst>
            <pc:docMk/>
            <pc:sldMk cId="1284719906" sldId="362"/>
            <ac:spMk id="2" creationId="{AE2F2F70-61F3-6D30-823C-4300AB1FE4D1}"/>
          </ac:spMkLst>
        </pc:spChg>
        <pc:spChg chg="add mod">
          <ac:chgData name="Toby Donaldson" userId="2e6e5431-bb17-4c41-9985-d39c50d83c73" providerId="ADAL" clId="{7F9681A8-EEE2-56F4-9B39-ECCBEE0471AC}" dt="2026-02-22T22:14:14.429" v="779"/>
          <ac:spMkLst>
            <pc:docMk/>
            <pc:sldMk cId="1284719906" sldId="362"/>
            <ac:spMk id="3" creationId="{317D8174-328E-9171-0EF9-41B449F86FB5}"/>
          </ac:spMkLst>
        </pc:spChg>
        <pc:spChg chg="mod">
          <ac:chgData name="Toby Donaldson" userId="2e6e5431-bb17-4c41-9985-d39c50d83c73" providerId="ADAL" clId="{7F9681A8-EEE2-56F4-9B39-ECCBEE0471AC}" dt="2026-02-22T22:16:37.155" v="875" actId="20577"/>
          <ac:spMkLst>
            <pc:docMk/>
            <pc:sldMk cId="1284719906" sldId="362"/>
            <ac:spMk id="8" creationId="{93F4B653-A754-C226-69EF-14B44F8FF672}"/>
          </ac:spMkLst>
        </pc:spChg>
        <pc:spChg chg="del">
          <ac:chgData name="Toby Donaldson" userId="2e6e5431-bb17-4c41-9985-d39c50d83c73" providerId="ADAL" clId="{7F9681A8-EEE2-56F4-9B39-ECCBEE0471AC}" dt="2026-02-22T22:13:36.479" v="769" actId="21"/>
          <ac:spMkLst>
            <pc:docMk/>
            <pc:sldMk cId="1284719906" sldId="362"/>
            <ac:spMk id="13" creationId="{F42D6FC1-4595-2ED0-305A-9CAD4AC0995D}"/>
          </ac:spMkLst>
        </pc:spChg>
        <pc:spChg chg="mod">
          <ac:chgData name="Toby Donaldson" userId="2e6e5431-bb17-4c41-9985-d39c50d83c73" providerId="ADAL" clId="{7F9681A8-EEE2-56F4-9B39-ECCBEE0471AC}" dt="2026-02-22T22:16:54.104" v="878" actId="1076"/>
          <ac:spMkLst>
            <pc:docMk/>
            <pc:sldMk cId="1284719906" sldId="362"/>
            <ac:spMk id="16" creationId="{48AD8FBE-0821-ADF3-3C3E-D20D83F36C8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7:36.926" v="882" actId="207"/>
        <pc:sldMkLst>
          <pc:docMk/>
          <pc:sldMk cId="2449079006" sldId="363"/>
        </pc:sldMkLst>
        <pc:spChg chg="del">
          <ac:chgData name="Toby Donaldson" userId="2e6e5431-bb17-4c41-9985-d39c50d83c73" providerId="ADAL" clId="{7F9681A8-EEE2-56F4-9B39-ECCBEE0471AC}" dt="2026-02-22T22:17:28.205" v="881" actId="21"/>
          <ac:spMkLst>
            <pc:docMk/>
            <pc:sldMk cId="2449079006" sldId="363"/>
            <ac:spMk id="2" creationId="{C0CB5DA9-59DE-4210-7C00-F1ACE396232D}"/>
          </ac:spMkLst>
        </pc:spChg>
        <pc:spChg chg="mod">
          <ac:chgData name="Toby Donaldson" userId="2e6e5431-bb17-4c41-9985-d39c50d83c73" providerId="ADAL" clId="{7F9681A8-EEE2-56F4-9B39-ECCBEE0471AC}" dt="2026-02-22T22:17:23.956" v="880" actId="1076"/>
          <ac:spMkLst>
            <pc:docMk/>
            <pc:sldMk cId="2449079006" sldId="363"/>
            <ac:spMk id="3" creationId="{4746548D-4ABA-E7FA-38EE-76DEC52242C3}"/>
          </ac:spMkLst>
        </pc:spChg>
        <pc:spChg chg="add mod">
          <ac:chgData name="Toby Donaldson" userId="2e6e5431-bb17-4c41-9985-d39c50d83c73" providerId="ADAL" clId="{7F9681A8-EEE2-56F4-9B39-ECCBEE0471AC}" dt="2026-02-22T22:14:16.877" v="780"/>
          <ac:spMkLst>
            <pc:docMk/>
            <pc:sldMk cId="2449079006" sldId="363"/>
            <ac:spMk id="5" creationId="{D9B0C36F-EF08-2EE5-EBF5-266FE4C8DF4E}"/>
          </ac:spMkLst>
        </pc:spChg>
        <pc:spChg chg="mod">
          <ac:chgData name="Toby Donaldson" userId="2e6e5431-bb17-4c41-9985-d39c50d83c73" providerId="ADAL" clId="{7F9681A8-EEE2-56F4-9B39-ECCBEE0471AC}" dt="2026-02-22T22:17:36.926" v="882" actId="207"/>
          <ac:spMkLst>
            <pc:docMk/>
            <pc:sldMk cId="2449079006" sldId="363"/>
            <ac:spMk id="8" creationId="{2E7B6826-0853-7587-6564-CFAF19DAA755}"/>
          </ac:spMkLst>
        </pc:spChg>
        <pc:spChg chg="del">
          <ac:chgData name="Toby Donaldson" userId="2e6e5431-bb17-4c41-9985-d39c50d83c73" providerId="ADAL" clId="{7F9681A8-EEE2-56F4-9B39-ECCBEE0471AC}" dt="2026-02-22T22:13:40.523" v="770" actId="21"/>
          <ac:spMkLst>
            <pc:docMk/>
            <pc:sldMk cId="2449079006" sldId="363"/>
            <ac:spMk id="13" creationId="{90959C8C-DF63-0C8D-7AB6-B7F27BAC913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7.916" v="781"/>
        <pc:sldMkLst>
          <pc:docMk/>
          <pc:sldMk cId="4126514322" sldId="364"/>
        </pc:sldMkLst>
        <pc:spChg chg="add mod">
          <ac:chgData name="Toby Donaldson" userId="2e6e5431-bb17-4c41-9985-d39c50d83c73" providerId="ADAL" clId="{7F9681A8-EEE2-56F4-9B39-ECCBEE0471AC}" dt="2026-02-22T22:14:17.916" v="781"/>
          <ac:spMkLst>
            <pc:docMk/>
            <pc:sldMk cId="4126514322" sldId="364"/>
            <ac:spMk id="2" creationId="{41ED180E-7A76-103A-A5EF-F6B6E677EE64}"/>
          </ac:spMkLst>
        </pc:spChg>
        <pc:spChg chg="del">
          <ac:chgData name="Toby Donaldson" userId="2e6e5431-bb17-4c41-9985-d39c50d83c73" providerId="ADAL" clId="{7F9681A8-EEE2-56F4-9B39-ECCBEE0471AC}" dt="2026-02-22T22:13:43.551" v="771" actId="21"/>
          <ac:spMkLst>
            <pc:docMk/>
            <pc:sldMk cId="4126514322" sldId="364"/>
            <ac:spMk id="13" creationId="{C8E7BA90-93D3-3F19-8ECB-2E7DA69BDCE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8.956" v="782"/>
        <pc:sldMkLst>
          <pc:docMk/>
          <pc:sldMk cId="1293448474" sldId="365"/>
        </pc:sldMkLst>
        <pc:spChg chg="mod">
          <ac:chgData name="Toby Donaldson" userId="2e6e5431-bb17-4c41-9985-d39c50d83c73" providerId="ADAL" clId="{7F9681A8-EEE2-56F4-9B39-ECCBEE0471AC}" dt="2026-02-22T22:01:43.778" v="487" actId="20577"/>
          <ac:spMkLst>
            <pc:docMk/>
            <pc:sldMk cId="1293448474" sldId="365"/>
            <ac:spMk id="2" creationId="{97A7E02D-F94E-03EF-BB37-95D82E705B72}"/>
          </ac:spMkLst>
        </pc:spChg>
        <pc:spChg chg="add mod">
          <ac:chgData name="Toby Donaldson" userId="2e6e5431-bb17-4c41-9985-d39c50d83c73" providerId="ADAL" clId="{7F9681A8-EEE2-56F4-9B39-ECCBEE0471AC}" dt="2026-02-22T22:14:18.956" v="782"/>
          <ac:spMkLst>
            <pc:docMk/>
            <pc:sldMk cId="1293448474" sldId="365"/>
            <ac:spMk id="3" creationId="{2FD0445C-C0B9-DD9B-A990-057013B90790}"/>
          </ac:spMkLst>
        </pc:spChg>
        <pc:spChg chg="del">
          <ac:chgData name="Toby Donaldson" userId="2e6e5431-bb17-4c41-9985-d39c50d83c73" providerId="ADAL" clId="{7F9681A8-EEE2-56F4-9B39-ECCBEE0471AC}" dt="2026-02-22T22:13:46.792" v="772" actId="21"/>
          <ac:spMkLst>
            <pc:docMk/>
            <pc:sldMk cId="1293448474" sldId="365"/>
            <ac:spMk id="13" creationId="{6E8023B5-8E01-1026-4932-2979AF8F2DE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1.015" v="783"/>
        <pc:sldMkLst>
          <pc:docMk/>
          <pc:sldMk cId="421622308" sldId="366"/>
        </pc:sldMkLst>
        <pc:spChg chg="mod">
          <ac:chgData name="Toby Donaldson" userId="2e6e5431-bb17-4c41-9985-d39c50d83c73" providerId="ADAL" clId="{7F9681A8-EEE2-56F4-9B39-ECCBEE0471AC}" dt="2026-02-22T22:01:47.301" v="489" actId="20577"/>
          <ac:spMkLst>
            <pc:docMk/>
            <pc:sldMk cId="421622308" sldId="366"/>
            <ac:spMk id="2" creationId="{E6AC7D00-8FA8-8E6A-F822-4F5436216ACD}"/>
          </ac:spMkLst>
        </pc:spChg>
        <pc:spChg chg="add mod">
          <ac:chgData name="Toby Donaldson" userId="2e6e5431-bb17-4c41-9985-d39c50d83c73" providerId="ADAL" clId="{7F9681A8-EEE2-56F4-9B39-ECCBEE0471AC}" dt="2026-02-22T22:08:37.165" v="735" actId="1076"/>
          <ac:spMkLst>
            <pc:docMk/>
            <pc:sldMk cId="421622308" sldId="366"/>
            <ac:spMk id="3" creationId="{38AECEDE-0163-7D72-1A0D-A9624FDA574C}"/>
          </ac:spMkLst>
        </pc:spChg>
        <pc:spChg chg="add mod">
          <ac:chgData name="Toby Donaldson" userId="2e6e5431-bb17-4c41-9985-d39c50d83c73" providerId="ADAL" clId="{7F9681A8-EEE2-56F4-9B39-ECCBEE0471AC}" dt="2026-02-22T22:14:21.015" v="783"/>
          <ac:spMkLst>
            <pc:docMk/>
            <pc:sldMk cId="421622308" sldId="366"/>
            <ac:spMk id="7" creationId="{36317DB9-B17B-48F0-5368-E5AC938DFEFD}"/>
          </ac:spMkLst>
        </pc:spChg>
        <pc:spChg chg="del">
          <ac:chgData name="Toby Donaldson" userId="2e6e5431-bb17-4c41-9985-d39c50d83c73" providerId="ADAL" clId="{7F9681A8-EEE2-56F4-9B39-ECCBEE0471AC}" dt="2026-02-22T22:13:51.608" v="773" actId="21"/>
          <ac:spMkLst>
            <pc:docMk/>
            <pc:sldMk cId="421622308" sldId="366"/>
            <ac:spMk id="13" creationId="{10B94123-D430-E060-427E-15EE3DD852C2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8:53.621" v="905" actId="20577"/>
        <pc:sldMkLst>
          <pc:docMk/>
          <pc:sldMk cId="1753056197" sldId="367"/>
        </pc:sldMkLst>
        <pc:spChg chg="add mod">
          <ac:chgData name="Toby Donaldson" userId="2e6e5431-bb17-4c41-9985-d39c50d83c73" providerId="ADAL" clId="{7F9681A8-EEE2-56F4-9B39-ECCBEE0471AC}" dt="2026-02-22T22:14:21.839" v="784"/>
          <ac:spMkLst>
            <pc:docMk/>
            <pc:sldMk cId="1753056197" sldId="367"/>
            <ac:spMk id="3" creationId="{5B24FC2C-71BC-E179-2C3C-54F23083FFAF}"/>
          </ac:spMkLst>
        </pc:spChg>
        <pc:spChg chg="mod">
          <ac:chgData name="Toby Donaldson" userId="2e6e5431-bb17-4c41-9985-d39c50d83c73" providerId="ADAL" clId="{7F9681A8-EEE2-56F4-9B39-ECCBEE0471AC}" dt="2026-02-22T22:18:53.621" v="905" actId="20577"/>
          <ac:spMkLst>
            <pc:docMk/>
            <pc:sldMk cId="1753056197" sldId="367"/>
            <ac:spMk id="5" creationId="{74500349-6A04-0D1E-FD63-9FD1660106DF}"/>
          </ac:spMkLst>
        </pc:spChg>
        <pc:spChg chg="del">
          <ac:chgData name="Toby Donaldson" userId="2e6e5431-bb17-4c41-9985-d39c50d83c73" providerId="ADAL" clId="{7F9681A8-EEE2-56F4-9B39-ECCBEE0471AC}" dt="2026-02-22T22:13:54.800" v="774" actId="21"/>
          <ac:spMkLst>
            <pc:docMk/>
            <pc:sldMk cId="1753056197" sldId="367"/>
            <ac:spMk id="13" creationId="{C99DBD87-F576-6EE2-374A-F38781E8C89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2.824" v="785"/>
        <pc:sldMkLst>
          <pc:docMk/>
          <pc:sldMk cId="231730313" sldId="368"/>
        </pc:sldMkLst>
        <pc:spChg chg="add mod">
          <ac:chgData name="Toby Donaldson" userId="2e6e5431-bb17-4c41-9985-d39c50d83c73" providerId="ADAL" clId="{7F9681A8-EEE2-56F4-9B39-ECCBEE0471AC}" dt="2026-02-22T22:14:22.824" v="785"/>
          <ac:spMkLst>
            <pc:docMk/>
            <pc:sldMk cId="231730313" sldId="368"/>
            <ac:spMk id="7" creationId="{3931F9C5-CB5A-4AE2-3811-DF8AA0BB9594}"/>
          </ac:spMkLst>
        </pc:spChg>
        <pc:spChg chg="del">
          <ac:chgData name="Toby Donaldson" userId="2e6e5431-bb17-4c41-9985-d39c50d83c73" providerId="ADAL" clId="{7F9681A8-EEE2-56F4-9B39-ECCBEE0471AC}" dt="2026-02-22T22:13:58.502" v="775" actId="21"/>
          <ac:spMkLst>
            <pc:docMk/>
            <pc:sldMk cId="231730313" sldId="368"/>
            <ac:spMk id="13" creationId="{6CCC3F08-505C-0466-33F3-58C6FA026FC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4.475" v="786"/>
        <pc:sldMkLst>
          <pc:docMk/>
          <pc:sldMk cId="1183669396" sldId="371"/>
        </pc:sldMkLst>
        <pc:spChg chg="add mod">
          <ac:chgData name="Toby Donaldson" userId="2e6e5431-bb17-4c41-9985-d39c50d83c73" providerId="ADAL" clId="{7F9681A8-EEE2-56F4-9B39-ECCBEE0471AC}" dt="2026-02-22T22:14:24.475" v="786"/>
          <ac:spMkLst>
            <pc:docMk/>
            <pc:sldMk cId="1183669396" sldId="371"/>
            <ac:spMk id="8" creationId="{FF1DFB6F-E89F-DB36-0EC8-E26B3D6227BF}"/>
          </ac:spMkLst>
        </pc:spChg>
        <pc:spChg chg="del">
          <ac:chgData name="Toby Donaldson" userId="2e6e5431-bb17-4c41-9985-d39c50d83c73" providerId="ADAL" clId="{7F9681A8-EEE2-56F4-9B39-ECCBEE0471AC}" dt="2026-02-22T22:14:01.152" v="776" actId="21"/>
          <ac:spMkLst>
            <pc:docMk/>
            <pc:sldMk cId="1183669396" sldId="371"/>
            <ac:spMk id="13" creationId="{8659986C-907D-6665-29FE-4520A6EB225C}"/>
          </ac:spMkLst>
        </pc:spChg>
      </pc:sldChg>
      <pc:sldChg chg="modSp mod">
        <pc:chgData name="Toby Donaldson" userId="2e6e5431-bb17-4c41-9985-d39c50d83c73" providerId="ADAL" clId="{7F9681A8-EEE2-56F4-9B39-ECCBEE0471AC}" dt="2026-02-22T22:29:36.826" v="906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2:29:36.826" v="906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mod">
        <pc:chgData name="Toby Donaldson" userId="2e6e5431-bb17-4c41-9985-d39c50d83c73" providerId="ADAL" clId="{7F9681A8-EEE2-56F4-9B39-ECCBEE0471AC}" dt="2026-02-22T21:58:12.380" v="484" actId="313"/>
        <pc:sldMkLst>
          <pc:docMk/>
          <pc:sldMk cId="424805642" sldId="374"/>
        </pc:sldMkLst>
        <pc:spChg chg="mod">
          <ac:chgData name="Toby Donaldson" userId="2e6e5431-bb17-4c41-9985-d39c50d83c73" providerId="ADAL" clId="{7F9681A8-EEE2-56F4-9B39-ECCBEE0471AC}" dt="2026-02-22T21:58:12.380" v="484" actId="313"/>
          <ac:spMkLst>
            <pc:docMk/>
            <pc:sldMk cId="424805642" sldId="374"/>
            <ac:spMk id="7" creationId="{B6CD8394-EAD2-8EA2-FF7B-42630ECF5EE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31.002" v="758"/>
        <pc:sldMkLst>
          <pc:docMk/>
          <pc:sldMk cId="1153658592" sldId="376"/>
        </pc:sldMkLst>
        <pc:spChg chg="add mod">
          <ac:chgData name="Toby Donaldson" userId="2e6e5431-bb17-4c41-9985-d39c50d83c73" providerId="ADAL" clId="{7F9681A8-EEE2-56F4-9B39-ECCBEE0471AC}" dt="2026-02-22T22:12:31.002" v="758"/>
          <ac:spMkLst>
            <pc:docMk/>
            <pc:sldMk cId="1153658592" sldId="376"/>
            <ac:spMk id="2" creationId="{CCF4A50D-D8B9-24A2-CF5F-B80C1DEC9CEC}"/>
          </ac:spMkLst>
        </pc:spChg>
        <pc:spChg chg="del">
          <ac:chgData name="Toby Donaldson" userId="2e6e5431-bb17-4c41-9985-d39c50d83c73" providerId="ADAL" clId="{7F9681A8-EEE2-56F4-9B39-ECCBEE0471AC}" dt="2026-02-22T22:12:25.809" v="757" actId="21"/>
          <ac:spMkLst>
            <pc:docMk/>
            <pc:sldMk cId="1153658592" sldId="376"/>
            <ac:spMk id="13" creationId="{D2FA35C1-C330-2694-3B2C-09F9346EC6EB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3:08.323" v="764"/>
        <pc:sldMkLst>
          <pc:docMk/>
          <pc:sldMk cId="3485724722" sldId="377"/>
        </pc:sldMkLst>
        <pc:spChg chg="add mod">
          <ac:chgData name="Toby Donaldson" userId="2e6e5431-bb17-4c41-9985-d39c50d83c73" providerId="ADAL" clId="{7F9681A8-EEE2-56F4-9B39-ECCBEE0471AC}" dt="2026-02-22T22:13:08.323" v="764"/>
          <ac:spMkLst>
            <pc:docMk/>
            <pc:sldMk cId="3485724722" sldId="377"/>
            <ac:spMk id="2" creationId="{8A4F8B5B-04FD-8F26-8E30-3F5D6A46992C}"/>
          </ac:spMkLst>
        </pc:spChg>
        <pc:spChg chg="del">
          <ac:chgData name="Toby Donaldson" userId="2e6e5431-bb17-4c41-9985-d39c50d83c73" providerId="ADAL" clId="{7F9681A8-EEE2-56F4-9B39-ECCBEE0471AC}" dt="2026-02-22T22:13:03.069" v="763" actId="21"/>
          <ac:spMkLst>
            <pc:docMk/>
            <pc:sldMk cId="3485724722" sldId="377"/>
            <ac:spMk id="13" creationId="{66BE07DC-CE31-C9E2-9195-1C1F6E45EA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07.892" v="865" actId="20577"/>
        <pc:sldMkLst>
          <pc:docMk/>
          <pc:sldMk cId="412921335" sldId="378"/>
        </pc:sldMkLst>
        <pc:spChg chg="add mod">
          <ac:chgData name="Toby Donaldson" userId="2e6e5431-bb17-4c41-9985-d39c50d83c73" providerId="ADAL" clId="{7F9681A8-EEE2-56F4-9B39-ECCBEE0471AC}" dt="2026-02-22T22:13:23.435" v="766"/>
          <ac:spMkLst>
            <pc:docMk/>
            <pc:sldMk cId="412921335" sldId="378"/>
            <ac:spMk id="2" creationId="{E9270EA4-1FD7-CF3E-6D21-A745D402CC3F}"/>
          </ac:spMkLst>
        </pc:spChg>
        <pc:spChg chg="mod">
          <ac:chgData name="Toby Donaldson" userId="2e6e5431-bb17-4c41-9985-d39c50d83c73" providerId="ADAL" clId="{7F9681A8-EEE2-56F4-9B39-ECCBEE0471AC}" dt="2026-02-22T22:16:07.892" v="865" actId="20577"/>
          <ac:spMkLst>
            <pc:docMk/>
            <pc:sldMk cId="412921335" sldId="378"/>
            <ac:spMk id="5" creationId="{4F773B17-212E-B453-2887-9DA356577476}"/>
          </ac:spMkLst>
        </pc:spChg>
        <pc:spChg chg="del">
          <ac:chgData name="Toby Donaldson" userId="2e6e5431-bb17-4c41-9985-d39c50d83c73" providerId="ADAL" clId="{7F9681A8-EEE2-56F4-9B39-ECCBEE0471AC}" dt="2026-02-22T22:13:18.127" v="765" actId="21"/>
          <ac:spMkLst>
            <pc:docMk/>
            <pc:sldMk cId="412921335" sldId="378"/>
            <ac:spMk id="13" creationId="{A066B6E3-4C31-0452-2F0E-A3268EEF8A08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1:28.521" v="448" actId="207"/>
        <pc:sldMkLst>
          <pc:docMk/>
          <pc:sldMk cId="2732305658" sldId="383"/>
        </pc:sldMkLst>
        <pc:spChg chg="mod">
          <ac:chgData name="Toby Donaldson" userId="2e6e5431-bb17-4c41-9985-d39c50d83c73" providerId="ADAL" clId="{7F9681A8-EEE2-56F4-9B39-ECCBEE0471AC}" dt="2026-02-22T21:51:28.521" v="448" actId="207"/>
          <ac:spMkLst>
            <pc:docMk/>
            <pc:sldMk cId="2732305658" sldId="383"/>
            <ac:spMk id="3" creationId="{6E790511-AADC-B824-D395-5F01300CEBC4}"/>
          </ac:spMkLst>
        </pc:spChg>
        <pc:spChg chg="del">
          <ac:chgData name="Toby Donaldson" userId="2e6e5431-bb17-4c41-9985-d39c50d83c73" providerId="ADAL" clId="{7F9681A8-EEE2-56F4-9B39-ECCBEE0471AC}" dt="2026-02-22T21:50:57.924" v="411" actId="21"/>
          <ac:spMkLst>
            <pc:docMk/>
            <pc:sldMk cId="2732305658" sldId="383"/>
            <ac:spMk id="7" creationId="{E24B1024-BAF6-9EA7-458A-83CAEFBF1BCF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6:46.875" v="474" actId="20577"/>
        <pc:sldMkLst>
          <pc:docMk/>
          <pc:sldMk cId="3014772453" sldId="384"/>
        </pc:sldMkLst>
        <pc:spChg chg="mod">
          <ac:chgData name="Toby Donaldson" userId="2e6e5431-bb17-4c41-9985-d39c50d83c73" providerId="ADAL" clId="{7F9681A8-EEE2-56F4-9B39-ECCBEE0471AC}" dt="2026-02-22T21:56:46.875" v="474" actId="20577"/>
          <ac:spMkLst>
            <pc:docMk/>
            <pc:sldMk cId="3014772453" sldId="384"/>
            <ac:spMk id="7" creationId="{C5B93777-FC5E-EEDC-0AA8-C1F3E99C299B}"/>
          </ac:spMkLst>
        </pc:spChg>
        <pc:spChg chg="del">
          <ac:chgData name="Toby Donaldson" userId="2e6e5431-bb17-4c41-9985-d39c50d83c73" providerId="ADAL" clId="{7F9681A8-EEE2-56F4-9B39-ECCBEE0471AC}" dt="2026-02-22T21:56:40.879" v="473" actId="21"/>
          <ac:spMkLst>
            <pc:docMk/>
            <pc:sldMk cId="3014772453" sldId="384"/>
            <ac:spMk id="9" creationId="{3B410024-9437-CFD6-51A1-1E68E228DCD7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3:49.3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28998 2734 24575,'0'35'0,"0"8"0,0-5 0,0-5 0,0 0 0,0 8 0,0 1 0,0-1 0,0 0 0,0-1 0,0 2 0,0-9 0,0-1 0,0 0 0,0 1 0,0 0 0,0 0 0,0-6 0,0-1 0,0 1 0,0 1 0,8 11 0,0-2 0,-4 12 0,4-7 0,0-1 0,-8 0 0,0 2 0,0-12 0,0-27 0,0 36 0,0-35 0,0 19 0,0-8 0,0-12 0,0 11 0</inkml:trace>
  <inkml:trace contextRef="#ctx0" brushRef="#br0" timeOffset="4200">28663 7761 24575,'0'20'0,"0"19"0,16-18 0,-16 5 0,4-1 0,28-5 0,6-2 0,-20 4 0,2-1 0,14-12 0,8-5 0,-3 2 0,0 14 0,-1 0 0,1-9 0,2-1 0,2 3 0,-4 2 0,-18 1 0,-1-1 0,14-14 0,-1 2 0,-14 16 0,-1 1 0,15-17 0,1 0 0,-14 17 0,1-1 0,19-16 0,2-2 0,-9 19 0,-1-1 0,8-15 0,0-2 0,3 18 0,1-1 0,3-15 0,2-4-300,-14 5 1,1 0 0,1 1 299,5 0 0,2-1 0,1 0 0,1-4 0,1 0 0,1 1-331,-9 1 1,1 2 0,0-1 0,0-1 330,8-2 0,0-1 0,1-1 0,-9 1 0,2 0 0,-1 0 0,-2 0 0,5 0 0,-2 0 0,0 0-208,-1 1 1,0-1-1,0-1 208,0-3 0,-1-3 0,-1 3 0,7 2 0,0 0 0,-7-6 0,2-3 0,-1-2 0,-4 0 0,-1-2 0,1 0 0,8 0 0,1 0 0,-2-4 0,-8-4 0,-2-4 0,1 1 0,3 2 0,0 2 0,-2-3 0,-6-1 0,-3-2 0,0 2 0,7-6 0,-2-1-51,-7 6 0,-1-1 1,-3 1 50,0-5 0,-3-1 0,-2 0 0,-1-3 0,0 1 0,1 5 0,0 0 0,-2-2-189,1-11 0,-2-2 0,0-2 189,-2 10 0,1 0 0,-1-1 0,2-1-304,-1 0 1,1-1-1,0-1 1,0-1 0,0 0 303,0-5 0,1 0 0,0-2 0,0 1 0,0 0 0,0 2 0,0 1 0,0 0 0,0 0 0,0 1-233,0 0 1,2-1 0,-1 1 0,-1 1-1,-1 1 233,-1-3 0,-2 0 0,0 2 0,-1 0-123,-1 2 0,1 0 0,-2 2 0,0 1 123,1-3 0,-2 3 0,-1-1 337,-3 2 0,-2 0 1,1 2-338,0-5 0,0-1 0,0 3 0,0-3 0,0 1 545,0 0 1,0 1-1,0-2-545,0 3 0,1-2 0,-1 0 0,-1 1 0,-3-6 0,-1 0 0,-2 0 0,0-2 0,-2 1 0,-2 0 0,-4 4 0,-2 2 0,-4-1 0,-1 5 0,-2-1 0,-1 1 0,2-2-98,3-3 1,1-1 0,1-1 0,-4 0 97,0 5 0,-4-1 0,0 0 0,0-1 0,1 0 0,3-2 0,1-1 0,0-1 0,0 2 0,-2 1 0,-1 5 0,-1 1 0,-1 1 0,1 0 0,0 1 0,-2-6 0,1-1 0,-1 3 0,-1 6 143,-6 6 1,0 5 0,0 0-144,-6-11 0,0 7 0,-4 21 0,0 2 0,0-14 0,-1-1 0,12 13 0,-2 3 0,-1-1 0,1-4 0,0-1 0,-2 1-384,-8 5 0,-2 1 0,-1-2 384,8-2 0,-1-3 0,-1-1 0,-1 0-395,-3-1 1,0-1-1,-1 0 1,-2-2 394,9 1 0,-2-2 0,-1 0 0,1 0 0,-1-1 0,2 1 0,-4-1 0,1 0 0,0 0 0,0 0 0,-1 0 0,4 3 0,-2-1 0,0 1 0,0 0 0,2 0 0,2 1 229,-7-3 1,3 0-1,1 2 1,0 1-230,0 2 0,0 2 0,2 1 0,1 0 39,2-2 0,1-1 0,2 4-39,-15 9 0,2 4 0,13-4 0,0 0 0,0 2-50,-6 4 0,-1 3 1,-2 1 49,3-2 0,-2 2 0,-1 0 0,0-2 0,0 0 0,0-2 0,0 0 0,-1-1 0,0 1 0,0-1 0,0 0 0,2-1 0,-7 1 0,2-1 0,2 0 745,7-2 0,3 0 0,0 3-745,-1 4 0,1 3 0,4 2 0,-3 13 0,3 5 0,6-8 0,-1 2 0,1 2-336,0 6 0,3 4 0,-2 3 336,6-9 0,-1 2 0,0 2 0,0 2 0,-2 0-469,3-7 1,-1 1 0,0 1 0,-1 0 0,1 1 0,0 2 0,2-1 420,2 0 1,2 0-1,0 1 1,1 0 0,0 1-1,-1 1 1,0-1 0,-2 0-228,0-1 0,-2-1 0,0 1 0,-1 0 0,0 0 0,0 0 0,1 1 0,2-1 0,1 1 275,1 3 0,2 0 0,2 1 0,0-1 0,0 1 0,1-1 0,-1 1 0,-1 0 0,-2 1 0,0 1 0,0-1 0,-1 1 0,1 0 0,0-1 0,1 0 0,1-1-263,0 2 1,1-1 0,1 0 0,1-1 0,0 0 0,1 0 0,0 0 262,0 0 0,2 0 0,0 0 0,0 0 0,1-1 0,0-1 0,-1-2 18,1 4 0,-1-1 1,0-2-1,2 0 1,0 0-19,1 0 0,1 0 0,0-1 0,0 0 0,1-3 593,-3 10 1,1-3-1,4 1-593,4-8 0,4 1 0,0 0 0,-1-1 0,-4-2 0,-2 0 0,2 0 0,3-1 0,9 3 0,4 0 0,2 0 0,-5 1 595,-7 2 0,-4 1 1,1 0-1,3-1-595,6-1 0,3-2 0,2-1 0,-3 1 0,-4-2 0,-1 0 0,1 0 0,2-1 0,5 1 0,3-1 0,1-1 0,1 0 0,-2 0 0,-1 0 0,2 0 0,2-3 0,4-1 0,2-2 0,1-1 0,0 0 0,0 2 0,2 0 0,-1-1 0,3-3 0,-2-4 0,2-3 0,1-1 0,0 0 0,2-1 0,1 1 0,0-2 0,0-1 0,-4-1 0,0-2 0,0 0 0,0-1 0,3 0 0,1 0 0,0-2 0,0-1 0,-2-2 0,-1-2 0,1-1 0,1 0 0,-3 0 0,1-1 0,1 1 0,0-2 0,1 0 117,2 0 1,1-2 0,0-1 0,1 1 0,0-1-118,-2 1 0,0 0 0,1 0 0,1 0 0,-1 0 0,0 0 0,-1 1 0,-1-1 0,0 0 0,1 1 0,0-2 0,0 0 0,4 0 0,0 0 0,1-1 0,0-1 0,-2-1 0,0 0 0,-4-2 0,-2 0 0,0-1 0,0-1 0,-1 0 0,1 0 0,1-1 0,0 0 0,0 0 0,-1 0 0,0-2 0,0 1-37,5-3 0,-1-1 0,-1 0 0,0-1 1,-1 0 36,-3 0 0,-2-1 0,0 0 0,-1 1 0,1 1-6,8 0 1,0 3 0,0 0-1,-4-2 6,5-6 0,-4-2 0,0 2 389,-3 4 1,0 1-1,-4 0-389,-3-5 0,-3 1 1408,1 5 1,-5-2-1409,-8-16 2422,20 3-2422,-27-6 0,-2-8 0,10 6 0,5-3 0,-3-2-88,-10 7 1,-3-2 0,0-1 0,2-1 87,4-5 0,3-2 0,0 1 0,-3 2 0,-1 0 0,-3 2 0,2 0 52,1-3 1,1-1 0,-1 6-53,-4 9 0,-1 1 0,4-4 0,1-5 0,-1 0-857,-5 0 0,-2 0 1,1-6 856,0 6 0,2-3 0,-1-3 0,2-2 0,-1-1 0,-1 0-410,-1 5 0,0 0 1,-1-2-1,0 0 1,1-1-1,-1-1 0,1-1 1,0 0 238,0 3 0,0-1 1,0 0-1,0-2 0,1 0 1,-1 0-1,0 0 1,0-1-1,0 1 0,0-1 171,-1 0 0,0-1 0,-1 0 0,1-1 0,-1 0 0,0 1 0,1 0 0,-1 0 0,1 0 0,0 1 0,2-1 0,-1-1 0,1 1 0,1 0 0,-1 1 0,0 0 0,-1 0 0,0 0 0,-2 1-140,0-2 1,-2-1 0,0 0 0,-1 1 0,0 1-1,-1 1 1,2 1 0,0 3 139,1-10 0,2 4 0,-1 1 0,0 1 0,-2 2-73,0-7 1,0 2-1,-4 3 1,-4 5 72,-13-2 0,-3 6 776,10 6 1,-4 3-777,-25 6 0,-2 1 0,21-8 0,1-3 0,-5 11 0,-5 0 0,3-1 1092,5-6 0,2-1 0,-3-1-755,-9-2 0,-4 1 0,0-2 144,9 7 1,1-1 0,-1-1-1,-1 2-481,-2-2 0,-1 1 0,-1 1 0,2-1 0,-7-9 0,2 0 0,-1 4 5,1 9 1,0 2 0,1 0-6,4-1 0,0-2 0,2 4 0,-5-1 0,1 4 0,2 3 0,2 1 858,-16-3-858,7 16 1511,10 0-1511,-12 0 579,17 0-579,-21 0 0,7 0 0,-3 0 0,-5 0 0,-4 0-404,3 4 0,-3 1 1,0 2 403,3 1 0,0 2 0,0-1 0,-2-2 0,0-1 0,2 3-192,8 4 0,2 2 0,-1-4 192,-4-8 0,-1-4 0,2 3 0,-8 14 0,2-1 0,4-12 0,2-2 0,4 5 0,3 4 0,-5 14 0,4-21 0,-1-1 1175,-7 22-1175,7-22 0,2-4 612,10 2-612,-17 0 0,35 0 0,-12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5:08.8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9437 6332 24575,'39'-19'0,"-16"10"0,3 2 0,5 5 0,5 3 0,1 0-669,3-1 0,1 0 0,1 0 669,3 0 0,0 0 0,1 0 0,0 0 0,1 0 0,1 0 0,1 0 0,0 0 0,0 0 0,-6 1 0,-2 0 0,2-3 0,6-4 0,2-3 0,-4 1 0,-12 1 0,-2 0 0,1-1 132,3 0 1,0-1 0,-1-1-133,4-7 0,0 2 0,4 14 0,0-2 0,-3-16 0,-1-1 195,-4 18 0,-2-2-195,-7-16 0,-1 1 0,7 16 0,1 2 0,-2-15 0,0 1 509,0 13 1,1 0-510,9-18 0,-2 1 200,2 13-200,-9-14 0,0 1 0,4 15 0,7-12 0,-1-8 0,-6 19 0,6-19 0,0 24 0,-6 0 0,-12 0 0,1 0 0,1 1 0,-1-2 0,2-7 0,-1 0 0,0 7 0,-1-2 0,17-12 0,0 15 0,-12 1 0,-1-2 0,-6-7 0,1 0 0,17 6 0,-2 0 0,2-14 0,-14 15 0,2 2 0,0-1 0,-1 0 0,20 0 0,-18-11 0,-1-1 0,13 6 0,-14-5 0,1-1 0,-6 3 0,1 2 0,5 5 0,1 0 0,12-14 0,-14 15 0,0 2 0,13-1 0,-2-7 0,2-1 0,7 4 0,-11-4 0,0 0 0,-10 7 0,-1 2 0,8-1 0,-1 0 0,-6 0 0,-1 0 0,-1 0 0,1 0 0,-2 0 0,1 0 0,0 0 0,0 0 0,1 0 0,1 0 0,7 0 0,-1 0 0,-7 0 0,1 0 0,9 1 0,2-2 0,5-10 0,0-2 0,2 10 0,1 1 0,0-11 0,2 2 0,-15 9 0,0 3 0,0 0 0,8-1 0,0 0 0,2 0 0,0 0 0,-3 0 0,-6 0 0,-3 0 0,-4 0 0,-1 0 0,-6 0 0,7 0 0,3 0 0,-27 0 0,35 0 0,-33 0 0,22 0 0,7 0 0,6 0 0,0 10 0,4 4 0,-5-4 0,0 1 0,5 3 0,-1 0 0,-11-5 0,-2-3 0,1-5 0,-5-2 0,-7 1 0,19 16 0,-33-12 0,33 12 0,-35 7 0,12-17 0,-16 17 0,0-23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6:37.1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17674 7303 24575,'32'0'0,"-1"0"0,-5-1 0,1 2 0,7-1 0,-2 0 0,10 0 0,-1 0 0,0 0 0,0 0 0,-1 0 0,2 0 0,-10 0 0,1 0 0,11 0 0,6 0 0,-1 0 0,-10 0 0,-1 0 0,3 0-262,2 0 0,3-1 0,1 2 1,-5-1 261,-3 0 0,-3 1 0,1-2 0,8-4 0,1-1 0,-2 1 0,2 3 0,0 0 0,-7-3 0,2-1 0,-1 1 0,6 4 0,0 2 0,-12-1 0,1 0 0,0 0 0,9 0 0,0 0 0,-4 1 0,0-2 0,-7-5 0,2-3 0,-1 1-341,1 0 0,1 1 0,1 0 341,9-1 0,2-1 0,-1-1 0,-2-4 0,0 0 0,0 3 0,2 7 0,0 4 0,-2-2 0,-8-6 0,-2-1 0,1 2-111,4 5 0,0 3 0,0 0 111,-4-1 0,-1 0 0,2 0 0,5 0 0,2 0 0,1 0-177,1 0 1,1 0 0,1 0 176,-9 0 0,1 0 0,0 0 0,0 0 0,9 0 0,-1 0 0,0 0-287,1 0 1,1 0 0,-2 0 286,-6 0 0,-2 0 0,1 0 0,0 0 0,1 0 0,-1 0 0,0 0 0,1 0 0,-2 0 149,-4 0 0,0 0 0,0 0-149,4 0 0,1 0 0,-2 0 0,7 0 0,0 0 0,-12 0 0,2 0 0,-2 0 158,6-1 0,0 2-158,3 10 0,0 2 0,-3-10 0,0 0 0,5 9 0,-1-1 747,-4-10 0,0-2-747,3 1 0,0 0 0,5 0 0,0 0 0,-2 0 0,0 0 86,-7-1 1,2 1 0,-1 1-87,-4 4 0,0 1 0,0-1 0,0-4 0,0 0 0,0 1 179,-1 3 0,1 1 1,-4-2-180,1-3 0,-1-2 0,11-1 0,-4 4 0,3 22 0,-10-21 0,2 0 0,-2 8 0,-3 1 736,4 4-736,-2-15 0,-7 2 0,-20 13 0,27-16 0,-3 0 0,-7 0 0,19 0 0,-36 0 0,27 0 0,-27 15 0,11-11 0,-15 12 0,0 7 0,0-17 0,0 18 0,24-24 0,-18 0 0,17 15-820,-23 5 1,0 0 0,0-5 0</inkml:trace>
  <inkml:trace contextRef="#ctx0" brushRef="#br0" timeOffset="25642">10830 5750 24575,'35'0'0,"0"0"0,-1 0 0,6 0 0,1 0 0,2 0 0,-7 0 0,2 0 0,1 0 0,-1 0 0,9 0 0,1 0 0,2 0 0,-12 0 0,4 0 0,0 0 0,-1 0 0,-3 0 0,10 1 0,-4-1 0,2-1-355,-6-2 0,2-1 0,-1-1 1,-2 2 354,3 1 0,-2 2 0,-2-2 0,8-5 0,0-2 71,-11 1 0,0-1 0,-1 2-71,6 5 0,0-1 0,-4-9 0,1-4 0,0 4 0,-5 10 0,0 2 0,6-2 0,-1-4 0,7-3 0,2-2 0,2 0 0,-2 1 0,-3 3-633,6 3 0,-4 3 0,1 0 0,3-3 633,-4-3 0,4-3 0,2-1 0,0 0 0,-3 1 0,-4 4 0,-1 3 0,-2 3 0,-3 0 0,0-1-203,7-3 1,-1-1 0,-1-2 202,-2-1 0,-1 0 0,-2 1 0,9 4 0,-2 0 258,-10-4 0,0-2 0,-1 1-258,6 0 0,1 1 0,-8 5 0,2 2 0,-1-2 0,8-5 0,0-2 0,-8 1 0,1-1 0,0 3 0,10 3 0,-2 0 0,-10-9 0,-1 0 58,-2 12 0,-2 0-58,15-15 2575,-5 11-2575,-11-12 737,12 16-737,-33 0 143,33 0-143,-35 0 0,12 0 0,-16 0 0,0 0 0</inkml:trace>
  <inkml:trace contextRef="#ctx0" brushRef="#br0" timeOffset="31908">12753 8978 24575,'27'-10'0,"1"1"0,3 4 0,6 1 0,5 1 0,3 1 0,2 0 0,-6 1 0,3 0 0,2 1 0,2 0 0,2 1 0,1-1 0,0 1 0,2-1-274,-10 0 1,2 0 0,0 0 0,2 0 0,0 0 0,1 0 0,0 0 0,1 0 0,1 0 0,0 0 0,0 0 0,0 0 54,-4 0 1,0 0-1,1 0 1,0 0-1,1 0 1,0 0-1,0 0 1,1 0-1,0 0 1,0 0 0,0 0-1,0 0 1,0 0-1,0 0 1,-1 0 13,-1 0 0,0 0 0,-1 0 0,1 0 1,0 0-1,0 0 0,0 0 0,0 0 0,0 0 1,0 0-1,1 0 0,-1 0 0,1 0 0,0 0 1,0 0-1,1 0 12,-1 0 0,0 0 0,0 0 1,0 0-1,0 0 0,0 0 0,0 0 1,1 0-1,0 0 0,0 0 0,1 0 1,0 0-1,0 0 0,1 0 0,1 0 1,0 0-1,1 0 138,-7 0 1,1 0 0,1 0 0,1 0 0,1 0-1,0 0 1,0 0 0,1 0 0,1 0 0,-1 0-1,1 0 1,-1 0 0,1 0 0,-1 0 0,0 0-1,0 0 1,-1 0 0,0 0 0,-1 0 0,0 0 0,-1 0-1,-2 0 1,0 0 54,5 0 0,-1 0 0,-1 0 0,0 0 0,-2 0 0,0 0 0,0 0 0,-1 0 0,0 0 0,0 0 0,0 0 0,0 0 0,1 0 0,0 0 0,0 0 0,1 0 0,1 0-107,-1 0 0,1 0 0,0 0 1,2 0-1,0 0 0,1 0 0,0 0 1,0 0-1,0 0 0,-1 0 0,0 0 1,0 0-1,-2 0 0,0 0 0,-1 0 1,-2 0-1,-1 0 0,-2 0 0,-1 0 107,10 0 0,-1 0 0,-3 0 0,-1 0 0,-2 0 0,-1 0 0,0 0 0,-1 0 0,0 0 0,0 0 92,6 0 0,-1 0 0,-1 0 0,0 0 0,-1 0 0,0 0 0,-1 0 0,0 0-92,0 0 0,0 0 0,-1 0 0,-1 0 0,0 0 0,-1 0 0,-1 0 339,10 0 1,0 0 0,-2 0 0,-2 0 0,-2 0-340,0 0 0,-3 0 0,-1 0 0,-2 0 971,4 0 1,-3 0 0,0 0-972,1 0 0,-1 0 0,-1 0 0,7 0 0,0 0 0,-6 0 0,1 0 0,-2 0 1638,0 0 0,-2 0-972,10 0 1,-2 0 971,-16 0 0,-3 0-1395,0 0 1,1 0 702,6 0 0,1 0-946,5 0 0,2 0 0,-6 0 0,1 0 0,1 0-37,3 0 1,2 0-1,-1 0 37,0 0 0,0 0 0,1 0 0,6 0 0,2 0 0,-1 0-415,-6 0 0,-1 0 0,2 0 415,-3 0 0,2 0 0,1 0 0,-1 0-409,-1 0 1,0 0 0,0 0 0,0 0 408,1 0 0,0 0 0,0 0 0,1 0 0,3 0 0,2 0 0,-1 0 0,-2 0 0,4 0 0,-3 0 0,1 0-276,1 0 0,1 0 0,-2 0 276,-6 0 0,-1 0 0,-1 0 0,-4 0 0,-1 0 0,2 0 0,7 0 0,3 0 0,-3 0 0,-6 0 0,-2 0 0,2 0 0,10 0 0,2 0 0,-1 0 0,-6 0 0,-1 0 0,-2 0 137,-3 0 1,-1 0-1,-1 0-137,0 0 0,-2 0 0,1 0 0,14 0 0,0 0 0,-2 0 0,0 0 0,-7 0 0,2 0 0,-1 0 200,-4 0 1,-1 0 0,2 0-201,3-1 0,1 1 0,1 1 0,2 3 0,1 3 0,-3-2 0,-7-4 0,-2-1 0,1 3 0,10 6 0,2 3 0,-2-2 0,-10-8 0,-1-3 0,1 4 0,2 5 0,2 3 0,-1 1 0,-1-4 0,2-5 0,-1-2 0,0 1 0,8 5 0,2 3 0,-4-4 0,4-5 0,-1-2 0,-12 1 0,1 0 0,-1 0 0,1 0 0,0 0 0,-1 0 808,8 0 1,1 0-809,-10 0 0,2 0 0,-2 0 0,9 0 0,-3 0 482,-7 0 1,1 0-483,8 0 0,0 0 260,8 0-260,-11 0 0,0 0 346,-10 0 0,-1 0-346,7 0 0,1 0 19,0 0 0,0 0-19,6 0 0,-1 0 0,-8 0 0,0 0 0,17 0 0,0 0 0,-15 0 0,1 0 0,-1 0 0,2 0 0,-2 0 0,-1 0 0,-2 0 0,11-1 0,-1 2 0,-9 7 0,0 0 0,11-6 0,3 0 0,-13 3 0,1 1 0,3-1-497,10-4 1,2-2-1,2 1 497,-3 0 0,1 0 0,2 0 0,-4 0 0,1 0 0,1 0 0,-2 0 0,-6 0 0,-2 0 0,1 0 0,0 0 0,4 0 0,-1 0 0,1 0 0,0 0 0,-4 0 0,1 0 0,-1 0 0,-1 0 0,-1 0 0,0 0 0,-1 0 0,1 0 0,3 0 0,0 0 0,0 0 0,-1 0 0,4 0 0,-2 0 0,1 0-299,6 0 0,1 0 0,-2 0 299,-5 0 0,-2 0 0,-1 0 0,7 0 0,-2 0 0,4 0 0,-6 0 0,-12 0 0,-3 0 0,-1 0 1419,-5 0-1419,5 0 968,-11 0-968,7 0 0,-17 0 0,34 0 0,-37 0 0,13 0 0,-16 0 0</inkml:trace>
  <inkml:trace contextRef="#ctx0" brushRef="#br0" timeOffset="39458">13758 5627 24575,'0'43'0,"0"-6"0,0 6 0,0 0 0,1-6 0,-2 3 0,-6 5 0,-1 2 0,6-12 0,2 2 0,-2-1 0,-5 12 0,-2 0 0,1-5 0,0 0 0,6-3 0,0 0 0,-4 5 0,-3-1 0,-4-11 0,2-2 0,9-1 0,-2-1 0,-19 14 0,23-21 0,0 1 0,0-7 0,0-12 0,0 35 0,0-17 0,0 8 0,0 6 0,1 4 0,-2 1 0,-7 3 0,0 4 0,6-9 0,2 2 0,-2-2 0,-6 8 0,1-2 0,6 4 0,2-2 0,-1-10 0,0-3 0,0-6 0,0-3 0,0 2 0,0 5 0,0-28 0,0 11 0,0-15 0,0 0 0,15 24 0,-11-18 0,35 17 0,-33-23 0,18 0 0,7 0 0,16 0 0,-2 8 0,6 0 0,-9-6 0,1-2 0,4 2-734,-4 1 1,2 2 0,2-1 0,2-1 733,-4-1 0,2-2 0,2-1 0,0 1 0,0-1-547,-6 1 1,1 0 0,1 0 0,0 0 0,0 0 0,1 0 513,-2 0 1,0 0 0,0 0 0,2 0 0,-1 0-1,0 0 1,1 0-411,1 0 1,1 0 0,0 0-1,0 0 1,1 0 0,-1 0 0,-1 0 442,-1 0 0,-1 0 0,1 0 0,-1 0 0,0 0 0,0 0 0,1 0 0,0 1 0,0-1 0,1 0 0,0 1 0,-1-1 0,-1-1 0,-1 0-313,8-1 0,-2-1 1,-1-1-1,0 0 0,0 2 313,-1 1 0,0 0 0,0 1 0,-1-1 0,-3 0 194,1-3 1,-2 0-1,-1-1 1,1 2-195,-2 2 0,1 1 0,-2 1 0,-1-1 731,4 0 0,-2 0 0,-1 0-731,-3 0 0,-1 0 0,-2 0 1638,7 0 0,-1 0-1529,2 0 1,-2 0-110,-8 0 0,1 0 0,-1 0 0,4 0 0,0 0 606,4 0 1,1 0 0,1 0-607,0 0 0,0 0 0,2 0 0,4 0 0,2 0 0,-1 0 0,-7 0 0,-1 0 0,1 0 0,7 0 0,0 0 0,0 0 0,-6 0 0,-2 0 0,2 0 0,-3 0 0,2 0 0,-1 0 0,-1 0 0,4 0 0,-2-1 0,1 2 0,6 4 0,1 1 0,-2-1 0,-6-4 0,-1 0 0,0 1 0,0 3 0,-1 1 0,2-2 0,6-2 0,2-3 0,-1 0-49,-1 1 1,0 0 0,1 0 48,-6 0 0,0 0 0,1 0 0,1 0-427,0 0 0,1 0 0,0 0 0,1 0 427,-6 0 0,2 0 0,-1 0 0,1 0 0,0 0 0,0 0 0,-1 0 0,2 0 0,-1 0 0,0 0 0,3 0 0,0 0 0,0 0 0,-1 0 0,0 0 0,3 0 0,-1 0 0,-1 0 0,1 0-294,1 0 0,0 0 0,0 0 0,-2 0 294,3 0 0,-2 0 0,2 0 0,-6 0 0,1 0 0,-1 0 0,-3 0 0,-3 0 0,-3 0 0,1 0 226,8 0 1,1 0-1,-5 0-226,-10 0 0,-1 0 665,13 0 0,0 0-665,8 0 1153,-19 0 1,1 0-1154,12 0 761,-14 0 1,0 0-762,20 0 0,-11 0 0,1 0 0,-11 0 0,-1 0 0,7 0 0,0 0 0,-6 0 0,-1 0 0,1 0 0,-3 0 0,3 0 0,11 0 0,-2 0 0,-4 0 0,5 0 0,9 0 0,2 0 0,-4 0 0,2 0-170,-8 0 0,2 0 1,-2 0 169,8 0 0,-2 0 0,-10 0 0,-1 0 0,1 0 0,0 0 0,0 0 0,-1 0 0,12 0 0,0 0-49,3 0 1,-2 0 48,-2 0 0,-3 0 0,-14 1 0,0-2 0,7-6 0,-3-1 0,5 4 0,-11-4 0,-1 0 506,12 8-506,7-23 100,-1 17-100,-6-18 0,-10 24 0,5 0 0,-28 0 0,35 0 0,-33 0 0,33 0 0,-35-15 0,12 11 0,-16-28 0,0 28 0,0-35 0,-16 33 0,12-33 0,-12 35 0,16-11 0,0-1 0,0-12 0,0-9 0,0 10 0,0-12 0,-23 17 0,17-21 0,-6 13 0,0 1 0,12-12 0,0 7 0,0 1 0,0-4 0,0 12 0,0-1 0,0-11 0,0-6 0,0 0 0,0 5 0,0 13 0,0-1 0,0-11 0,0-6 0,0 0 0,0 6 0,0 9 0,0-3 0,0 27 0,0-35 0,0 33 0,0-18 0,0 9 0,0 11 0,0-12 0,0-7 0,0 1 0,0-21 0,0 0 0,0 6 0,0 9 0,0-3 0,0 27 0,0-35 0,-15 33 0,11-18 0,-12 24 0,16 0 0,0 0 0,-16 0 0,12 0 0,-35 24 0,33-18 0,-33 17 0,35-23 0,-11 0 0,-1 0 0,-12 0 0,-9 0 0,12 0 0,-1 0 0,0 0 0,-1 0 0,-8 0 0,0 0 0,6 0 0,1 0 0,-5-1 0,-1 2 0,4 7 0,0 0 0,-2-6 0,-1 0 0,-2 6 0,-1-1 0,-2-6 0,0-2 0,5 1 0,1 0 0,-3 0 0,0 0 0,8 0 0,1 0 0,-8 0 0,1 0 0,-8 0 0,8 0 0,-1 0 0,8 0 0,-1 0 0,-1 0 0,2 0 0,-12 0 0,-1 0 0,20 0 0,-25 0 0,7 0 0,12 0 0,-1 0 0,-11 0 0,-6 0 0,23 0 0,-7 0 0,-1 0 0,3 0 0,-7-7 0,-3-1 0,5 7 0,-1-2 0,0-16 0,-2-1 0,-2 16 0,-4 5 0,3-4 0,-3-16 0,0-1 0,3 9 0,-2 2 0,2 1 0,-5-2 0,2-1 0,-5-10 0,-1 2 0,5 16 0,0 2 0,4-6 0,1-1 0,1-1 0,0 2 0,-1 6 0,-1-2 0,5-8 0,-1-5 0,-1 4-155,-2 9 0,-1 3 1,-1-3 154,2-9 0,0-3 0,-2 3-329,-10 8 0,-2 5 0,2-2 329,8-4 0,3 0 0,-3-1 0,0 2 0,-2-1 0,-1 2 0,1 0 0,-4 2 0,0 1 0,0-3 0,6-5 0,0-3 0,-1 0 0,1 1 0,-6 2 0,0 2 0,0-1 0,-2-1 0,0-1 0,2-2 0,8-2 0,1-2 0,1 4 0,0 8 0,-1 3 0,3-3 0,0-8 0,2-1 0,-4 3 0,3 2 0,-5 3 220,4-4 1,-1 1-221,-7 7 505,6 0 0,3 0-505,11 0 0,-19 0 0,21 0 0,-24 0 0,17 0 0,-1 0 0,-8 0 0,-1 0 0,-3 0 0,-2 0 0,-2 0 0,-2 0 0,11 0 0,-1 0 0,0 0-297,0 0 0,-1 0 0,-1 0 297,-8 0 0,-2 0 0,0 0 0,2 0 0,1 0 0,-2 0-489,2 0 1,-1 0 0,-1 0-1,0 0 489,3 0 0,1 0 0,-1 0 0,-1 0 0,4 0 0,-2 0 0,0 0 0,-1 0 0,0 0-551,-4 0 1,-2 0-1,0 0 1,0 0 0,0 0 550,2 0 0,0 0 0,0 0 0,-1 0 0,0 0 0,4 0 0,-2 0 0,1 0 0,-1 0 0,1 0 0,1 0 0,-4 0 0,2 0 0,0 0 0,0 0 0,0 0-352,0 0 0,0 0 0,1 1 0,-1-1 1,2-1 351,-6-3 0,0 0 0,2-1 0,0 2-35,4 2 1,2 0 0,0 1-1,1-2 35,-4-3 0,1-1 0,2 1 566,-6 5 0,0 0-566,12 0 0,-1 0 0,0 0 0,4 0 0,-1 0 0,-1 0 0,-7 0 0,-3 0 0,1 0 0,2 0 0,1 0 0,1 0 0,3 0 0,0 0 0,3 0 1306,-8 0 0,3 0-1306,3 0 0,6 0 2242,8 0-2242,-17 0 1072,35 0-1072,-27 0 436,3-23-436,-9 17 0,10-18 0,-5 24 0,5 0 0,-10 0 0,11 0 0,1 0 0,-13 0 0,-5 0 0,0 0 0,22 0 0,-19 0 0,37 0 0,-13 0 0,0 0 0,12 0 0,-11 0 0,-9 0 0,3 0 0,-12 0 0,-1 0 0,-7 0 0,7 0 0,1 0 0,-4 0 0,9 24 0,-3-18 0,4 17 0,5-23 0,-17 0 0,35 0 0,-12 0 0,-7 0 0,17 0 0,-18 16 0,9-12 0,11 12 0,-28-16 0,28 0 0,-11 0 0,15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15.2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10442 8555 24575,'45'0'0,"-13"0"0,3 0 0,10 0 0,6 0 0,-10 0 0,4 0 0,1 0 0,-4 0 0,-2 0 0,-3 0 0,2 0 0,2 0 0,3 0 0,-2 0 0,-8 0 0,7 0 0,-8 0 0,1 0 0,-8 1 0,0-2 0,2-7 0,-1 0 0,-1 6 0,1 0 0,7-6 0,-1 1 0,8 7 0,-1 1 0,2-2 0,-1-7 0,-1 0 0,-2 6 0,0 0 0,2-6 0,-3 0 0,6 8 0,0-23 0,-6 17 0,-10-18 0,5 24 0,-5 0 0,-5 0 0,17 0 0,4 0 0,-2 0 0,-7 0 0,-1 0 0,4 0 0,6 0 0,0 0 0,-21 0 0,17 0 0,-35 0 0,12 0 0,7 0 0,-17 0 0,18 0 0,-24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25.8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27746 7214 24575,'0'30'0,"0"-3"0,0 1 0,0 3 0,0 6 0,0 2 0,0-19 0,0 23 0,0-21 0,0 17 0,0-12 0,0 11 0,0-11 0,0 2 0,0-3 0,0-16 0,0 16 0,0 3 0,0-10 0,0 24 0,0-6 0,0-3 0,0-1 0,0 8 0,-1-7 0,2-1 0,15 4 0,-12 6 0,11 0 0,-15-21 0,0 17 0,0-35 0,0 35 0,0-33 0,0 18 0,0-9 0,0-11 0,0 28 0,0-28 0,0 35 0,0-33 0,0 33 0,0-35 0,0 35 0,0-33 0,0 17 0,0-7 0,0-12 0,0 27 0,0-27 0,0 35 0,0-33 0,0 18 0,0-24 0,0 15 0,0-11 0,0 12 0,0 0 0,0-12 0,0 35 0,0-18 0,0 4 0,0 1 0,0 12 0,0 5 0,0 0 0,0-22 0,0 19 0,0-36 0,0 27 0,0-27 0,0 11 0,0 9 0,0-2 0,0 10 0,0 2 0,0 7 0,0 7 0,0 2 0,0-15 0,0-1 0,5-1 0,1 3 0,-1-1 0,-3 9 0,0 0 0,6 1 0,0-2 0,-8-10 0,0-1 0,0-2 0,0-1 0,0 14 0,23-6 0,-20-4 0,0 1 0,20 7 0,-21-8 0,-4 0 0,2 5 0,0 5 0,16 0 0,-12-6 0,12 6 0,-16-23 0,0 19 0,0-33 0,0 17 0,0-23 0,0 0 0,0 0 0</inkml:trace>
  <inkml:trace contextRef="#ctx0" brushRef="#br0" timeOffset="2550">27869 10495 24575,'0'35'0,"0"12"0,0 4 0,0-14 0,0 1 0,0 3 0,0 4 0,0-4 0,0 0 0,0-1 0,0 5 0,0-4 0,0 0 0,0-10 0,0-7 0,0-20 0,0 35 0,0-17 0,0 2 0,0 3 0,2-1 0,-4 0 0,-9 9 0,-1 1 0,9 4 0,0 0 0,-9-6 0,1-3 0,11 12 0,-16-4 0,12-17 0,-12 5 0,16-11 0,0-16 0,0 16 0,0 11 0,0 10 0,0-4 0,0 1 0,0 7 0,-7 2 0,-1-4 0,4-13 0,-5 4 0,2-5 0,7-21 0,0 11 0</inkml:trace>
  <inkml:trace contextRef="#ctx0" brushRef="#br0" timeOffset="12584">25471 13511 24575,'45'0'0,"-13"0"0,2 0 0,-6 0 0,1 0 0,4 0 0,5 0 0,1 0 0,-2 0 0,3 0 0,1 0 0,-2 0 0,5 0 0,-2 0 0,1 0 0,4 0 0,0 0 0,-6 0 0,-8 0 0,-7 0 0,-6 0 0,19 0 0,-18 0 0,11 1 0,3-2 0,-3-6 0,1-1 0,6 7 0,2-2 0,2-16 0,0-1 0,-3 8 0,1 2 0,3-4 0,0 1 0,-4 5 0,0 0 0,3-4 0,0 0 0,-2 9 0,-1 1 0,5-9 0,-2-2 0,-10 4 0,-1 2 0,-2 6 0,-2-2 0,16-12 0,-16 14 0,4 2 0,11-1 0,3 0 0,0 0 0,0 0 0,-6 1 0,0-2 0,3-7 0,-4 0 0,2 4 0,-11-4 0,-1 0 0,14 8 0,-5 0 0,-13 0 0,1 0 0,11 0 0,6-23 0,0 17 0,-6-17 0,6 23 0,1 0 0,-7 0 0,-10 0 0,-11 0 0,7 0 0,-17 0 0,18 0 0,-9 0 0,29 0 0,-17 11 0,2 1 0,14-9 0,1 0 0,-3 9 0,-2-1 0,-5-9 0,-3-4 0,12 2 0,-28 0 0,9 0 0,-18 16 0,17-12 0,-23 12 0,0-16 0,0 15 0,0-11 0,0 12 0,0-16 0,0 0 0,0 24 0,-23-19 0,17 19 0,-18-24 0,24 0 0,0 0 0,0 0 0</inkml:trace>
  <inkml:trace contextRef="#ctx0" brushRef="#br0" timeOffset="18684">13053 14270 24575,'37'0'0,"0"0"0,1 0 0,3 0 0,4 0 0,0 0 0,4 0 0,1 0 0,2 0-656,-7 0 1,1 0-1,1 0 1,1 0 0,-1 0 210,1 0 0,0 0 0,0 0 1,0 0-1,-1 0 445,-1 0 0,0 0 0,0 0 0,-1 0 0,-1 0-173,4 0 1,-1 0 0,-1 0 0,2 0 172,-8 0 0,1 0 0,0 0 0,0 0 0,1 0 0,3 0 0,2 0 0,-1 0 0,0 0 0,-2 0 0,3 0 0,-2 0 0,0 0 0,0 0 0,3 0 0,2 0 0,-3 0 0,-6 0 672,1 0 1,-4 0-673,4 0 0,-1 0 0,-10 1 0,2-2 0,9-5 0,5-3 0,0 0 0,-1 2 0,0 0 0,1 0 300,-8 0 0,1 0 0,1-1 0,0 2-300,1 2 0,1 0 0,0 0 0,-1 1 0,7-2 0,-2 0 0,2-1 0,-6 0 0,0-1 0,1 0 0,1 0-7,0-2 0,1 0 0,1-1 0,-1 0 7,0 0 0,1-1 0,0 0 0,1 0 0,-7 2 0,1 1 0,1-1 0,-1 0 0,0 1 0,6-2 0,-1 1 0,0-1 0,-1 2 0,-3 1 0,0 1 0,-1-1 0,-2-1-122,6-5 1,-3-2 0,0 4 121,-3 8 0,0 4 0,-1-5 0,-3-8 0,0-3 0,0 3 0,4 8 0,2 5 0,-1-2 0,1-3 0,-1-2 0,0 1 0,0-1 0,1 0 0,-2 2 0,-3 3 0,-2 1 0,1-3 0,4-9 0,1-3 0,-2 3 0,7 8 0,0 2 0,-8-6 0,3-1 0,-1 2-283,4 5 1,0 3 0,0 0 282,-2-1 0,1 0 0,1 0 0,-4 0 0,1 0 0,1 0 0,-2 0 0,6 0 0,-1 0 0,-1 0 0,-4 0 0,-1 0 0,0 0 401,-2 0 0,0 0 0,-2 0-401,7 0 0,-3 0 1026,-7 0 0,0 0-1026,11 0 0,-3 0 417,1 0-417,-8 0 0,0 0 1046,5 0-1046,-6 0 0,2 0 83,-2 0 0,1 0-83,6 0 0,2 0 0,-8 0 0,2 0 0,-1 0 0,2 0 0,0 0 0,0 0 0,-2 0 0,0 0 0,0 0 0,3 0 0,1 0 0,-3 0 0,-2 0 0,-2 0 0,1 2 0,-3-4 0,14-13 0,0 11 0,-21-12 0,1 16 0,-7 0 0,4 0 0,8 0 0,3 0 0,18 0 0,-19 0 0,0 0 0,13 0 0,1 0 0,-23 0 0,3 0 0</inkml:trace>
  <inkml:trace contextRef="#ctx0" brushRef="#br0" timeOffset="23867">17745 12294 24575,'0'-43'0,"0"6"0,0 5 0,0-3 0,0 3 0,0 0 0,0-1 0,0 1 0,0 2 0,0 1 0,0-14 0,0 6 0,0 9 0,0-11 0,0 2 0,0 3 0,0-3 0,0-2 0,0-2 0,0-2 0,0-2 0,0 10 0,0-1 0,0 3 0,0-3 0,0 3 0,0 3 0,0 2 0,0-4 0,0 28 0,0-35 0,-16 33 0,12-33 0,-12 35 0,16-12 0,16 16 0,-12 0 0,35 0 0,6 0 0,-4 8 0,7 0 0,-12-6 0,4-1 0,3-1 0,0 1-656,-2 2 1,1 0-1,1 1 1,2-1 0,0 0 638,-2-2 0,1-1 1,0 0-1,2-1 0,-1 1 1,1 0 16,3 0 0,1 0 0,1 0 0,-1 0 0,0 0 0,-2 0 0,-4 0 0,-1 0 0,0 0 0,-1 0 0,-1 0 0,-1 0 0,12 0 0,-2 0 0,-2 0 0,-2 0-103,2 0 1,-3 0 0,-3 0 102,4 0 0,-6 0 0,-11 0 0,-1 0 0,6 0 0,-1 0 0,4 0 0,-9 0 3276,11 0-3235,-18 0 142,18 0 1,5 0-184,-11 0 0,2 0 0,3 0 0,4 0 0,-2 0 0,6 0 0,0 0 0,-11 0 0,0 0 0,-1 0 0,6 0 0,0 0 0,3 0 0,0 0 0,-3 0 0,1 0 0,-7 0 0,1 0 0,0 0 0,11 0 0,0 0 0,3 0 0,-2 0 0,-11 0 0,-2 0 0,-7 0 0,-1 0 0,0 0 0,-1 0 0,2 0 0,-1 0 0,1 0 0,1 0 0,6 0 0,1 0 0,0 1 0,0-2 0,4-7 0,3 0 0,-9 6 0,3 2 0,-2-2 0,13-5 0,-2-2 0,-10 1 0,-1 0 0,1 1 0,1 5 0,-1 1 0,-2-2 0,2-8 0,-1-1 0,16 2 0,-2 4 0,-7 2 0,-1-3 0,2-2 0,-10 1 0,1 1 0,10 5 0,2 0 0,-10-10 0,0-4 0,-1 4 0,8 9 0,0 1-254,-1-10 1,2-4 0,-1 4 253,-8 9 0,0 3 0,0-1 0,4-4 0,1-1 0,-1 2 0,12 4 0,-4 0 0,-9-8 0,-3 0 0,-7 6 0,-1 0 0,17-14 0,0 16 0,-13 0 0,1 0 0,0 1 0,2-2 0,-1-5 0,3-4 0,0 3-74,6 5 0,0 2 1,1-4 73,1-8 0,-1-3 0,2 3 0,5 8 0,1 5 0,-2-2 0,-6-4 0,-1-1 0,0 1 0,2 4 0,1 2 0,0-1 0,-2 0 0,0 0 0,-1 0 0,-4 0 0,-2 0 0,1 0 0,5 0 0,2 0 0,-1 0 0,-3 0 0,0 0 0,0 0 0,6 0 0,0 0 0,0 0 0,2 0 0,0 0 0,-1 0 0,-5 0 0,0 0 0,0 0 0,3 0 0,1 0 0,-3 0 0,-7 0 0,-2 0 0,1 0 0,10 0 0,2 0 0,-2 0 0,-10 0 0,0 0 0,-1 0-65,3 0 0,0 0 0,0 0 65,-1 0 0,-1 0 0,-1 0 0,8 0 0,-1 0 0,4 0 0,0 0 0,-12 0 0,0 0 0,10 0 0,-1 0 0,-9 0 0,0 0 485,8 0 1,1 0-486,2 0 0,0 0 0,-3 0 0,0 0 0,5 0 0,-1 0 102,-12 0 1,0 0-103,9-1 0,1 2 0,-10 7 0,0 0 0,8-6 0,1 0 0,2 4 0,0 4 0,-2 2 0,-2-1 0,-6-8 0,-1 0 0,2 8 0,-2 1 0,-5-3 0,-1-2 0,8-5 0,3 0 0,-7 7 0,2 2 0,2 0-370,8-1 1,3-2-1,-1 2 370,-1 2 0,-1 0 0,3 1 0,-6-3 0,3 0 0,0 1 0,-3 1 0,8 7 0,-2 1 0,-1 0 0,-4-4 0,-1-1 0,-1 3 0,0 6 0,-1 3 0,-2-2 0,6 4 0,-2-3 0,-6-6 0,-1-2 0,2 2 0,-1-1 0,4 0 0,-10 1 0,-9 1 0,-4-3 1109,-10-12-1109,11 18 0,-15-24 0,-15 0 0,11-24 0,-12 18 0,0-17 0,-11 23 0,5 0 0,-17-16 0,35 12 0,-12 4 0,16 4 0,0 12 0,0 7 0,0-17 0,0 33 0,0-35 0,0 12 0,-23 7 0,17-17 0,-17 18 0,23-9 0,0-11 0,0 12 0,0 0 0,0-12 0,0 11 0,0 9 0,0-18 0,0 33 0,0 4 0,0-12 0,0 3 0,1 6 0,-2 0 0,-7-4 0,0-1 0,6-1 0,0 0 0,-6-6 0,0-1 0,7 0 0,2-1 0,-1 1 0,0-3 0,0-2 0,0 1 0,0-23 0</inkml:trace>
  <inkml:trace contextRef="#ctx0" brushRef="#br0" timeOffset="26150">27234 12171 24575,'44'16'0,"-23"11"0,3-5 0,-9 1 0,-11-23 0,12 0 0,-16 16 0,23-12 0,-17 27 0,18-27 0,-8 12 0,3 7 0,24-1 0,-6 5 0,-10-5 0,-3-5 0,-2-11 0,17 18 0,-35-24 0,27 0 0,-27 0 0,12 0 0,8 0 0,-19 0 0,19 0 0,-8-24 0,-12 18 0,9-12 0,5-3 0,9-6 0,11 5 0,-13 10 0,1 1 0,11-5 0,6 12 0,-23-12 0,-5 1 0,-15 11 0,0-12 0,24 16 0,-18-23 0,33 17 0,-20-34 0,1 37 0,1-17 0,-3 0 0,-12 14 0,18-17 0,-24 23 0,15 0 0,-11 0 0,12 0 0</inkml:trace>
  <inkml:trace contextRef="#ctx0" brushRef="#br0" timeOffset="48589">27199 16704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9:30.5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27411 7761 24575,'-30'0'0,"46"0"0,13 0 0,7 0 0,9 0 0,2 0 0,-5-1 0,-4 2 0,5 15 0,-43-12 0,-16 14 0,-11 3 0,-3-9 0,-4-3 0,-6 6 0,-1-2 0,6-4 0,0-2 0,-4-6 0,1-2 0,-11 1 0,18 0 0,3 0 0,9 0 0,3 0 0,37 0 0,13 0 0,-8 0 0,1 0 0,20 0 0,2 0 0,-6 0 0,0 0 0,5 0 0,0 0 0,-1 0 0,-2 0 0,-4 0 0,-1 0 0,-4 1 0,-6-2 0,-8-15 0,1 12 0,-23-12 0,-39 16 0,16-11 0,-3-1 0,-12 8 0,-4 2 0,-1-10 0,0 0 0,2 11 0,1 2 0,8-1 0,0 0 0,-4 0 0,5 0 0,9 0 0,-17 24 0,35-18 0,-11 17 0,15-23 0,0 0 0,15 16 0,-11-12 0,12 12 0</inkml:trace>
  <inkml:trace contextRef="#ctx0" brushRef="#br0" timeOffset="3000">27358 16369 24575,'45'0'0,"-14"0"0,5 0 0,1 0 0,4 0 0,0 0 0,-2 0 0,0 0 0,1 0 0,2 0 0,0 0 0,-3 0 0,7 0 0,-9 0 0,-16 0 0,-21 0 0,-21 16 0,-10-14 0,-5-1 0,4 8 0,-1-2 0,-7-6 0,0-2 0,5 1 0,-1 0 0,-2 0 0,0 0 0,5 0 0,1 0 0,-3 0 0,0 0 0,8 0 0,1 0 0,0 0 0,1 0 0,-12 0 0,9 0 0,28 0 0,28 0 0,9 0 0,-4 0 0,0 0 0,9 0 0,-8 0 0,-2 0 0,-10 0 0,17 0 0,-35 0 0,12 0 0,-32 0 0,-12 0 0,-9 0 0,-6 0 0,24 0 0,-21 0 0,34 0 0,-17 0 0,23 0 0,23 0 0,-1 0 0,21 0 0,0 0 0,-21 0 0,17 24 0,-35-18 0,12 17 0,-16-23 0,0 0 0</inkml:trace>
  <inkml:trace contextRef="#ctx0" brushRef="#br0" timeOffset="10833">28240 8220 24575,'0'42'0,"0"0"0,11 3 0,1 2 0,-9-8 0,-3 3 0,3 1-415,6-7 0,2 2 0,1-1 0,-5-1 415,-4-1 0,-3 0 0,1 0 0,4 12 0,0 2 0,1-3 0,2-4 0,0 0 0,-6-4 0,-2 3 0,2-1 0,2-4 0,1-1 0,1 2 0,0 1 0,1 3 0,-1 1 0,-1 0-753,-3 0 0,-2 0 1,1 1-1,2 2 753,2-6 0,1 2 0,2 1 0,0 1 0,-1 0 0,-2 0-340,-3 0 1,-1 0 0,-1 0 0,-1 1 0,1-1 0,2 2 339,2 3 0,1 0 0,1 1 0,1 0 0,-2 0 0,-1 0 0,-2 0 0,-1 1 0,-1 0 0,0 0 0,0-1 0,1 1 0,1-1 0,1-1 0,0 1 0,0 0 0,0-1 0,-1 1 0,-1 0 0,-1-1 0,0 1 0,-1 0 0,1 0 0,0-1 0,0-2 0,-1 0 0,0 0 0,1-1 0,0 1 0,2-1 0,1 1 0,1-1 0,0 1 0,1-1 0,-1 0 0,-1-1-383,-1 3 1,-1 0 0,-1-1 0,1 0 0,1 1 382,2 0 0,1 1 0,0 0 0,0-1 0,0-2-171,-1 4 0,1-3 1,-2 1-1,0-1 171,-1 2 0,-2 0 0,1 0 0,0-2 0,3-4 0,0-2 0,1-1 0,-2 1 327,-2-2 0,-1 1 0,-1-2 1,1 0-328,0 4 0,0 0 0,0 0 0,0-2 0,0 2 0,0 0 0,0-3 0,0 2 0,0-3 0,0 4 352,0 3 0,0 3 0,0 1 0,0-1-352,0-6 0,0-2 0,0 1 0,0 1 0,0 6 0,0 2 0,0 0 0,0 0 0,0-2 0,0 0 0,0 0 0,0 0 0,0-1 0,0 0 0,0 0 0,0 0 0,0-2 0,0 0 0,0-1 0,0 0 0,0-2 0,0 0 0,0-1 0,0-1 579,0 7 0,0-1 0,0-1-579,0-2 0,0-1 0,0-4 835,0-4 1,0-1-836,0 2 0,0-2 728,0 5-728,0-9 1810,0-12-1810,0-1 637,0-11-637,0 12 0,0-16 0,0 23 0,0 22 0,0-14 0,0 3 0,0-2 0,0 3 0,0 0 0,0 1 0,0 0 0,0 0 0,0-2 0,0 0 0,0 0 0,0 3 0,0 0 0,0-1 0,0 5 0,0-2 0,0-6 0,0-1 0,0 3 0,0-4 0,0-9 0,0 17 0,0-35 0,0 27 0,0-27 0,0 12 0,0-16 0,0 0 0,0 23 0,0-17 0,0 33 0,0-35 0,0 28 0,0-5 0,0-5 0,0 1 0,0-23 0</inkml:trace>
  <inkml:trace contextRef="#ctx0" brushRef="#br0" timeOffset="15966">27658 10654 24575,'0'35'0,"0"-1"0,0 1 0,0 7 0,0 3 0,0-1 0,0-1 0,0 0 0,0 0 0,0 2 0,0-1 0,0-1 0,0 7 0,0-4 0,0-10 0,0-2 0,0-7 0,0-1 0,0 7 0,0 1 0,0-3 0,0 3 0,0-3 0,0 4 0,0 2 0,0 5 0,0 4 0,0 1 0,0-3 0,0 3 0,0-1 0,0 2-287,0-9 0,0 2 1,0 2-1,0-2 0,0-3 287,0 6 0,0-2 0,0-3 0,0 8 0,0-2 0,1-1 0,-2-5 0,-15-2 0,12-10 0,-11-11 0,15-16 0,-24 0 1434,18 16-1434,-17 27 0,9-13 0,0 5 0,2 4-571,5-1 1,2 4 0,0 2 0,-3 0 570,-2-5 0,-1 0 0,-2 1 0,0 1 0,1 0 0,0 4 0,0 2 0,1 0 0,-1-1 0,0-4 0,0-2 0,0-2 0,0-2 0,-1-1 0,-2 10 0,-1-2 0,2-5 0,2-9 0,1-5 0,-5 3 0,12-11 0,-19-15 0,-9-2 0,-5 11 0,-6 3 0,6-7 0,-4-1 0,-2 0 0,-3 1-343,8 0 0,-1 1 0,-2 1 0,-1-1 0,-1 1 0,-1-1 343,1 0 0,-1-1 0,-2 1 0,0 0 0,0-1 0,-1-1 0,0 0-410,3-1 0,0-1 1,0 0-1,-1-1 1,0 1-1,0-1 0,0 0 1,0 1 318,0 0 0,-1 0 1,1 0-1,-1 1 1,1-1-1,-1 0 1,1-1-1,1 0 91,-5-1 0,1 0 0,0-1 0,1-1 0,-1 1 0,1-1 0,-2 1 0,0 0 0,0 0 0,0 0 0,-1 0 0,0 0 0,1 0 0,-1 0 0,5 0 0,-1 0 0,1 0 0,0 0 0,-1 0 0,1 0 0,-1 0 0,1 0 0,0 0 0,0 0 0,0 0 0,0 0 0,0 0 0,-1 0 0,1 0 0,0 0 0,0 0 0,0 0 0,0 0 0,0 0 0,0 0 0,0 0 0,0 0 0,2 0-330,-4 0 1,1 0 0,1 0-1,0 0 1,0 0 0,1 0 0,0 0 329,-3 0 0,0 0 0,1 0 0,0 0 0,1 0 0,0 0-249,2 1 0,0-1 0,0 1 0,1-1 0,0 0 1,0-2 248,-7-1 0,1-2 0,-1 0 0,1 0 0,-1 0 0,7 1 0,0 2 0,0-1 0,-1 0 0,1-1 0,-2-2 16,-3-3 1,-2-2 0,1-1-1,-1 0 1,-1 0 0,1 2-17,0 2 0,0 1 0,0 2 0,0-1 0,-1-1 0,0-2 0,4-1 0,-1-1 0,0-2 0,0 0 0,-1 0 0,1 1 0,0 2 42,2 3 1,1 1 0,0 1 0,-1 0 0,1 0 0,-1-1-1,0-1-42,-2-3 0,1-2 0,-1-2 0,0 1 0,-1 0 0,-1 2 0,-2 2 0,6 3 0,-3 2 0,-1 1 0,0 1 0,-1 0 0,1 1 0,1-1 0,1 0 0,3-2 0,-7-2 0,2-1 0,2-1 0,1 1 0,-1 0 0,-1 3 0,2 2 0,-2 1 0,-2 1 0,2 1 0,1 0 0,5 0 0,5-1 683,-3 0 0,5 0 1,3 0-684,-11 0 0,3 0 965,10 0 1,0 0-966,-2 0 0,-1 0 0,1 0 0,-3 0 0,0 0 885,0 0 1,-1 0 0,-1 0-886,-4 0 0,-2 0 0,2 0 0,4 0 0,1 0 0,1 0 1092,0 0 0,0 0 0,3 0-546,-1 1 1,1-2-547,-6-9 0,0-4 0,3 4 0,-1-1 0,-11-2 0,-2-2 0,4-2 0,-2 3 0,13 11 0,-1 3 0,0-1 0,-10-7 0,2 0 0,9 8 0,4 0 0,-14 0 733,13 16-733,4-12 0,-11 12 0,8-15 0,-6-2 0,-1 1 0,-3 0 0,-3 0-602,6 0 0,-1 0 1,-2 1-1,-2-2 602,-1-2 0,-2 0 0,-2-1 0,0 1 0,2 0 0,-4 2 0,1 2 0,0-2 0,1-2 0,-2-4 0,-1-4 0,2 0 0,5 1-127,6 4 0,4 0 0,1-4 127,-6-8 0,1-5 0,6-2 0,9-6 0,3-3 0,-1 2 0,-2-3 0,5-2-289,8-3 1,5-1-1,-2-1 289,-7 0 0,-2 1 0,3-4-383,8 3 0,4-4 1,0 0-1,-2 2 383,-3 5 0,-2 0 0,1 1 0,1-3 0,3 2 0,2-3 0,1 0 0,0 0 0,-1-1-42,0 1 1,0 0 0,0 0-1,0-1 1,0 1 41,0-1 0,0 0 0,0 0 0,0 0 0,0-1 0,0-4 0,1-1 0,-1-1 0,0 1 0,-1 2 0,-1 6 0,-2 1 0,0 0 0,1 1 0,0-1 0,2-11 0,1 0 0,-1 1 0,-1 2-60,-3 1 0,-1 3 1,2 0 59,3 2 0,1 0 0,1 7 766,-1-14-766,0 17 0,0 9 1570,0 19-1570,15-12 2564,-11 16-2564,35 0 0,-1 0 0,3 0 0,11 0 0,4 0-656,-13 0 1,3 1-1,2-1 1,3 0 0,2-1 491,-13 0 1,2 0-1,2-1 1,1 0 0,1 0-1,1-1 1,0 1-1,1 1 1,-2-1-165,0 2 0,0-1 0,0 1 1,1 1-1,0-1 0,0 0 1,1 0-1,-1-1 0,0 0 1,1-1 157,0 0 0,1-2 1,1 0-1,-1 0 1,0-1-1,1 0 1,-1 1-1,-1 0 1,0 0-1,0 1 170,0 1 0,0 1 0,0 1 0,-1 0 0,0 0 0,0 0 0,-1-1 0,0 1 0,0-2-274,2 0 1,0-1 0,0 0 0,0-1 0,-2 1 0,1-1-1,-2 2 1,0 0 273,6 1 0,-2 0 0,0 2 0,0-1 0,-1 1 0,1-1-195,-4 0 1,0 0 0,0 0 0,0 0 0,-1 0 0,0 0 0,-2 0 194,8 0 0,-2 0 0,-2 0 0,1 0 0,-1 0 254,0 0 1,0 0 0,0 0 0,-1 0 0,0 0-255,-3 0 0,-1 0 0,0 0 0,0 0 0,-1 0 0,8 0 0,-2 0 0,0 0 0,3 0 0,-6 0 0,2 0 0,1 0 0,0 0 0,1 0 296,-6 0 0,2 0 0,-1 0 0,1 0 0,0 0 0,0 0-296,1 0 0,0 0 0,1 0 0,-1 0 0,2 0 0,-1 0 0,4 0 0,0 0 0,1 0 0,0 0 0,0 0 0,0 0-3,-6 0 1,-1 0-1,1 0 1,0 0-1,0 0 1,0 0 0,1 0 2,0 0 0,0 0 0,1 0 0,-1 0 0,1 0 0,0 0 0,0 0 0,2 0 0,0 0 0,0 0 0,0 0 0,0 0 0,0 0 0,-1 0 0,0 0 0,-1 0 0,0 0 0,-1 0 0,1 0 0,-1 0 0,0 0-6,4 0 1,1 0 0,-2 0 0,1 0 0,-1 0 0,0 0 5,-2 0 0,0 0 0,-1 0 0,0 0 0,0 0 0,-2 0-27,5 0 0,-2 0 0,0 0 1,0 0-1,0 0 27,-1 0 0,1 0 0,0 0 0,-1 0 0,0 0 0,-2 0 0,-1 0 0,0 0 0,0 0 0,1 0 0,-1 0 0,0 0 0,0 0 0,0 0 0,1 0 0,2 0 0,0-1 0,1 0 0,0 1 0,0 2 0,1 1 0,2 2 0,-1 0 0,0 0 0,-1 0 0,-4-1 0,-1 0 0,-1 0 0,1 0 0,-1 2 244,3 2 1,1 1 0,-1 0 0,-2 0 0,-3-1-245,4-1 0,-4-2 0,1 3 915,2 5 1,1 2 0,-3-4-916,2-8 0,-4 0 1416,-5 8 0,-1 1-1416,10-2 0,-2-4 2503,2-2-2503,-2 2 0,2 4 716,-18 2 1,1-1-717,6-8 0,5-3 0,-3 3 165,1 9 0,0-1-165,0-9 0,1-4 0,-2 2 0,1 8 0,-3 0 0,0-6 0,-1 0 0,13 14 0,-24-1 0,-3-11 0,-16 12 0,0 8 0,0-19 0,0 35 0,0-36 0,24 27 0,-18 12 0,13-12 0,1 3 0,-18 9 0,0 2 0,13-6 0,1 2 0,-13-5 0,-3 2 0,1-2 0,6 3 0,2 0 0,-1-3 0,0 1 0,-1 0-274,-5 11 0,2 0 274,8-13 0,3 0 0,-3 3-457,-9 9 0,-4 3 0,3 0 457,6-14 0,3 0 0,0 0 0,-2 1 0,-2 5 0,-3 1 0,1 2 0,1-1-465,2-5 0,1 1 0,0 0 0,1 1 0,-3-1 465,-2 2 0,-1 0 0,-1 1 0,0 1 0,2 1-547,0 0 1,2 2 0,0 1 0,0 0 0,0 1 0,-1 0 524,-2-6 0,-1 0 0,0 0 1,0 1-1,-1-1 0,1 1 1,0 0 21,1 0 0,0 1 0,0 0 0,1 0 0,-1 0 0,-1 0 0,1-1-303,-1 7 0,0-1 1,0 1-1,0-2 1,-1 0-1,-1-1 303,0 4 0,-1-2 0,0 0 0,0-2 0,-1-1 14,1 3 1,0-3 0,0 0 0,0-3-15,0 8 0,0-3 0,0-3 527,0-9 0,0-2 0,0-3-527,0 1 0,0-1 1638,0 9 0,0 0-1585,0-9 1,0 1 1525,0 11 0,0 0-1579,0-11 0,0-1 654,0 9 0,0 0-654,0-8 0,0-1 0,0 8 0,0 0 0,0-4 0,0-1 0,0-8 0,0-1 0,0 17 0,0-24 0,0 21 0,-15-19 0,11 7 0,-12 11 0,16-33 0,0 17 0,0-7 0,0-12 0,0 11 0,0-15 0</inkml:trace>
  <inkml:trace contextRef="#ctx0" brushRef="#br0" timeOffset="23467">27658 9895 24575,'0'35'0,"0"0"0,0-1 0,0 9 0,0 1 0,0 1 0,0-3 0,0 1 0,0 1-639,0 5 0,0 1 0,0-2 639,0-6 0,0-1 0,0-1 0,0-4 0,0-2 0,0 4 0,0 9 0,0 4 0,0 1 0,0-4 0,0-5 0,0-3 0,0 5-401,0-1 0,0 5 0,0 3 1,0-2-1,0-4 401,0 5 0,0-4 0,0 4 0,0-13 0,0 2 0,0 2 0,0 0 0,0 1 40,0-1 0,0 1 1,0 1-1,0 0 0,0-1 1,0 0-41,0 4 0,0-1 0,0 0 0,0-1 0,0 0 0,0-1 0,0 1 0,0-2 0,0-1 0,0-4 0,0 6 0,0-4 0,0-8 0,0-5 0,0 12 845,0-17-845,0 16 0,0 6 0,0-3 0,0 2 495,0-3 1,1 3 0,-2-2-496,-4-5 0,-1 0 0,1 0 0,5 4 0,0 2 0,-4-5 0,-15 2 0,-1-1 377,16 9 0,2-2-377,-9-17 0,-1-1 0,3-1 0,2 1 0,3 16 0,-12-24 0,-7-9 0,-9-4 0,-5-4 0,-8-3 0,-4 0-547,11 1 1,-3 0 0,-2 0 0,-3 0 0,-2 0 0,0 0 350,4 0 1,-1 0 0,-1 0 0,-2 0 0,-1 0 0,0 0 0,-1 0 0,0 0-1,1 0-132,4 0 0,-2 0 0,1 0 1,0 0-1,-1 0 0,0 0 1,0 0-1,0 0 0,0 0 1,0 0 172,-2 0 0,-1 0 0,1 0 0,-1 0 0,0 0 0,0 0 0,0 0 0,1 0 0,0 0 0,1 0 155,-1 0 0,0-1 0,1 1 0,0-1 0,0 1 0,1 0 0,0 0 0,1 1 0,1 0-345,-7 1 1,2 1 0,1 1 0,0-1-1,0 1 1,0 0 0,0 0 344,4-2 0,0 0 0,-1 0 0,0 1 0,1-1 0,-1 1 0,1 0 0,0 1 0,2 1 0,0 1 0,0 1 0,0 1 0,0-1 0,0 0 0,-1-1 0,-1-1-238,1-1 0,-1-1 0,-1-1 0,0 0 0,0 0 0,-1-1 1,1 1-1,0 1 0,1 0 238,-4 1 0,0 1 0,1 1 0,0-1 0,0 1 0,0-1 0,-1-1 0,0 0 0,3-2 0,0-1 0,0-1 0,-1 0 0,0-1 0,1 1 0,-1 0 0,1 0 0,-1 2 0,1 0 0,1 1 0,-1 0 0,1 1 0,-1 0 0,0 0 0,1 0 0,-1 0 0,0-1 0,-1 0 0,-1 1 0,0-1 0,1 0 0,-1 0 0,0 0 0,1 0 0,-1 0 0,1 0 0,2-1 0,0 0 0,0 0 0,0 0 0,0 0 0,0 1 0,1-1 0,-1 1 0,1 0 0,-6 1 0,0 1 0,1 1 0,-1 0 0,1 0 0,0-1 0,2-1 0,1-1 130,-6-1 0,2-1 1,0-1-1,2 0 1,0 0-1,0 1-130,1 1 0,0 1 0,1 0 0,1 0 0,1 0 0,2-1 618,-4-1 0,3-1 1,2-1-1,-1 1-618,1 0 0,-1 0 0,3 0 0,2 0 1261,-10 0 0,2 0-1261,6 0 0,-2 0 0,1 0 0,5 0 0,0 0 0,-2 0 1092,-11 0 0,-2 0 0,1 0-1069,1 0 0,0 0 1,-1 0-24,6 0 0,0 0 0,-2 0 0,1 0 327,-2 0 1,0 0 0,0 0 0,0 0-328,2 0 0,1 0 0,0 0 0,0 0 0,1-1 0,0 0 0,0 1 0,2 2 133,-8 5 1,1 2 0,3-2-134,7-4 0,1-3 0,1 3 0,0 5 0,1 1 0,-1-2 0,1-6 0,0-1 0,-2-1 0,-6 0 0,-2 1 0,-1 1-423,-2 3 0,-1 2 0,-2-1 423,4-3 0,-3-3 0,1 2 0,1 1 0,4 5 0,2 2 0,1 0 0,-1-2 176,2-5 1,1-2 0,0 0 0,2 2-177,-1 3 0,1 1 0,5-2 1685,-14-4-1685,6 0 621,35 0-621,-27 0 1944,27 0-1944,-35-15 482,17-5-482,9-7 0,-1-5 0,-7 1 0,2-2 0,11 1 0,2-4 0,-1 0-643,-6-6 1,-3-2-1,2-2 643,2 3 0,1-2 0,1-2 0,0-2-656,1 4 1,2-2-1,0-1 1,0-1 0,-1-1 621,1 3 0,0-1 0,0-1 1,0 0-1,0-1 0,-1 1 34,1 0 0,-1 0 0,0 0 0,1 0 0,0-1 0,1 0 0,2 6 0,1-1 0,0-1 0,1 1 0,0 0 0,-1 0 0,-1 2 0,-2-4 0,-1 2 0,-1 1 0,1-1 0,0 1 0,2 0 0,3 1 0,1-1 0,1 1 0,1 0 0,-1 1 0,-1 2-275,-3-9 0,-1 2 0,1 1 0,1 0 275,2 4 0,1 0 0,1 1 0,-1 3-70,0 1 1,0 2-1,0 0 70,0-1 0,0 0 0,0 4 715,0-2 0,0 3-715,0-12 3276,0 4-3044,16 33-232,27-18 0,-10 27 0,8 8 0,4-1-547,-9-7 1,3-2 0,3 0 0,2-1 0,1 0 0,0 1 541,1-1 1,1 1 0,1-1-1,2 0 1,0 0 0,2 0 0,0-1-324,-9 0 0,1 0 0,1 0 1,1 0-1,1-1 0,-1 0 1,1 0-1,0-1 0,0-1 1,0-1 160,1-1 0,0-1 1,0 0-1,1-2 1,0 0-1,-1 0 0,1-1 1,0 1-1,0 1 1,0 0-132,-4 1 0,-1 1 0,1-1 0,1 1 0,-1 0 0,0 0 0,0 0 0,0 0 1,0 0-1,0 0 0,0-1 281,0 0 0,0 0 0,0 0 0,0 0 1,0 0-1,0-1 0,0 1 0,0-1 0,0 1 1,0-1-1,-1 1 17,6-1 0,-1-1 0,1 0 0,-1 0 0,0 0 0,1 1 0,-1-1 0,0 2 0,0-1 0,-1 2 0,-2 0 0,0 1 0,0 1 0,0 0 0,-1 0 0,1 0 0,-1 1 0,0-1 0,0 1 0,0-2-225,3 1 0,1-1 0,-1-1 1,0 1-1,0 0 0,-1 0 1,1 0-1,0 1 0,-1 0 225,0 1 0,0 1 0,0 0 0,0 0 0,0 0 0,-1 1 0,0 0 0,0 0 0,-1 0-17,1 0 0,-1 1 1,0 0-1,-1 0 0,1 0 1,-1 0-1,2 1 0,-1-1 17,4 0 0,1 0 0,0 0 0,1 0 0,-1 0 0,0 0 0,0 0 0,-2 0 0,2 0 0,-1 0 0,0 0 0,-1 0 0,0 0 0,0 0 0,1 0 98,-4 0 1,0 0-1,0 0 1,0 0-1,1 0 1,-1 0 0,-1 0-1,0 0-98,2 0 0,-1 0 0,-1 0 0,0 0 0,1 0 0,-2 0 0,1 0 215,7 0 0,-1 0 0,0 0 0,0 0 0,-1 0 0,-1 0-215,-3 0 0,0 0 0,-1 0 0,0 0 0,0 0 0,-1 0 329,6 0 0,-1 0 0,0 0 0,0 0 0,-2 0-329,-4 0 0,-1 0 0,0 0 0,-1 0 0,0 0 493,8 0 0,0 0 1,0 0-1,-2 0-493,-5-1 0,-1 1 0,-1 0 0,2 1 0,2 1 0,0 1 0,1 1 0,0 2 0,2 3 0,0 2 0,0 1 0,0-1 264,-7-2 0,0-2 0,0 1 1,1 1-1,-1 0-264,3 1 0,1 2 0,-1 0 0,1 0 0,-1 0 0,-1 0 0,0 0 0,-1 0 0,1 0 0,0-1 0,1-1 0,0 0 0,0-1 0,0 1 0,-1 0 0,8 5 0,-2 1 0,-1 0 0,1-2 378,-4-2 0,-1-2 0,0 0 0,-1 1-378,-3 0 0,0-1 0,-2 1 0,-1 0 572,3 1 0,-2 0 0,-2 1-572,7 13 0,-2-1 0,3-6 0,-1 0 0,-8 2 0,-2 1 712,1 1 1,1-3-713,8-9 0,0-1 0,-9 11 0,1-2 0,0-15 0,3-5 0,-1 2 0,11 7 0,0-1 0,2-6 0,0-2 0,-4 0 0,-2 2 1174,-8 7 1,-3 0-1175,14-4 1480,-21 35-1480,-24-17 0,0 15 0,0 8 0,0-11 0,0 1 0,0 4-798,0 6 1,0 4 0,0 3 0,0 2 797,0-14 0,0 2 0,0 1 0,-1 0 0,2 2 0,-1 0-469,0 1 1,0 0 0,0 2 0,0 0 0,0 1 0,0 0 0,0 0 323,0-2 1,0 0 0,0 0 0,1 0 0,-1 1 0,0 0 0,0 1 0,-1-1 144,-1-4 0,0 0 0,-1 1 0,1 0 0,-1-1 0,0 1 0,0 0 0,0-1 0,0-1 0,0 4 0,1-1 0,0 1 0,0-2 0,0 1 0,-1 0 0,0-1 0,-2 0 0,0-1 0,0 0 0,-2 1 0,0-1 0,0-1 0,0 0 0,1-1 0,-1 0-343,1 6 1,0-1 0,0-1-1,0-1 1,0 0 0,-1 0 342,1-1 0,-1-1 0,-1 0 0,1 0 0,0-2 0,-1 0-202,0 2 1,-1-2 0,0 0 0,0-2 0,1 1 201,-1 6 0,1-1 0,-1-1 0,-2-5 626,-6-2 1,-2-4-1,4-1-626,4 14 0,0-10 3276,-12-16-2533,7 19 2254,12-33-2997,-12 18 1933,1-24-1933,-28 0 0,10 0 0,-8 0 0,-8 0 0,-4 0 0,-2 0 0,1 0-365,12 0 1,-2 0 0,-1 0 0,0 0 0,-2 0 0,-1 0 0,-2 0 0,-1 0 0,-2 0 145,10 0 1,-2 0-1,-2 0 1,0 0-1,-2 0 1,-1 1-1,0-1 1,-1 0-1,-1 0 1,0 0 0,0 0-1,0 0 1,-1 0-1,1-1 1,0 1 35,6-1 1,-1 0 0,-1 0 0,1 0 0,-1 0 0,0 0 0,-1 0 0,1 0 0,-1-1 0,1 1 0,-1-1 0,0 1 0,0-1 0,0 1 0,0-1 0,0 0 0,0 1 0,0-1 99,0 1 0,-1-1 0,0 0 1,0 1-1,1-1 0,-2 1 0,1-1 1,0 1-1,0-1 0,0 0 0,0 0 1,0 0-1,0 0 0,1 0 0,-1-1 1,1 0-1,0 0 0,0-1-96,-2 0 1,1 0-1,-1-1 1,1 0-1,-1 0 1,1 0-1,0-1 1,0 1 0,0-1-1,0 0 1,1 0-1,0 0 1,0 0-1,1 0 1,0-1 0,1 1-1,1 0 179,-4-1 0,1 0 0,0 1 0,1-1 0,0 0 0,0 0 0,1 0 0,0-1 0,1 1 0,0-1 0,1 1 0,1-1 0,0 0 0,0 0-175,-7-2 0,0 0 0,1 0 1,1 0-1,1-1 0,0 0 1,1 0-1,0 0 0,2-1 1,-1 0 174,1-1 0,0-1 0,2 0 0,-1-1 0,2 0 0,-1 0 0,2 1 0,-1 1 0,1 1 83,-6-1 1,1 2 0,1 0 0,0 1-1,0 0 1,0-1 0,-1-2-84,2 1 0,1-2 0,-1 0 0,0-1 0,0 1 0,0 0 0,0 0 0,0 2 0,-5-2 0,1 2 0,-1 0 0,1 0 0,-1 1 0,1 1 0,0 0 0,0 2 0,0 0 0,0 1 0,1 1 0,-1 0 0,0-1 0,-1 0 0,6 0 0,0 0 0,-1 0 0,0-1 0,1 1 0,-1 0 0,1 1 0,1 0 0,-3 1 0,0 1 0,2 0 0,-1 0 0,0 1 0,1-1 0,-1 1 182,0 0 1,-1-1 0,0 2 0,0-1-1,1 0 1,1 0 0,1-1-183,-8-1 0,0 0 0,2 0 0,2 0 0,1 2 640,1 2 0,1 1 0,2 0 1,1 1-641,-10-1 0,1 0 0,4 0 1609,3 0 1,0 0-1610,2-1 0,-4 0 0,3 3 0,6 5 0,2 2 0,-1-2 0,-2-4 0,-1-3 0,2 3 1638,-9 9 0,2 0-1361,4-11 1,-1-2-278,-3 2 0,-4-2 261,12-6 0,-3-2 0,-1-2 0,0-1-261,-4-2 0,-1-2 0,0 0 0,-1-3-252,4 0 0,-1-2 1,0-2-1,-1 0 1,2 1 251,0 1 0,1-1 0,0 1 0,0-1 0,2 0 0,-5-4 0,0-1 0,3 1 0,1 1 44,0 3 1,2 1 0,2 0-45,3 0 0,2-1 0,7-2 0,9-13 0,4-2 0,-3 6 0,1-3 0,8-8 0,5-6 0,-1 3-317,-1 11 1,0 3 0,0-4 316,0-3 0,0-3 0,0-2 0,0 3 0,0-7 0,0 1 0,0 0 0,-1 5 0,1 0 0,-1-2 0,3 1 80,3-2 0,1-1 0,1 1 0,-2 1-80,-3 5 0,-2 1 0,1 0 0,2 0 0,6-2 0,2 0 0,1 0 0,-4 1 497,-6-2 1,-3 1-1,3 1-497,7-2 0,3 1 0,-1 1 0,-2 3 0,-1 1 0,2 1 0,1-1 0,2 0 0,1 4 132,7-1 0,1 1-132,-2-11 0,3 4 541,7 17 0,1 3-541,-8-11 0,3 1 827,15 6 0,0 3-827,-21 1 0,1 1 421,19 2 1,2 4-422,-11 3 0,3 2 0,9 5 0,6 3 0,2 0-820,-7 0 1,2 0 0,2-1 0,2-2 789,-7 0 1,1-2-1,1 0 1,2-1-1,0 1 1,2 0-381,-8 1 0,1 1 1,2-1-1,-1 1 1,2-1-1,-1 1 0,2-1 1,-1-1 223,1 0 0,0 0 0,0-1 0,1 1 0,1-2 0,-1 1 0,1 0 0,0 0 0,0 0-142,-4 1 0,0-1 0,1 1 1,0 0-1,-1-1 0,1 1 1,0-1-1,1 1 0,-1 0 1,1 0 261,1 0 1,1 0 0,1 1 0,-1-1 0,1 1 0,-1-1 0,1 0 0,-1 1-1,0-1 1,0 0 65,2-1 0,0 1 0,-1-1 0,1 0 0,-1 0 0,0 0 0,-1 1 0,1-1 0,0 0-229,-2 0 1,-1 0 0,1 0 0,0 0-1,-1-1 1,0 2 0,0-1 0,-1 1 0,0 0 228,2 0 0,-1 1 0,0 0 0,-1 1 0,0 0 0,0-1 0,0 1 0,-1-1-36,3 0 0,0-1 0,-1 0 0,0 0 1,0 1-1,0 0 0,-1 1 36,5 0 0,0 2 0,0 0 0,-1 1 0,1-1 0,-1 1 0,0-1 0,0 0 0,-1 0 0,1 0 0,-1 0 0,1 0 0,0 0 0,-1 0 0,0 0 0,1 0 0,0 0 0,0 0 0,-5 0 0,1 0 0,0 0 0,0 0 0,0 0 0,0 0 0,0 0 0,4-1 0,0 1 0,0-1 0,-1 1 0,2 0 0,1 2 61,-3 0 1,1 1-1,1 0 1,0 1-1,0 0 1,0 0-1,-1-1-61,-1 0 0,-1 0 0,0-1 0,0 1 0,1 0 0,-1 1 0,1 0 0,-5 0 0,1 1 0,0 1 0,1 0 0,-1 0 0,0 0 0,0-1 0,0 0 0,6-1 0,-1-2 0,0 1 0,0-1 0,0 0 0,0 1 0,-1 0 0,1 2 0,-1 1 0,0 1 0,0-1 0,0 0 0,-1 0 0,1-2 160,-3-2 0,-1-1 1,1-1-1,-1-1 1,0 1-1,1 1 1,-1 1-161,1 2 0,0 2 0,1 0 0,-1 0 0,0 1 0,-1-1 0,0-1 155,2-1 1,-1-1 0,0 0 0,-1 0 0,0 0 0,0 0-156,-1 0 0,0 0 0,0 0 0,0 0 0,-1 0 0,-1 2 0,6 2 0,-1 2 0,-1 0 0,0-1 0,-1-2 346,7-3 0,-1-4 0,-1 1 0,-3 4-346,-7 4 0,-3 4 0,-1-1 0,0-3 1014,10-6 0,-2-4 0,-5 6-1014,-9 16 0,-1-1 1638,5-15 0,0-2-1635,-2 10 0,-1 0 1497,1-11 1,3-2-1501,-2 1 0,2 0 0,2 0 0,4 0 0,1 0 0,1 0 143,6 0 1,1 0 0,-1 0-144,-2 0 0,0 0 0,-3 0 0,-5-1 0,-3 0 0,-4 3 0,14 13 0,-21 5 0,-22 13 0,-4 8 0,9 3 0,2 4-723,-7-7 0,-2 3 0,0 4 0,1 0 723,2-3 0,1 1 0,-1 2 0,1 1 0,-2 2-469,-1-9 1,0 1 0,-2 1 0,1 1 0,0 1 0,-1-1 0,1 2 377,0-4 0,0 2 1,0-1-1,0 2 1,0-1-1,0 1 0,0 0 1,0 1-248,0-2 0,0 0 0,0 1 0,0 0 0,0 0 0,0 0 0,0 1 1,0-2-1,0 1 338,0 3 0,0-1 0,0 1 0,0-1 0,0 0 0,0 1 0,0-1 0,0 1 0,0 0 0,0 0 0,0 1 0,0-1 0,0 1 0,0-1 0,0 0 0,0 0-267,0-2 0,0 1 1,0 0-1,0-1 1,0 0-1,0-1 1,0 0-1,0-1 267,0 0 0,0-2 0,0 0 0,0 0 0,0-1 0,0 1 0,0 0-39,0 1 1,0 1 0,0 0 0,0 0 0,0-1 0,0 0 0,0-2 38,0 2 0,0-1 0,0 0 0,0-2 0,0 1 0,0 0 157,0 8 1,0 0 0,0 0-1,0-1 1,0 1-158,0-8 0,1 1 0,-1-1 0,0 0 0,0 1 0,-1 0 0,0 2 0,-1 0 0,-1 0 0,0 1 0,0-1 0,-1-1 0,1-1 0,-1-1 0,0 0 0,0 0 0,-2 0 0,0 0 0,-2 3 0,-2 1 0,-1-1 0,0 1 0,0-1 0,1-1 0,0 3 0,1-1 0,-1 0 0,0 0 0,0 0 0,1-6 0,-1 1 0,0 1 0,-1-2 0,2 1 0,-1-2 351,1 2 0,-1-1 1,2-1-1,-1 0 1,2 2-352,2 3 0,1 1 0,1 0 0,-1 0 0,-1-1 0,-5 7 0,-1-2 0,0-1 0,4 0 0,4-4 0,2-1 0,2 0 0,-2 0 569,-3-1 1,-1-1 0,1 0-1,1-3-569,2 1 0,2-3 0,-1-3 522,0 2 0,0-5 1,0 9-1,0-39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18.6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28628 9490 24575,'0'29'0,"0"1"0,0 16 0,0 4 0,0-15 0,0 2 0,0 2-820,0 0 1,0 2 0,0 0 0,0 1 767,0-1 0,0-1 0,0 2 0,0 3 52,0 0 0,0 3 0,0 2 0,0 0 0,0 0 0,0-2 0,0 0 0,0-2 0,0 0 0,0 1 0,0 1 0,0-3 0,0 2 0,0 0 0,0 1 0,0 0 0,0-1 0,0 0 0,0 0 0,0 0 0,0-1 0,0 0 0,0-3 0,0 0 0,0-3 0,0 0 0,0 0 0,0 3-384,0 2 1,0 2 0,0 2 0,0 0 0,0-2 0,0-2 383,0-1 0,0-1 0,0-2 0,0 1 0,0 0 0,0 2 0,1 0 0,-1 1 0,0 1 0,-1 2-34,-1-3 1,-1 1 0,0 1-1,-1 2 1,0 0 0,0 0 0,0-1 33,1 1 0,0 1 0,0-1 0,0 0 0,0 1 0,0-2 0,0 0 0,-1-2 0,0-1 0,0 1 0,0-2 0,0 1 0,0-2 0,0 0 0,1 2 0,0 1 0,0-1 0,0-2 0,1-2 0,1-4 0,0 8 0,1-5 0,1 0-59,-1 0 0,0-2 1,0 0 58,0 11 0,0-2 0,0-4 0,0 0 0,0 5 0,0 0 0,0-13 0,0 1 0,0 1 0,0 4 0,0 1 0,0-2 0,0-3 0,0-2 0,0 1 0,0 4 0,0 1 0,0-2 0,0 7 0,0 0 465,0-10 1,0 0-1,0-4-465,0 17 1320,0-18 1,0-7-1321,0-20 0,0 11 0,0-15 0</inkml:trace>
  <inkml:trace contextRef="#ctx0" brushRef="#br0" timeOffset="6632">18715 10918 24575,'41'0'0,"0"0"0,6 0 0,-14 0 0,5 0 0,-3 0 0,-2 0 0,-1 0 0,7 0 0,2 0 0,-7 0 0,0 0 0,0 0 0,8 2 0,0-4 0,-7-4 0,1-4 0,-3 3 0,0 4 0,-1 0 0,10-9 0,-2 1 0,1 11 0,-7 0 0,-1 0 0,4 0 0,-5 0 0,3 0 0,-3 0 0,0 0 0,1 0 0,-1 0 0,-2 0 0,-1 0 0,1 0 0,-1 0 0,20 0 0,-19 0 0,0 0 0,14 0 0,-1 0 0,-6 0 0,-12 0 0,1 0 0,0 0 0,1 0 0,0 0 0,1 0 0,6 0 0,0 0 0,-6 0 0,-1 0 0,-1 0 0,1 0 0,7 0 0,-1 0 0,8 0 0,-8 0 0,1 0 0,3 0 0,6 0 0,0 0 0,-6 0 0,-12 0 0,1 0 0,1 0 0,-1 0 0,2 0 0,-1 0 0,0 0 0,-1 0 0,17 0 0,-14 0 0,1 0 0,19 0 0,-19 0 0,1 0 0,3 0 0,-2 0 0,9 0 0,-7 0 0,-1 0 0,4 0 0,6 0 0,0 0 0,-21 0 0,2 0 0,-24 0 0,0 23 0,0-17 0,0 17 0,-24-23 0,18 0 0,-17 0 0</inkml:trace>
  <inkml:trace contextRef="#ctx0" brushRef="#br0" timeOffset="8682">21943 12330 24575,'22'14'0,"1"1"0,20 9 0,-15-23 0,3-2 0,0 1 0,2 0 0,0 0 0,3 0 0,-1 0 0,11 0 0,0 0 0,-11 0 0,0 0 0,-1 0 0,7 0 0,-1 0 0,3 0 0,0 0 0,-11 1 0,1-2 0,-2-6 0,4-3 0,-1 3 0,11 4 0,2 0 0,-13-4 0,1-2 0,3 2 0,4 4 0,3 4 0,0 0 0,-2 0 0,-2-1 0,-2 0 0,2 0-296,6 0 0,4 0 0,0 0 0,-6 0 296,-5 0 0,-4 0 0,0 0 0,4 0 0,1 0 0,-2 0-28,6 0 1,-2 0 27,1 0 0,0 0 0,-4 0 0,0 0 0,4-2 0,-1 4 0,-4 9 0,2 1 0,-7-9 0,1-3 0,0 3 0,10 9 0,2 0 0,-10-10 0,3-2 0,1-2 0,0 2 0,8 0 0,0 0 0,2 0 0,-4 0 0,2 0 0,1-1 0,-2 2-20,-7-1 0,-1 0 1,0 0-1,-1 0 20,10-1 0,-1 1 0,2 1 0,-3-1 0,2 0 0,-1 0 0,-5 0 0,7 0 0,0 0-23,-6-1 1,6 2 0,-3-2 0,-12 2 22,-6-1 0,10 0 0,-7 0 0,-28 0 0,35 0 0,-17 0 627,2 0 0,3 0-627,10 0 153,6 0-153,-14-12 0,1 0 0,11 6 0,2-17 0,-27 23 0,-16 0 0</inkml:trace>
  <inkml:trace contextRef="#ctx0" brushRef="#br0" timeOffset="10716">20902 14728 24575,'40'0'0,"0"0"0,0 0 0,-4 0 0,1 0 0,2 0 0,0 0 0,2 0 0,0 0 0,2 0 0,4 0-469,-6 0 1,3 0 0,3 0 0,1 0 0,0 0 0,-2 0 0,-2 0-188,2 0 1,-2 0-1,-1 0 1,1 0 0,2 0 577,2 0 1,3 0 0,0 0-1,1 0 1,-2 0 0,-4 0 188,5 0 1,-3 0 0,-2 0 0,-1 0-112,4 0 0,-3 0 0,4 0 0,-9 0 0,3 0 0,2 0 0,-2 0 0,-1 0 0,-1 0 0,-3 0 0,1 0 0,3 0 0,3 0 0,4 0 0,0 0 0,-1 0 0,-5 0 0,6 0 0,-5 0 0,1 0 353,-6 0 0,1 0 1,-1 0-1,-2 0-353,-1 0 0,-2 0 0,1 0 0,5 0 0,1 0 0,-2 0 0,-3 0 0,-1 0 0,-1 0 0,0 0 0,0 0 0,-1 0 1092,1 0 0,0 0 0,-1 0-942,8 0 0,0 0 377,-7-1 0,1 0 1,-5 3-528,10 14 0,-2-12 0,-39 12 0,0-16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49.0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18838 10707 24575,'45'15'0,"-1"-11"0,-1 12 0,-13-15 0,0-2 0,19 1 0,-7 0 0,-1 0 0,0 0 0,-2 0 0,4 0 0,-2 0 0,-1 0 0,-7 0 0,2 0 0,16 0 0,-4 0 0,-6 0 0,-7 0 0,-1 0 0,4 0 0,-11 0 0,-1 0 0,12 0 0,6 0 0,1 0 0,-7 0 0,6 0 0,0 0 0,-6 0 0,-9 0 0,-2 0 0,3 0 0,20 0 0,-18 0 0,2 0 0,2 0 0,-3 0 0,5 0 0,6 0 0,-23 0 0,19 0 0,-17 0 0,21 0 0,0 0 0,-6 0 0,-5 0 0,3 0 0,-4 0 0,2 0 0,1 0 0,2 0 0,-2 0 0,1 0 0,-1 0 0,9 2 0,-4-4 0,-2-14 0,-3 14 0,-1 0 0,8-13 0,2 15 0,-11 0 0,-5 0 0,10 0 0,-11 0 0,-1 0 0,13 0 0,5 0 0,0 0 0,-6 0 0,-10 0 0,-11 0 0</inkml:trace>
  <inkml:trace contextRef="#ctx0" brushRef="#br0" timeOffset="25100">22207 11994 24575,'45'0'0,"1"0"0,0 0 0,4 0 0,-6 0 0,4 0 0,1 0-960,-1 0 1,1 0 0,1 0 959,-13 0 0,1 0 0,0 0 0,0 0 0,10 0 0,0 0 0,1 0-108,0 0 1,0 0-1,0 0 108,-7 0 0,-2 0 0,1 0 81,1 0 0,-1 0 0,0 0-81,-5 0 0,0 0 0,-1 0 0,0 1 0,-1-1 0,1-1 0,4-3 0,0-1 0,3-1 0,0 1 0,2 0 0,2 0 0,-4 0 0,3-1 0,-3 0 0,2-1 344,-3-3 1,2-1 0,0 0-1,-5 3-344,12 5 0,-4 0 0,-8-8 0,1-1 0,3 10 0,5 5 0,-5-4 0,-9-7 0,-1 0 502,15 7 0,-2-2-502,-2-12 576,0 15-576,-6 0 0,-9 0 0,3 0 0,-4 0 0,-5 0 0,15 0 0,4 0 0,-15 0 0,1 0 0,6 0 0,3 0 0,-1 0 0,5 1 0,0-2 0,1-6 0,3-2 0,-3 1 0,5 5 0,-2 0 0,-9-4 0,0-3 0,-1 4 0,9 5 0,-4 2 0,2-1 0,-10 0 0,-3 0 0,-8 0 0,19 0 0,-33 0 0,17 0 0,-23 0 0,0 0 0,0 23 0,0-17 0,-23 18 0,17-24 0,-17 0 0,7 0 0,12 0 0,-27 0 0,27 0 0,-12 0 0,16 0 0,0 0 0</inkml:trace>
  <inkml:trace contextRef="#ctx0" brushRef="#br0" timeOffset="31749">21149 14640 24575,'43'0'0,"-13"0"0,1 0 0,18 0 0,-9 0 0,2 0 0,-9 0 0,-1 0 0,0 0 0,1 0 0,7 0 0,2 0 0,5 0 0,2 0 0,-2 0 0,2 0 0,-10 0 0,2 0 0,-1 0 0,-5 1 0,0 0 0,-2-3 0,14-5 0,-2-1 0,4 6 0,-1 0 0,-4-7 0,-2 2 0,-14 6 0,1 2 0,11-1 0,2 0 0,-10 0 0,1 0 0,9 0 0,4 0 0,-12 0 0,1 0 0,0 0 0,11 0 0,0 0 0,1 0 0,2 0 0,-12 0 0,0 0 0,-1 0 0,2 0 0,2 0 0,0 0 0,3 0 0,-1 0-140,-5 0 1,-1 0 0,-1 0 139,-1 0 0,0 0 0,0 0 0,3 0 0,0 0 0,-1 0 0,12 0 0,0 0 0,-2 0 0,0 0 0,-5 0 0,-2 0 0,-3 0 0,-5 0 0,-9 0 0,17 0 0,-51 0 0,24 0 0,-28 0 0,16 0 0</inkml:trace>
  <inkml:trace contextRef="#ctx0" brushRef="#br0" timeOffset="53616">12506 9437 24575,'0'45'0,"0"-13"0,0 3 0,0 11 0,0 4 0,0-5 0,0 6 0,0-13 0,0 6 0,0 2 0,0-1 0,0-5 0,0 4 0,0-4 0,0 4-656,0-4 1,0 4-1,0 2 1,0-1 0,0-3 567,0-2 1,0-2 0,0-2 0,0 1 87,0 11 0,0 0 0,0 1-22,0-6 0,0 1 1,0-1-1,0-2 22,0-5 0,0-2 0,0 1 216,0 7 1,0 2-1,0-4-216,0 2 0,0-4 0,1-5 0,-2-1 0,-7 8 0,0 2 891,7 5 0,-2 2-891,-8-9 0,-5 0 0,4 0 0,9-6 0,2 0 0,-1 0 345,-5 2 1,-3 1 0,4-4-346,5-5 0,2 0 122,-1 15 1,0 1-123,0-4 0,0 0 0,0 4 0,0 0 0,1-4 0,-2 1 0,-7 2 0,0 0 0,6-11 0,0 0 0,-3 1 0,-1 3 0,2-5 0,3-4 0,2-1 0,-1 16 0,0-1 0,0-4 0,0-4 0,0 0 0,0 9 0,0-13 0,0 0 0,0 15 0,0-7 0,0-11 0,0-1 0,0-4 0,0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4:01.9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8767 11201 24575,'45'0'0,"-13"0"0,2 0 0,-3 0 0,3 0 0,4 0 0,3 0 0,-1 0 0,8 0 0,1 0-262,-5 0 0,3 0 0,-3 0 262,3 0 0,-2 0 0,2 0 0,2 0 0,-12 0 0,0 0 0,-1 0 0,3 0 0,0 0 21,-3 0 1,2 0 0,-2 0-22,5 0 0,-2 0 0,5 0 0,0 0 0,-10 0 0,1 1 0,0-2 0,1-4 0,-1-1 0,2 1 0,3 3 0,0 2 0,3-2 0,1-1 0,2-2 0,0 0 0,-3 2 0,-2 3 0,-2 0 0,2 0 0,2 0 0,3 0 0,-1 0 0,-4 0 0,6 0 0,-2 0 0,-11 0 0,1 0 0,0 0 0,0 0 0,-1 0 0,1 0 0,11 2 0,0-4 0,1-9 0,2-1 0,-8 10 0,3 2 0,-4-4 0,5-15 0,0-1 0,-7 13 0,3 2 0,1 2 0,-4-2 0,10-4 0,0-1 0,-11 0 0,2-1 0,1 0 0,-5 3 0,6 5 0,-2 1 0,0-6 0,1-1 0,-3 2 0,-4 7 0,-1 0 0,10-7 0,2-2 0,2 8 0,4-2 0,-15-3 0,2-3 0,1 0 0,-1 2 0,7 4 0,0 3 0,1-1-294,-5-2 1,2-2 0,-1 1 0,-1 0 293,5 3 0,-1 2 0,-2-1 0,-7 0 0,-2 0 0,1 0-111,8 0 0,1 0 0,-2 0 111,1 0 0,0 0 0,-9 0 0,2 0 0,1 0 0,3 0 0,2 0 0,-2 0 0,9 0 0,0 0 0,-7 0 0,0 0 0,-3 0 271,-5 0 1,-1 0-272,1 0 0,0 0 61,-2 0 1,-1 0-62,19 0 597,-20 0 0,1 0-597,-1 0 0,1 0 183,2 0 1,0 0-184,0 0 0,1 0 0,1 0 0,-1 0 0,-6 0 0,-2 0 0,7 0 0,-2-2 0,-5 4 0,-19 14 0,17-12 0,-23 12 0,0-16 0,0 15 0,0-11 0,0 12 0,0 8 0,0-19 0,0 19 0</inkml:trace>
  <inkml:trace contextRef="#ctx0" brushRef="#br0" timeOffset="15800">20655 10866 24575,'35'0'0,"-7"0"0,3 0 0,6 0 0,4 0 0,1 0 0,-3 0 0,-1 0 0,2 0 0,10 0 0,1 0 0,-5 0 0,-4 0 0,-3 0 0,4 0 0,-4 0 0,2 0 0,-7 0 0,-1 0 0,4 0 0,-11 0 0,-1 0 0,12 0 0,-9 0 0,3 0 0,-27 0 0,12 0 0</inkml:trace>
  <inkml:trace contextRef="#ctx0" brushRef="#br0" timeOffset="17988">23213 11924 24575,'37'0'0,"0"0"0,-4 0 0,3 0 0,6 0 0,5 0 0,-1 0 0,-5 0 0,-1 0 0,-1 0 0,-5 0 0,0 0 0,0 0 0,3 0 0,1 0 0,-8 0 0,-4 0 0,4 0 0,-5 0 0,-21 0 0,35 0 0,-18 0 0,23 0 0,-1 0 0,-6 0 0,-5 0 0,6 0 0,-2 0 0,-3 0 0,0 0 0,3 0 0,3 0 0,-4 0 0,-7 0 0,-3 0 0,18 0 0,0 0 0,-21 0 0,17 0 0,-12 0 0,11 0 0,5 0 0,-24 0 0,-3 0 0</inkml:trace>
  <inkml:trace contextRef="#ctx0" brushRef="#br0" timeOffset="23133">10654 10989 24575,'30'0'0,"1"0"0,-4 0 0,1 0 0,-1 0 0,-2 0 0,3 0 0,-28 0 0,-28 0 0,-9 0 0,10 0 0,11 0 0,0 0 0,-11 0 0,-10 0 0,-6 0 0,12 0 0,3 0 0,2 0 0,-13 0 0,39 0 0,0 0 0,16 0 0,-12 0 0,11 0 0,-15 0 0,0 0 0,0 0 0</inkml:trace>
  <inkml:trace contextRef="#ctx0" brushRef="#br0" timeOffset="29334">21237 14640 24575,'49'0'0,"0"0"0,-12 0 0,2 0 0,2 0 0,3 0 0,-5 0 0,3 0 0,2 0 0,0 0 0,1 0 0,0 0-547,1 0 1,0 0 0,1 0 0,0 0 0,0 0 0,0 0-1,1 0 1,1 0 0,-1 0 0,1 0 0,-2 0 0,0 0 526,2 0 0,-1 0 0,-1 0 1,0 0-1,1 0 20,-5 0 0,1 0 0,-1 0 0,2 0 0,0 0 0,2 0 0,0 0 0,2 0 0,1 0 0,0 0 0,1 0 0,-1 0 0,0 0 0,-4 0 0,0 0 0,-1-1 0,1 1 0,-1 0 0,1 0 0,1 1 0,-3 1 0,2 0 0,0 1 0,0 1 0,0-1 0,-1 0 0,0 1 0,0-1 0,1 0 0,0 0 0,0-1 0,-1 1 0,-1 0 0,-2 0 0,-2 1 194,10 2 0,-3 1 0,-3 0 0,1 1-194,1 0 0,1 1 0,-3-1 0,-6-2 644,-2-4 1,-6 0-645,8 14 0,5-16 0,-24 0 3276,-3 0-3103,-16 0 966,24 0-1139,13 0 0,8 0 0,4 0 0,-10 0 0,0 0 0,-2 0 0,1 0 0,-3 0 0,-1 0 0,-3 0 0,1 0 0,-4 0 0,0 0 0,-12 0 0,-16 0 0</inkml:trace>
  <inkml:trace contextRef="#ctx0" brushRef="#br0" timeOffset="39150">12594 11113 24575,'30'0'0,"-1"0"0,2 0 0,3 0 0,-1 0 0,2 0 0,1 0 0,10 0 0,0 0 0,2 0 0,0 0 0,-5 0 0,0 0 0,5 0 0,0 0 0,-3 0 0,2 0 0,-8 0 0,2 0 0,-1 0 0,6 0 0,0 0 0,-12 0 0,2 0 0,-2 0 0,6 0 0,0 0 0,4 0 0,-2 0 0,-10 0 0,1 0 0,16 0 0,2 0 0,-5 0 0,0 0 0,-3 0 0,-2 0 0,-8 0 0,-7 0 0,-10 0 0,-16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5:05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2099 10372 24575,'41'0'0,"-1"0"0,1 0 0,0 0 0,4 0 0,1 0 0,3 0 0,2 0 0,1 0 0,-6 0 0,1 0 0,2 0 0,1 0 0,1 0 0,0 0 0,2 0-365,-8 0 1,1 0 0,0 0 0,1 1 0,1-1 0,1 0 0,1 0 0,2-1 0,2 1 145,-11-1 1,2 0-1,1 0 1,1 0-1,1 0 1,1 0-1,1-1 1,0 1-1,1-1 1,0 0 0,1 0-1,-1 0 1,1 0-1,-1 0 1,0-1 25,-3 1 0,0-1 0,1 0 1,0-1-1,0 1 0,1-1 0,0 0 1,-1 1-1,1-1 0,0 0 0,0 0 1,0 0-1,0 0 0,-1 0 0,1 0 1,-1 1-1,-1-1 65,2 1 1,-1 0 0,1-1 0,-2 1-1,1 0 1,0 0 0,-1 0 0,1 0-1,-1 0 1,1 0 0,0 0 0,-1-1-1,1 1 1,1-1 0,-1 0 0,1 0 127,-2 1 0,0-2 0,1 1 0,0-1 0,1 1 0,0-1 0,1 0 0,-1 0 0,0 0 0,0 0 0,-1 0 0,0 0 0,-1 0 0,-1 1 0,-1-1 0,-2 1 0,-1 0 0,-1 0-92,11 0 1,-3-1-1,-1 1 1,-2 0-1,-1 1 1,-1-1-1,-1 1 1,1-1-1,0 1 1,1 0 91,4-1 0,0 1 0,0 0 0,-1 0 0,1-1 0,-1 1 0,0 1 0,-1-1 0,0 0-75,2 1 1,1-1 0,-1 1 0,0 0 0,-1 0 0,-2 0 0,0 1-1,-3 0 75,1 0 0,-3 1 0,-2 0 0,1 0 0,0 1 0,3-1 0,3 0 0,3 0 0,1 0 0,1 0 0,-1 0 0,-2 0 0,-2 0 0,3 0 0,-2 0 0,-2 0 0,1 0 0,3 0 0,-7 0 0,2 0 0,1 0 0,1 0 0,-1 0 0,-1 0 0,-2 0 0,8 0 0,-3 0 0,0 0 0,-1 0 0,0 0 0,1 0 0,0 0 0,0 0 0,-1 0 0,0 0 398,-5 0 1,0 0 0,-1 0 0,-1 0 0,-4 0-399,8 0 0,-4 0 0,0 0 0,4 0 0,1 0 0,-3 0 0,2 0 0,-2 0 0,-1-1 0,3 0 0,-7 3 0,-10 6 0,-1-1 1092,11-6 0,5-2 0,-5 5-477,-10 16 0,-2 0 1023,13-17 0,-1-1 383,6 22-442,-6-24-1579,-12 8 0,1 0 0,0-7 0,1 2 0,7 12 0,3 1 0,3-13 0,0-2 0,-7 6 0,-1 2 0,2 3 0,-2-1 0,6-5 0,5 17 0,0-7 0,-6-12 0,-9 12 0,3-16 0,-27 0 0,12 0 0,7 0 0,-17 0 0,33 0 0,-11 0 0,-7 0 0,3 0 0,-9 0 0,-11 0 0,28 0 0,-5 0 0,-5 0 0,1 0 0,-7 0 0,-12 0 0,35 0 0,-33 0 0,17 0 0,-23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23/2/2026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85C0-DEDB-F0DE-5770-FA58F6A8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46557-D87A-73E2-6D6E-61E8B9B3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892C-A4FC-FDE0-77FC-428DE84D7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5077D-5B20-9FCB-1453-47A7E7B76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173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A87E-5FB5-A053-D62B-FF2B869D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98FF6-0CB8-185B-F2B7-5DC3B291D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40846-5DAF-24F2-6875-8F27443A1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80596-6601-B32B-AE29-F730B6EC3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50549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23/2/2026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23/2/2026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23/2/2026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23/2/2026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23/2/2026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23/2/2026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23/2/2026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23/2/2026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23/2/2026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23/2/2026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23/2/2026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23/2/2026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14:cNvPr>
              <p14:cNvContentPartPr/>
              <p14:nvPr/>
            </p14:nvContentPartPr>
            <p14:xfrm>
              <a:off x="9835200" y="984240"/>
              <a:ext cx="1876680" cy="22615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25840" y="974880"/>
                <a:ext cx="1895400" cy="228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14:cNvPr>
              <p14:cNvContentPartPr/>
              <p14:nvPr/>
            </p14:nvContentPartPr>
            <p14:xfrm>
              <a:off x="3397320" y="2037600"/>
              <a:ext cx="2026080" cy="2422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87960" y="2028240"/>
                <a:ext cx="204480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14:cNvPr>
              <p14:cNvContentPartPr/>
              <p14:nvPr/>
            </p14:nvContentPartPr>
            <p14:xfrm>
              <a:off x="3898800" y="1917720"/>
              <a:ext cx="6737760" cy="13597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89440" y="1908360"/>
                <a:ext cx="6756480" cy="137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14:cNvPr>
              <p14:cNvContentPartPr/>
              <p14:nvPr/>
            </p14:nvContentPartPr>
            <p14:xfrm>
              <a:off x="3759120" y="3035160"/>
              <a:ext cx="730800" cy="45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9760" y="3025800"/>
                <a:ext cx="74952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14:cNvPr>
              <p14:cNvContentPartPr/>
              <p14:nvPr/>
            </p14:nvContentPartPr>
            <p14:xfrm>
              <a:off x="4699080" y="2597040"/>
              <a:ext cx="5651640" cy="3416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89720" y="2587680"/>
                <a:ext cx="5670360" cy="343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14:cNvPr>
              <p14:cNvContentPartPr/>
              <p14:nvPr/>
            </p14:nvContentPartPr>
            <p14:xfrm>
              <a:off x="6089400" y="2793600"/>
              <a:ext cx="4198320" cy="3658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80040" y="2784240"/>
                <a:ext cx="4217040" cy="367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14:cNvPr>
              <p14:cNvContentPartPr/>
              <p14:nvPr/>
            </p14:nvContentPartPr>
            <p14:xfrm>
              <a:off x="6737400" y="3416400"/>
              <a:ext cx="3569400" cy="18990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28040" y="3407040"/>
                <a:ext cx="3588120" cy="19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14:cNvPr>
              <p14:cNvContentPartPr/>
              <p14:nvPr/>
            </p14:nvContentPartPr>
            <p14:xfrm>
              <a:off x="4457520" y="3397320"/>
              <a:ext cx="4820040" cy="18741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48160" y="3387960"/>
                <a:ext cx="4838760" cy="189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14:cNvPr>
              <p14:cNvContentPartPr/>
              <p14:nvPr/>
            </p14:nvContentPartPr>
            <p14:xfrm>
              <a:off x="3156120" y="3911760"/>
              <a:ext cx="5924880" cy="14036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46760" y="3902400"/>
                <a:ext cx="5943600" cy="142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14:cNvPr>
              <p14:cNvContentPartPr/>
              <p14:nvPr/>
            </p14:nvContentPartPr>
            <p14:xfrm>
              <a:off x="755640" y="3625200"/>
              <a:ext cx="3372120" cy="1094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6280" y="3615840"/>
                <a:ext cx="3390840" cy="12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D11CC-24EC-59BF-D05D-B5C375DA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F2ED-4D20-88A0-7683-D80E7B4F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4F65-E90F-72AB-86FA-A7C41C4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0511-AADC-B824-D395-5F01300CEBC4}"/>
              </a:ext>
            </a:extLst>
          </p:cNvPr>
          <p:cNvSpPr txBox="1"/>
          <p:nvPr/>
        </p:nvSpPr>
        <p:spPr>
          <a:xfrm>
            <a:off x="692315" y="2474893"/>
            <a:ext cx="945162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7DE4-1BBE-09D8-2C41-8B3E80803FAD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23056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 …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F04B-A947-DF5A-E287-A614B38EE3F3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37023-74C5-979E-057A-898BE45EEF1A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3" y="3751022"/>
            <a:ext cx="298022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 is an example of a </a:t>
            </a:r>
            <a:r>
              <a:rPr lang="en-CA" b="1" dirty="0"/>
              <a:t>pure function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only depends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make functions pure if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882F-1EBA-878F-0419-7C78713D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4AE2-DB1D-6BFE-E6C2-BD105450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18C5C-A2A6-DAFB-EED1-17D48F23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93777-FC5E-EEDC-0AA8-C1F3E99C299B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CE0C36-A2EE-64D6-3ED5-C5FFFA5D832A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28C5D0-A0D0-3886-158C-F172E3A66C46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D54685-262B-DFEA-C4B4-30E18DBDBF1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147724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F4A50D-D8B9-24A2-CF5F-B80C1DEC9CEC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 that scores a word for a puzzle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230A4-194E-4184-95C5-E1B0EE0134E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A4F8B5B-04FD-8F26-8E30-3F5D6A46992C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270EA4-1FD7-CF3E-6D21-A745D402CC3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23ADFF-0DC1-14EF-E28D-7EC46295425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6CD40DC-4833-AE46-EB0D-7DA7D0343282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719177" y="4902052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959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7D8174-328E-9171-0EF9-41B449F86FB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(word,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puzzle_letters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5169243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0C36F-EF08-2EE5-EBF5-266FE4C8DF4E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D180E-7A76-103A-A5EF-F6B6E677EE6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D0445C-C0B9-DD9B-A990-057013B90790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ECEDE-0163-7D72-1A0D-A9624FDA574C}"/>
              </a:ext>
            </a:extLst>
          </p:cNvPr>
          <p:cNvSpPr txBox="1"/>
          <p:nvPr/>
        </p:nvSpPr>
        <p:spPr>
          <a:xfrm>
            <a:off x="7930145" y="4361941"/>
            <a:ext cx="354496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Note</a:t>
            </a:r>
            <a:r>
              <a:rPr lang="en-CA" dirty="0"/>
              <a:t>: The official Spelling Bee puzzle has its own personal list of allowable words, which is not the same as </a:t>
            </a:r>
            <a:r>
              <a:rPr lang="en-CA" b="1" dirty="0" err="1"/>
              <a:t>words.txt</a:t>
            </a:r>
            <a:r>
              <a:rPr lang="en-CA" dirty="0"/>
              <a:t>. So we might miss some words, or claim some words the official puzzle rejects.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17DB9-B17B-48F0-5368-E5AC938DFEF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C2C-71BC-E179-2C3C-54F23083FFA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1F9C5-CB5A-4AE2-3811-DF8AA0BB959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DFB6F-E89F-DB36-0EC8-E26B3D6227B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7734</Words>
  <Application>Microsoft Macintosh PowerPoint</Application>
  <PresentationFormat>Widescreen</PresentationFormat>
  <Paragraphs>1329</Paragraphs>
  <Slides>81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6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2026-02-23T18:05:35Z</dcterms:modified>
</cp:coreProperties>
</file>