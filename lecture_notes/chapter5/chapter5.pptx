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2"/>
  </p:notesMasterIdLst>
  <p:sldIdLst>
    <p:sldId id="256" r:id="rId2"/>
    <p:sldId id="297" r:id="rId3"/>
    <p:sldId id="399" r:id="rId4"/>
    <p:sldId id="398" r:id="rId5"/>
    <p:sldId id="300" r:id="rId6"/>
    <p:sldId id="299" r:id="rId7"/>
    <p:sldId id="302" r:id="rId8"/>
    <p:sldId id="301" r:id="rId9"/>
    <p:sldId id="304" r:id="rId10"/>
    <p:sldId id="305" r:id="rId11"/>
    <p:sldId id="306" r:id="rId12"/>
    <p:sldId id="307" r:id="rId13"/>
    <p:sldId id="308" r:id="rId14"/>
    <p:sldId id="309" r:id="rId15"/>
    <p:sldId id="298" r:id="rId16"/>
    <p:sldId id="310" r:id="rId17"/>
    <p:sldId id="311" r:id="rId18"/>
    <p:sldId id="312" r:id="rId19"/>
    <p:sldId id="387" r:id="rId20"/>
    <p:sldId id="388" r:id="rId21"/>
    <p:sldId id="315" r:id="rId22"/>
    <p:sldId id="314" r:id="rId23"/>
    <p:sldId id="316" r:id="rId24"/>
    <p:sldId id="317" r:id="rId25"/>
    <p:sldId id="389" r:id="rId26"/>
    <p:sldId id="318" r:id="rId27"/>
    <p:sldId id="401" r:id="rId28"/>
    <p:sldId id="319" r:id="rId29"/>
    <p:sldId id="400" r:id="rId30"/>
    <p:sldId id="321" r:id="rId31"/>
    <p:sldId id="320" r:id="rId32"/>
    <p:sldId id="322" r:id="rId33"/>
    <p:sldId id="323" r:id="rId34"/>
    <p:sldId id="324" r:id="rId35"/>
    <p:sldId id="325" r:id="rId36"/>
    <p:sldId id="326" r:id="rId37"/>
    <p:sldId id="327" r:id="rId38"/>
    <p:sldId id="328" r:id="rId39"/>
    <p:sldId id="329" r:id="rId40"/>
    <p:sldId id="330" r:id="rId41"/>
    <p:sldId id="331" r:id="rId42"/>
    <p:sldId id="332" r:id="rId43"/>
    <p:sldId id="390" r:id="rId44"/>
    <p:sldId id="334" r:id="rId45"/>
    <p:sldId id="333" r:id="rId46"/>
    <p:sldId id="402" r:id="rId47"/>
    <p:sldId id="335" r:id="rId48"/>
    <p:sldId id="336" r:id="rId49"/>
    <p:sldId id="337" r:id="rId50"/>
    <p:sldId id="338" r:id="rId51"/>
    <p:sldId id="339" r:id="rId52"/>
    <p:sldId id="340" r:id="rId53"/>
    <p:sldId id="341" r:id="rId54"/>
    <p:sldId id="343" r:id="rId55"/>
    <p:sldId id="362" r:id="rId56"/>
    <p:sldId id="344" r:id="rId57"/>
    <p:sldId id="345" r:id="rId58"/>
    <p:sldId id="346" r:id="rId59"/>
    <p:sldId id="347" r:id="rId60"/>
    <p:sldId id="348" r:id="rId61"/>
    <p:sldId id="349" r:id="rId62"/>
    <p:sldId id="350" r:id="rId63"/>
    <p:sldId id="351" r:id="rId64"/>
    <p:sldId id="352" r:id="rId65"/>
    <p:sldId id="353" r:id="rId66"/>
    <p:sldId id="354" r:id="rId67"/>
    <p:sldId id="355" r:id="rId68"/>
    <p:sldId id="356" r:id="rId69"/>
    <p:sldId id="357" r:id="rId70"/>
    <p:sldId id="358" r:id="rId71"/>
    <p:sldId id="361" r:id="rId72"/>
    <p:sldId id="397" r:id="rId73"/>
    <p:sldId id="359" r:id="rId74"/>
    <p:sldId id="363" r:id="rId75"/>
    <p:sldId id="404" r:id="rId76"/>
    <p:sldId id="405" r:id="rId77"/>
    <p:sldId id="407" r:id="rId78"/>
    <p:sldId id="408" r:id="rId79"/>
    <p:sldId id="411" r:id="rId80"/>
    <p:sldId id="409" r:id="rId81"/>
    <p:sldId id="410" r:id="rId82"/>
    <p:sldId id="412" r:id="rId83"/>
    <p:sldId id="413" r:id="rId84"/>
    <p:sldId id="372" r:id="rId85"/>
    <p:sldId id="373" r:id="rId86"/>
    <p:sldId id="375" r:id="rId87"/>
    <p:sldId id="376" r:id="rId88"/>
    <p:sldId id="374" r:id="rId89"/>
    <p:sldId id="378" r:id="rId90"/>
    <p:sldId id="377" r:id="rId91"/>
    <p:sldId id="379" r:id="rId92"/>
    <p:sldId id="380" r:id="rId93"/>
    <p:sldId id="381" r:id="rId94"/>
    <p:sldId id="382" r:id="rId95"/>
    <p:sldId id="383" r:id="rId96"/>
    <p:sldId id="384" r:id="rId97"/>
    <p:sldId id="385" r:id="rId98"/>
    <p:sldId id="391" r:id="rId99"/>
    <p:sldId id="393" r:id="rId100"/>
    <p:sldId id="395" r:id="rId101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7F5DC55-D197-47B7-A7F6-A7260DECC2E4}">
          <p14:sldIdLst>
            <p14:sldId id="256"/>
          </p14:sldIdLst>
        </p14:section>
        <p14:section name="Remainder Operator" id="{F3DEB9C3-7672-404C-A318-28F2F83F31A0}">
          <p14:sldIdLst>
            <p14:sldId id="297"/>
            <p14:sldId id="399"/>
            <p14:sldId id="398"/>
            <p14:sldId id="300"/>
            <p14:sldId id="299"/>
            <p14:sldId id="302"/>
            <p14:sldId id="301"/>
            <p14:sldId id="304"/>
            <p14:sldId id="305"/>
            <p14:sldId id="306"/>
            <p14:sldId id="307"/>
            <p14:sldId id="308"/>
            <p14:sldId id="309"/>
            <p14:sldId id="298"/>
            <p14:sldId id="310"/>
            <p14:sldId id="311"/>
            <p14:sldId id="312"/>
            <p14:sldId id="387"/>
            <p14:sldId id="388"/>
            <p14:sldId id="315"/>
            <p14:sldId id="314"/>
            <p14:sldId id="316"/>
            <p14:sldId id="317"/>
          </p14:sldIdLst>
        </p14:section>
        <p14:section name="Boolean expressions" id="{E90E72B3-EF5C-44E6-BCE7-EE1AE4A5CD2C}">
          <p14:sldIdLst>
            <p14:sldId id="389"/>
            <p14:sldId id="318"/>
            <p14:sldId id="401"/>
            <p14:sldId id="319"/>
            <p14:sldId id="400"/>
            <p14:sldId id="321"/>
            <p14:sldId id="320"/>
            <p14:sldId id="322"/>
            <p14:sldId id="323"/>
            <p14:sldId id="324"/>
            <p14:sldId id="325"/>
            <p14:sldId id="326"/>
          </p14:sldIdLst>
        </p14:section>
        <p14:section name="Inequalities" id="{3693D44A-98A3-4E5E-8B8F-1C7D7E85DB01}">
          <p14:sldIdLst>
            <p14:sldId id="327"/>
            <p14:sldId id="328"/>
            <p14:sldId id="329"/>
            <p14:sldId id="330"/>
            <p14:sldId id="331"/>
          </p14:sldIdLst>
        </p14:section>
        <p14:section name="Logical Operators" id="{62CF7C83-B1B0-4F5D-BA8E-E8222FB9797B}">
          <p14:sldIdLst>
            <p14:sldId id="332"/>
            <p14:sldId id="390"/>
            <p14:sldId id="334"/>
            <p14:sldId id="333"/>
            <p14:sldId id="402"/>
          </p14:sldIdLst>
        </p14:section>
        <p14:section name="If-statements" id="{D4220CB2-E0AB-4425-80A5-1FFC487C707C}">
          <p14:sldIdLst>
            <p14:sldId id="335"/>
            <p14:sldId id="336"/>
            <p14:sldId id="337"/>
            <p14:sldId id="338"/>
            <p14:sldId id="339"/>
            <p14:sldId id="340"/>
            <p14:sldId id="341"/>
            <p14:sldId id="343"/>
            <p14:sldId id="362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61"/>
            <p14:sldId id="397"/>
          </p14:sldIdLst>
        </p14:section>
        <p14:section name="Recursion" id="{D04F6D11-18A2-48E4-A4E0-599B1964EA24}">
          <p14:sldIdLst>
            <p14:sldId id="359"/>
            <p14:sldId id="363"/>
            <p14:sldId id="404"/>
            <p14:sldId id="405"/>
            <p14:sldId id="407"/>
            <p14:sldId id="408"/>
            <p14:sldId id="411"/>
            <p14:sldId id="409"/>
            <p14:sldId id="410"/>
            <p14:sldId id="412"/>
            <p14:sldId id="413"/>
          </p14:sldIdLst>
        </p14:section>
        <p14:section name="Tracing a Recursive Function" id="{6134E3A5-D5B9-4043-990D-1C8917636CAA}">
          <p14:sldIdLst>
            <p14:sldId id="372"/>
            <p14:sldId id="373"/>
            <p14:sldId id="375"/>
            <p14:sldId id="376"/>
            <p14:sldId id="374"/>
            <p14:sldId id="378"/>
            <p14:sldId id="377"/>
            <p14:sldId id="379"/>
            <p14:sldId id="380"/>
            <p14:sldId id="381"/>
            <p14:sldId id="382"/>
            <p14:sldId id="383"/>
            <p14:sldId id="384"/>
            <p14:sldId id="385"/>
          </p14:sldIdLst>
        </p14:section>
        <p14:section name="Practice Question 1" id="{B520ED5D-D5B5-4FB4-895A-A6878F412336}">
          <p14:sldIdLst>
            <p14:sldId id="391"/>
          </p14:sldIdLst>
        </p14:section>
        <p14:section name="Practice Question 2" id="{ABB7FC6E-DBC0-4ED4-B0DE-512465D89178}">
          <p14:sldIdLst>
            <p14:sldId id="393"/>
          </p14:sldIdLst>
        </p14:section>
        <p14:section name="Practice Question 3" id="{24A54FA3-C345-4E38-AB3C-D31B44E6E6DE}">
          <p14:sldIdLst>
            <p14:sldId id="3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9AD567-726A-7B49-A25E-19B99E4B39ED}" v="25" dt="2026-02-09T06:34:06.029"/>
    <p1510:client id="{90AC8FFC-31AD-CE4D-9E94-3A998B109FBE}" v="1" dt="2026-02-09T17:36:09.7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0"/>
    <p:restoredTop sz="96327"/>
  </p:normalViewPr>
  <p:slideViewPr>
    <p:cSldViewPr snapToGrid="0">
      <p:cViewPr varScale="1">
        <p:scale>
          <a:sx n="144" d="100"/>
          <a:sy n="144" d="100"/>
        </p:scale>
        <p:origin x="23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microsoft.com/office/2016/11/relationships/changesInfo" Target="changesInfos/changesInfo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presProps" Target="presProps.xml"/><Relationship Id="rId108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undo custSel addSld modSld modSection">
      <pc:chgData name="Toby Donaldson" userId="2e6e5431-bb17-4c41-9985-d39c50d83c73" providerId="ADAL" clId="{F31BC264-820E-54C4-A6D1-F92AF9CC222E}" dt="2026-02-09T17:50:35.354" v="505" actId="20577"/>
      <pc:docMkLst>
        <pc:docMk/>
      </pc:docMkLst>
      <pc:sldChg chg="addSp delSp modSp mod">
        <pc:chgData name="Toby Donaldson" userId="2e6e5431-bb17-4c41-9985-d39c50d83c73" providerId="ADAL" clId="{F31BC264-820E-54C4-A6D1-F92AF9CC222E}" dt="2026-02-04T17:09:05.745" v="48" actId="11529"/>
        <pc:sldMkLst>
          <pc:docMk/>
          <pc:sldMk cId="3108921986" sldId="297"/>
        </pc:sldMkLst>
        <pc:spChg chg="add mod">
          <ac:chgData name="Toby Donaldson" userId="2e6e5431-bb17-4c41-9985-d39c50d83c73" providerId="ADAL" clId="{F31BC264-820E-54C4-A6D1-F92AF9CC222E}" dt="2026-02-04T17:08:54.325" v="47" actId="1076"/>
          <ac:spMkLst>
            <pc:docMk/>
            <pc:sldMk cId="3108921986" sldId="297"/>
            <ac:spMk id="6" creationId="{E6D75887-15B7-8930-865A-BA394CBEB46A}"/>
          </ac:spMkLst>
        </pc:spChg>
        <pc:cxnChg chg="add">
          <ac:chgData name="Toby Donaldson" userId="2e6e5431-bb17-4c41-9985-d39c50d83c73" providerId="ADAL" clId="{F31BC264-820E-54C4-A6D1-F92AF9CC222E}" dt="2026-02-04T17:09:05.745" v="48" actId="11529"/>
          <ac:cxnSpMkLst>
            <pc:docMk/>
            <pc:sldMk cId="3108921986" sldId="297"/>
            <ac:cxnSpMk id="8" creationId="{251EB173-558D-A33E-53C8-A4AE1CBF3F57}"/>
          </ac:cxnSpMkLst>
        </pc:cxnChg>
      </pc:sldChg>
      <pc:sldChg chg="delSp mod">
        <pc:chgData name="Toby Donaldson" userId="2e6e5431-bb17-4c41-9985-d39c50d83c73" providerId="ADAL" clId="{F31BC264-820E-54C4-A6D1-F92AF9CC222E}" dt="2026-02-04T17:09:51.254" v="49" actId="21"/>
        <pc:sldMkLst>
          <pc:docMk/>
          <pc:sldMk cId="3016795140" sldId="299"/>
        </pc:sldMkLst>
      </pc:sldChg>
      <pc:sldChg chg="delSp mod">
        <pc:chgData name="Toby Donaldson" userId="2e6e5431-bb17-4c41-9985-d39c50d83c73" providerId="ADAL" clId="{F31BC264-820E-54C4-A6D1-F92AF9CC222E}" dt="2026-02-04T17:10:03.115" v="50" actId="21"/>
        <pc:sldMkLst>
          <pc:docMk/>
          <pc:sldMk cId="2175829944" sldId="301"/>
        </pc:sldMkLst>
      </pc:sldChg>
      <pc:sldChg chg="modSp mod">
        <pc:chgData name="Toby Donaldson" userId="2e6e5431-bb17-4c41-9985-d39c50d83c73" providerId="ADAL" clId="{F31BC264-820E-54C4-A6D1-F92AF9CC222E}" dt="2026-02-04T17:11:32.736" v="53" actId="20577"/>
        <pc:sldMkLst>
          <pc:docMk/>
          <pc:sldMk cId="2317714996" sldId="317"/>
        </pc:sldMkLst>
        <pc:spChg chg="mod">
          <ac:chgData name="Toby Donaldson" userId="2e6e5431-bb17-4c41-9985-d39c50d83c73" providerId="ADAL" clId="{F31BC264-820E-54C4-A6D1-F92AF9CC222E}" dt="2026-02-04T17:11:32.736" v="53" actId="20577"/>
          <ac:spMkLst>
            <pc:docMk/>
            <pc:sldMk cId="2317714996" sldId="317"/>
            <ac:spMk id="8" creationId="{60083F5A-8736-F857-10CC-A3BEFD16D2CF}"/>
          </ac:spMkLst>
        </pc:spChg>
      </pc:sldChg>
      <pc:sldChg chg="addSp delSp modSp mod">
        <pc:chgData name="Toby Donaldson" userId="2e6e5431-bb17-4c41-9985-d39c50d83c73" providerId="ADAL" clId="{F31BC264-820E-54C4-A6D1-F92AF9CC222E}" dt="2026-02-04T17:15:47.276" v="269" actId="21"/>
        <pc:sldMkLst>
          <pc:docMk/>
          <pc:sldMk cId="1531055308" sldId="318"/>
        </pc:sldMkLst>
      </pc:sldChg>
      <pc:sldChg chg="addSp modSp mod">
        <pc:chgData name="Toby Donaldson" userId="2e6e5431-bb17-4c41-9985-d39c50d83c73" providerId="ADAL" clId="{F31BC264-820E-54C4-A6D1-F92AF9CC222E}" dt="2026-02-04T17:13:14.426" v="131" actId="14100"/>
        <pc:sldMkLst>
          <pc:docMk/>
          <pc:sldMk cId="4273788612" sldId="319"/>
        </pc:sldMkLst>
        <pc:spChg chg="add mod">
          <ac:chgData name="Toby Donaldson" userId="2e6e5431-bb17-4c41-9985-d39c50d83c73" providerId="ADAL" clId="{F31BC264-820E-54C4-A6D1-F92AF9CC222E}" dt="2026-02-04T17:12:56.942" v="126" actId="1076"/>
          <ac:spMkLst>
            <pc:docMk/>
            <pc:sldMk cId="4273788612" sldId="319"/>
            <ac:spMk id="6" creationId="{F25F5254-5CED-EA41-5294-9082B1E1815F}"/>
          </ac:spMkLst>
        </pc:spChg>
        <pc:cxnChg chg="add">
          <ac:chgData name="Toby Donaldson" userId="2e6e5431-bb17-4c41-9985-d39c50d83c73" providerId="ADAL" clId="{F31BC264-820E-54C4-A6D1-F92AF9CC222E}" dt="2026-02-04T17:13:05.316" v="127" actId="11529"/>
          <ac:cxnSpMkLst>
            <pc:docMk/>
            <pc:sldMk cId="4273788612" sldId="319"/>
            <ac:cxnSpMk id="8" creationId="{64677700-BC89-5CF3-0E2C-93DD717747C9}"/>
          </ac:cxnSpMkLst>
        </pc:cxnChg>
        <pc:cxnChg chg="add mod">
          <ac:chgData name="Toby Donaldson" userId="2e6e5431-bb17-4c41-9985-d39c50d83c73" providerId="ADAL" clId="{F31BC264-820E-54C4-A6D1-F92AF9CC222E}" dt="2026-02-04T17:13:14.426" v="131" actId="14100"/>
          <ac:cxnSpMkLst>
            <pc:docMk/>
            <pc:sldMk cId="4273788612" sldId="319"/>
            <ac:cxnSpMk id="9" creationId="{8EF44964-D30A-985D-76D7-5282B8A19739}"/>
          </ac:cxnSpMkLst>
        </pc:cxnChg>
      </pc:sldChg>
      <pc:sldChg chg="modSp mod">
        <pc:chgData name="Toby Donaldson" userId="2e6e5431-bb17-4c41-9985-d39c50d83c73" providerId="ADAL" clId="{F31BC264-820E-54C4-A6D1-F92AF9CC222E}" dt="2026-02-04T18:20:20.758" v="291" actId="313"/>
        <pc:sldMkLst>
          <pc:docMk/>
          <pc:sldMk cId="3488065849" sldId="328"/>
        </pc:sldMkLst>
        <pc:spChg chg="mod">
          <ac:chgData name="Toby Donaldson" userId="2e6e5431-bb17-4c41-9985-d39c50d83c73" providerId="ADAL" clId="{F31BC264-820E-54C4-A6D1-F92AF9CC222E}" dt="2026-02-04T18:20:14.408" v="283" actId="20577"/>
          <ac:spMkLst>
            <pc:docMk/>
            <pc:sldMk cId="3488065849" sldId="328"/>
            <ac:spMk id="5" creationId="{60BC7659-6F35-B7C9-634B-01522F33601D}"/>
          </ac:spMkLst>
        </pc:spChg>
        <pc:spChg chg="mod">
          <ac:chgData name="Toby Donaldson" userId="2e6e5431-bb17-4c41-9985-d39c50d83c73" providerId="ADAL" clId="{F31BC264-820E-54C4-A6D1-F92AF9CC222E}" dt="2026-02-04T18:20:20.758" v="291" actId="313"/>
          <ac:spMkLst>
            <pc:docMk/>
            <pc:sldMk cId="3488065849" sldId="328"/>
            <ac:spMk id="9" creationId="{6F5F0FD9-D2CB-5627-E5A3-97A86E525C84}"/>
          </ac:spMkLst>
        </pc:spChg>
      </pc:sldChg>
      <pc:sldChg chg="modSp mod">
        <pc:chgData name="Toby Donaldson" userId="2e6e5431-bb17-4c41-9985-d39c50d83c73" providerId="ADAL" clId="{F31BC264-820E-54C4-A6D1-F92AF9CC222E}" dt="2026-02-04T18:20:09.275" v="281" actId="313"/>
        <pc:sldMkLst>
          <pc:docMk/>
          <pc:sldMk cId="2454781990" sldId="330"/>
        </pc:sldMkLst>
        <pc:spChg chg="mod">
          <ac:chgData name="Toby Donaldson" userId="2e6e5431-bb17-4c41-9985-d39c50d83c73" providerId="ADAL" clId="{F31BC264-820E-54C4-A6D1-F92AF9CC222E}" dt="2026-02-04T18:20:09.275" v="281" actId="313"/>
          <ac:spMkLst>
            <pc:docMk/>
            <pc:sldMk cId="2454781990" sldId="330"/>
            <ac:spMk id="9" creationId="{FCE1AAD1-0B1E-77B8-D4F6-E547DA498E1E}"/>
          </ac:spMkLst>
        </pc:spChg>
      </pc:sldChg>
      <pc:sldChg chg="addSp modSp mod">
        <pc:chgData name="Toby Donaldson" userId="2e6e5431-bb17-4c41-9985-d39c50d83c73" providerId="ADAL" clId="{F31BC264-820E-54C4-A6D1-F92AF9CC222E}" dt="2026-02-06T17:45:18.599" v="494"/>
        <pc:sldMkLst>
          <pc:docMk/>
          <pc:sldMk cId="4071468877" sldId="333"/>
        </pc:sldMkLst>
        <pc:spChg chg="add mod">
          <ac:chgData name="Toby Donaldson" userId="2e6e5431-bb17-4c41-9985-d39c50d83c73" providerId="ADAL" clId="{F31BC264-820E-54C4-A6D1-F92AF9CC222E}" dt="2026-02-06T17:03:05.636" v="477" actId="20577"/>
          <ac:spMkLst>
            <pc:docMk/>
            <pc:sldMk cId="4071468877" sldId="333"/>
            <ac:spMk id="5" creationId="{84028999-52D6-C7EB-9F08-03BEAC01AC61}"/>
          </ac:spMkLst>
        </pc:spChg>
        <pc:inkChg chg="add">
          <ac:chgData name="Toby Donaldson" userId="2e6e5431-bb17-4c41-9985-d39c50d83c73" providerId="ADAL" clId="{F31BC264-820E-54C4-A6D1-F92AF9CC222E}" dt="2026-02-06T17:45:18.599" v="494"/>
          <ac:inkMkLst>
            <pc:docMk/>
            <pc:sldMk cId="4071468877" sldId="333"/>
            <ac:inkMk id="9" creationId="{9DD907AF-CC8C-BD4E-DBE0-457A49A3717D}"/>
          </ac:inkMkLst>
        </pc:inkChg>
      </pc:sldChg>
      <pc:sldChg chg="addSp modSp mod">
        <pc:chgData name="Toby Donaldson" userId="2e6e5431-bb17-4c41-9985-d39c50d83c73" providerId="ADAL" clId="{F31BC264-820E-54C4-A6D1-F92AF9CC222E}" dt="2026-02-06T17:45:18.599" v="494"/>
        <pc:sldMkLst>
          <pc:docMk/>
          <pc:sldMk cId="3885508006" sldId="334"/>
        </pc:sldMkLst>
        <pc:spChg chg="add mod">
          <ac:chgData name="Toby Donaldson" userId="2e6e5431-bb17-4c41-9985-d39c50d83c73" providerId="ADAL" clId="{F31BC264-820E-54C4-A6D1-F92AF9CC222E}" dt="2026-02-06T17:03:20.563" v="482" actId="1076"/>
          <ac:spMkLst>
            <pc:docMk/>
            <pc:sldMk cId="3885508006" sldId="334"/>
            <ac:spMk id="5" creationId="{5E7791D8-20FE-FC7F-C7AF-148D0A7406E9}"/>
          </ac:spMkLst>
        </pc:spChg>
        <pc:inkChg chg="add">
          <ac:chgData name="Toby Donaldson" userId="2e6e5431-bb17-4c41-9985-d39c50d83c73" providerId="ADAL" clId="{F31BC264-820E-54C4-A6D1-F92AF9CC222E}" dt="2026-02-06T17:45:18.599" v="494"/>
          <ac:inkMkLst>
            <pc:docMk/>
            <pc:sldMk cId="3885508006" sldId="334"/>
            <ac:inkMk id="9" creationId="{AE9CB283-7911-B2A9-2D20-783803353C47}"/>
          </ac:inkMkLst>
        </pc:inkChg>
      </pc:sldChg>
      <pc:sldChg chg="addSp">
        <pc:chgData name="Toby Donaldson" userId="2e6e5431-bb17-4c41-9985-d39c50d83c73" providerId="ADAL" clId="{F31BC264-820E-54C4-A6D1-F92AF9CC222E}" dt="2026-02-06T18:24:25.989" v="495"/>
        <pc:sldMkLst>
          <pc:docMk/>
          <pc:sldMk cId="1720491985" sldId="335"/>
        </pc:sldMkLst>
        <pc:inkChg chg="add">
          <ac:chgData name="Toby Donaldson" userId="2e6e5431-bb17-4c41-9985-d39c50d83c73" providerId="ADAL" clId="{F31BC264-820E-54C4-A6D1-F92AF9CC222E}" dt="2026-02-06T18:24:25.989" v="495"/>
          <ac:inkMkLst>
            <pc:docMk/>
            <pc:sldMk cId="1720491985" sldId="335"/>
            <ac:inkMk id="3" creationId="{E9746202-3B00-221C-D632-58946CFBE7E1}"/>
          </ac:inkMkLst>
        </pc:inkChg>
      </pc:sldChg>
      <pc:sldChg chg="addSp">
        <pc:chgData name="Toby Donaldson" userId="2e6e5431-bb17-4c41-9985-d39c50d83c73" providerId="ADAL" clId="{F31BC264-820E-54C4-A6D1-F92AF9CC222E}" dt="2026-02-06T18:24:25.989" v="495"/>
        <pc:sldMkLst>
          <pc:docMk/>
          <pc:sldMk cId="1702262640" sldId="336"/>
        </pc:sldMkLst>
        <pc:inkChg chg="add">
          <ac:chgData name="Toby Donaldson" userId="2e6e5431-bb17-4c41-9985-d39c50d83c73" providerId="ADAL" clId="{F31BC264-820E-54C4-A6D1-F92AF9CC222E}" dt="2026-02-06T18:24:25.989" v="495"/>
          <ac:inkMkLst>
            <pc:docMk/>
            <pc:sldMk cId="1702262640" sldId="336"/>
            <ac:inkMk id="6" creationId="{B0411ECE-8C11-4360-FE2B-8B62695E5670}"/>
          </ac:inkMkLst>
        </pc:inkChg>
      </pc:sldChg>
      <pc:sldChg chg="addSp">
        <pc:chgData name="Toby Donaldson" userId="2e6e5431-bb17-4c41-9985-d39c50d83c73" providerId="ADAL" clId="{F31BC264-820E-54C4-A6D1-F92AF9CC222E}" dt="2026-02-06T18:24:25.989" v="495"/>
        <pc:sldMkLst>
          <pc:docMk/>
          <pc:sldMk cId="1038925990" sldId="339"/>
        </pc:sldMkLst>
        <pc:inkChg chg="add">
          <ac:chgData name="Toby Donaldson" userId="2e6e5431-bb17-4c41-9985-d39c50d83c73" providerId="ADAL" clId="{F31BC264-820E-54C4-A6D1-F92AF9CC222E}" dt="2026-02-06T18:24:25.989" v="495"/>
          <ac:inkMkLst>
            <pc:docMk/>
            <pc:sldMk cId="1038925990" sldId="339"/>
            <ac:inkMk id="6" creationId="{F26647DD-F946-1C3A-8C7A-CB3ED29DDB15}"/>
          </ac:inkMkLst>
        </pc:inkChg>
      </pc:sldChg>
      <pc:sldChg chg="addSp">
        <pc:chgData name="Toby Donaldson" userId="2e6e5431-bb17-4c41-9985-d39c50d83c73" providerId="ADAL" clId="{F31BC264-820E-54C4-A6D1-F92AF9CC222E}" dt="2026-02-06T18:24:25.989" v="495"/>
        <pc:sldMkLst>
          <pc:docMk/>
          <pc:sldMk cId="2898579699" sldId="340"/>
        </pc:sldMkLst>
        <pc:inkChg chg="add">
          <ac:chgData name="Toby Donaldson" userId="2e6e5431-bb17-4c41-9985-d39c50d83c73" providerId="ADAL" clId="{F31BC264-820E-54C4-A6D1-F92AF9CC222E}" dt="2026-02-06T18:24:25.989" v="495"/>
          <ac:inkMkLst>
            <pc:docMk/>
            <pc:sldMk cId="2898579699" sldId="340"/>
            <ac:inkMk id="6" creationId="{7F5A56DA-34A1-1458-4656-066802C1B1C4}"/>
          </ac:inkMkLst>
        </pc:inkChg>
      </pc:sldChg>
      <pc:sldChg chg="addSp">
        <pc:chgData name="Toby Donaldson" userId="2e6e5431-bb17-4c41-9985-d39c50d83c73" providerId="ADAL" clId="{F31BC264-820E-54C4-A6D1-F92AF9CC222E}" dt="2026-02-06T18:24:25.989" v="495"/>
        <pc:sldMkLst>
          <pc:docMk/>
          <pc:sldMk cId="4014983717" sldId="341"/>
        </pc:sldMkLst>
        <pc:inkChg chg="add">
          <ac:chgData name="Toby Donaldson" userId="2e6e5431-bb17-4c41-9985-d39c50d83c73" providerId="ADAL" clId="{F31BC264-820E-54C4-A6D1-F92AF9CC222E}" dt="2026-02-06T18:24:25.989" v="495"/>
          <ac:inkMkLst>
            <pc:docMk/>
            <pc:sldMk cId="4014983717" sldId="341"/>
            <ac:inkMk id="6" creationId="{E6174090-60EF-7718-B9AE-7CBC4BD6F35F}"/>
          </ac:inkMkLst>
        </pc:inkChg>
      </pc:sldChg>
      <pc:sldChg chg="addSp">
        <pc:chgData name="Toby Donaldson" userId="2e6e5431-bb17-4c41-9985-d39c50d83c73" providerId="ADAL" clId="{F31BC264-820E-54C4-A6D1-F92AF9CC222E}" dt="2026-02-06T18:24:25.989" v="495"/>
        <pc:sldMkLst>
          <pc:docMk/>
          <pc:sldMk cId="3285907966" sldId="343"/>
        </pc:sldMkLst>
        <pc:inkChg chg="add">
          <ac:chgData name="Toby Donaldson" userId="2e6e5431-bb17-4c41-9985-d39c50d83c73" providerId="ADAL" clId="{F31BC264-820E-54C4-A6D1-F92AF9CC222E}" dt="2026-02-06T18:24:25.989" v="495"/>
          <ac:inkMkLst>
            <pc:docMk/>
            <pc:sldMk cId="3285907966" sldId="343"/>
            <ac:inkMk id="5" creationId="{84A9F03E-E2DC-A8B9-C58F-168D12BE948B}"/>
          </ac:inkMkLst>
        </pc:inkChg>
      </pc:sldChg>
      <pc:sldChg chg="addSp">
        <pc:chgData name="Toby Donaldson" userId="2e6e5431-bb17-4c41-9985-d39c50d83c73" providerId="ADAL" clId="{F31BC264-820E-54C4-A6D1-F92AF9CC222E}" dt="2026-02-06T18:24:25.989" v="495"/>
        <pc:sldMkLst>
          <pc:docMk/>
          <pc:sldMk cId="1057551346" sldId="345"/>
        </pc:sldMkLst>
        <pc:inkChg chg="add">
          <ac:chgData name="Toby Donaldson" userId="2e6e5431-bb17-4c41-9985-d39c50d83c73" providerId="ADAL" clId="{F31BC264-820E-54C4-A6D1-F92AF9CC222E}" dt="2026-02-06T18:24:25.989" v="495"/>
          <ac:inkMkLst>
            <pc:docMk/>
            <pc:sldMk cId="1057551346" sldId="345"/>
            <ac:inkMk id="6" creationId="{E57BB091-D247-FD4B-35D2-CF53863E832E}"/>
          </ac:inkMkLst>
        </pc:inkChg>
      </pc:sldChg>
      <pc:sldChg chg="addSp">
        <pc:chgData name="Toby Donaldson" userId="2e6e5431-bb17-4c41-9985-d39c50d83c73" providerId="ADAL" clId="{F31BC264-820E-54C4-A6D1-F92AF9CC222E}" dt="2026-02-06T18:24:25.989" v="495"/>
        <pc:sldMkLst>
          <pc:docMk/>
          <pc:sldMk cId="4044506947" sldId="346"/>
        </pc:sldMkLst>
        <pc:inkChg chg="add">
          <ac:chgData name="Toby Donaldson" userId="2e6e5431-bb17-4c41-9985-d39c50d83c73" providerId="ADAL" clId="{F31BC264-820E-54C4-A6D1-F92AF9CC222E}" dt="2026-02-06T18:24:25.989" v="495"/>
          <ac:inkMkLst>
            <pc:docMk/>
            <pc:sldMk cId="4044506947" sldId="346"/>
            <ac:inkMk id="6" creationId="{B19562A1-B529-E9F7-7F1A-42C4FA872466}"/>
          </ac:inkMkLst>
        </pc:inkChg>
      </pc:sldChg>
      <pc:sldChg chg="addSp">
        <pc:chgData name="Toby Donaldson" userId="2e6e5431-bb17-4c41-9985-d39c50d83c73" providerId="ADAL" clId="{F31BC264-820E-54C4-A6D1-F92AF9CC222E}" dt="2026-02-06T18:24:25.989" v="495"/>
        <pc:sldMkLst>
          <pc:docMk/>
          <pc:sldMk cId="2657708492" sldId="347"/>
        </pc:sldMkLst>
        <pc:inkChg chg="add">
          <ac:chgData name="Toby Donaldson" userId="2e6e5431-bb17-4c41-9985-d39c50d83c73" providerId="ADAL" clId="{F31BC264-820E-54C4-A6D1-F92AF9CC222E}" dt="2026-02-06T18:24:25.989" v="495"/>
          <ac:inkMkLst>
            <pc:docMk/>
            <pc:sldMk cId="2657708492" sldId="347"/>
            <ac:inkMk id="6" creationId="{D7F2FDB4-311B-68B1-9ECE-742EE486172B}"/>
          </ac:inkMkLst>
        </pc:inkChg>
      </pc:sldChg>
      <pc:sldChg chg="addSp">
        <pc:chgData name="Toby Donaldson" userId="2e6e5431-bb17-4c41-9985-d39c50d83c73" providerId="ADAL" clId="{F31BC264-820E-54C4-A6D1-F92AF9CC222E}" dt="2026-02-06T18:24:25.989" v="495"/>
        <pc:sldMkLst>
          <pc:docMk/>
          <pc:sldMk cId="237995310" sldId="351"/>
        </pc:sldMkLst>
        <pc:inkChg chg="add">
          <ac:chgData name="Toby Donaldson" userId="2e6e5431-bb17-4c41-9985-d39c50d83c73" providerId="ADAL" clId="{F31BC264-820E-54C4-A6D1-F92AF9CC222E}" dt="2026-02-06T18:24:25.989" v="495"/>
          <ac:inkMkLst>
            <pc:docMk/>
            <pc:sldMk cId="237995310" sldId="351"/>
            <ac:inkMk id="3" creationId="{DEC46BD3-69FC-ECE0-CEA8-0312794913DD}"/>
          </ac:inkMkLst>
        </pc:inkChg>
      </pc:sldChg>
      <pc:sldChg chg="addSp">
        <pc:chgData name="Toby Donaldson" userId="2e6e5431-bb17-4c41-9985-d39c50d83c73" providerId="ADAL" clId="{F31BC264-820E-54C4-A6D1-F92AF9CC222E}" dt="2026-02-06T18:24:25.989" v="495"/>
        <pc:sldMkLst>
          <pc:docMk/>
          <pc:sldMk cId="3682672744" sldId="353"/>
        </pc:sldMkLst>
        <pc:inkChg chg="add">
          <ac:chgData name="Toby Donaldson" userId="2e6e5431-bb17-4c41-9985-d39c50d83c73" providerId="ADAL" clId="{F31BC264-820E-54C4-A6D1-F92AF9CC222E}" dt="2026-02-06T18:24:25.989" v="495"/>
          <ac:inkMkLst>
            <pc:docMk/>
            <pc:sldMk cId="3682672744" sldId="353"/>
            <ac:inkMk id="10" creationId="{EE4B7AD5-155E-9C45-25E8-EE8A4AE15920}"/>
          </ac:inkMkLst>
        </pc:inkChg>
      </pc:sldChg>
      <pc:sldChg chg="addSp">
        <pc:chgData name="Toby Donaldson" userId="2e6e5431-bb17-4c41-9985-d39c50d83c73" providerId="ADAL" clId="{F31BC264-820E-54C4-A6D1-F92AF9CC222E}" dt="2026-02-06T18:24:25.989" v="495"/>
        <pc:sldMkLst>
          <pc:docMk/>
          <pc:sldMk cId="1944055237" sldId="356"/>
        </pc:sldMkLst>
        <pc:inkChg chg="add">
          <ac:chgData name="Toby Donaldson" userId="2e6e5431-bb17-4c41-9985-d39c50d83c73" providerId="ADAL" clId="{F31BC264-820E-54C4-A6D1-F92AF9CC222E}" dt="2026-02-06T18:24:25.989" v="495"/>
          <ac:inkMkLst>
            <pc:docMk/>
            <pc:sldMk cId="1944055237" sldId="356"/>
            <ac:inkMk id="3" creationId="{68570F42-BC27-FAC3-A75B-71BBA819FE16}"/>
          </ac:inkMkLst>
        </pc:inkChg>
      </pc:sldChg>
      <pc:sldChg chg="addSp">
        <pc:chgData name="Toby Donaldson" userId="2e6e5431-bb17-4c41-9985-d39c50d83c73" providerId="ADAL" clId="{F31BC264-820E-54C4-A6D1-F92AF9CC222E}" dt="2026-02-06T18:24:25.989" v="495"/>
        <pc:sldMkLst>
          <pc:docMk/>
          <pc:sldMk cId="1723111724" sldId="357"/>
        </pc:sldMkLst>
        <pc:inkChg chg="add">
          <ac:chgData name="Toby Donaldson" userId="2e6e5431-bb17-4c41-9985-d39c50d83c73" providerId="ADAL" clId="{F31BC264-820E-54C4-A6D1-F92AF9CC222E}" dt="2026-02-06T18:24:25.989" v="495"/>
          <ac:inkMkLst>
            <pc:docMk/>
            <pc:sldMk cId="1723111724" sldId="357"/>
            <ac:inkMk id="5" creationId="{A949BB1E-3AA0-EAD6-CEDF-54E939BA7717}"/>
          </ac:inkMkLst>
        </pc:inkChg>
      </pc:sldChg>
      <pc:sldChg chg="addSp">
        <pc:chgData name="Toby Donaldson" userId="2e6e5431-bb17-4c41-9985-d39c50d83c73" providerId="ADAL" clId="{F31BC264-820E-54C4-A6D1-F92AF9CC222E}" dt="2026-02-06T18:24:25.989" v="495"/>
        <pc:sldMkLst>
          <pc:docMk/>
          <pc:sldMk cId="4001447535" sldId="358"/>
        </pc:sldMkLst>
        <pc:inkChg chg="add">
          <ac:chgData name="Toby Donaldson" userId="2e6e5431-bb17-4c41-9985-d39c50d83c73" providerId="ADAL" clId="{F31BC264-820E-54C4-A6D1-F92AF9CC222E}" dt="2026-02-06T18:24:25.989" v="495"/>
          <ac:inkMkLst>
            <pc:docMk/>
            <pc:sldMk cId="4001447535" sldId="358"/>
            <ac:inkMk id="5" creationId="{383A160F-41CF-BA07-DEC3-DDF36E400FD3}"/>
          </ac:inkMkLst>
        </pc:inkChg>
      </pc:sldChg>
      <pc:sldChg chg="addSp">
        <pc:chgData name="Toby Donaldson" userId="2e6e5431-bb17-4c41-9985-d39c50d83c73" providerId="ADAL" clId="{F31BC264-820E-54C4-A6D1-F92AF9CC222E}" dt="2026-02-09T17:36:09.783" v="499"/>
        <pc:sldMkLst>
          <pc:docMk/>
          <pc:sldMk cId="479954462" sldId="359"/>
        </pc:sldMkLst>
        <pc:inkChg chg="add">
          <ac:chgData name="Toby Donaldson" userId="2e6e5431-bb17-4c41-9985-d39c50d83c73" providerId="ADAL" clId="{F31BC264-820E-54C4-A6D1-F92AF9CC222E}" dt="2026-02-09T17:36:09.783" v="499"/>
          <ac:inkMkLst>
            <pc:docMk/>
            <pc:sldMk cId="479954462" sldId="359"/>
            <ac:inkMk id="3" creationId="{D7F0285B-0437-4151-0D23-24A255E2A906}"/>
          </ac:inkMkLst>
        </pc:inkChg>
      </pc:sldChg>
      <pc:sldChg chg="addSp">
        <pc:chgData name="Toby Donaldson" userId="2e6e5431-bb17-4c41-9985-d39c50d83c73" providerId="ADAL" clId="{F31BC264-820E-54C4-A6D1-F92AF9CC222E}" dt="2026-02-06T18:24:25.989" v="495"/>
        <pc:sldMkLst>
          <pc:docMk/>
          <pc:sldMk cId="876541978" sldId="362"/>
        </pc:sldMkLst>
        <pc:inkChg chg="add">
          <ac:chgData name="Toby Donaldson" userId="2e6e5431-bb17-4c41-9985-d39c50d83c73" providerId="ADAL" clId="{F31BC264-820E-54C4-A6D1-F92AF9CC222E}" dt="2026-02-06T18:24:25.989" v="495"/>
          <ac:inkMkLst>
            <pc:docMk/>
            <pc:sldMk cId="876541978" sldId="362"/>
            <ac:inkMk id="9" creationId="{C004167B-9653-ABEF-38CF-D82322A03A0A}"/>
          </ac:inkMkLst>
        </pc:inkChg>
      </pc:sldChg>
      <pc:sldChg chg="addSp modSp mod">
        <pc:chgData name="Toby Donaldson" userId="2e6e5431-bb17-4c41-9985-d39c50d83c73" providerId="ADAL" clId="{F31BC264-820E-54C4-A6D1-F92AF9CC222E}" dt="2026-02-06T17:45:18.599" v="494"/>
        <pc:sldMkLst>
          <pc:docMk/>
          <pc:sldMk cId="684983360" sldId="390"/>
        </pc:sldMkLst>
        <pc:spChg chg="add mod">
          <ac:chgData name="Toby Donaldson" userId="2e6e5431-bb17-4c41-9985-d39c50d83c73" providerId="ADAL" clId="{F31BC264-820E-54C4-A6D1-F92AF9CC222E}" dt="2026-02-06T17:03:47.145" v="493" actId="1076"/>
          <ac:spMkLst>
            <pc:docMk/>
            <pc:sldMk cId="684983360" sldId="390"/>
            <ac:spMk id="5" creationId="{6188A5F9-3F17-3346-939E-D9EC29466E23}"/>
          </ac:spMkLst>
        </pc:spChg>
        <pc:inkChg chg="add">
          <ac:chgData name="Toby Donaldson" userId="2e6e5431-bb17-4c41-9985-d39c50d83c73" providerId="ADAL" clId="{F31BC264-820E-54C4-A6D1-F92AF9CC222E}" dt="2026-02-06T17:45:18.599" v="494"/>
          <ac:inkMkLst>
            <pc:docMk/>
            <pc:sldMk cId="684983360" sldId="390"/>
            <ac:inkMk id="9" creationId="{78F3F44F-B87D-7FF4-9972-6F1227588D6B}"/>
          </ac:inkMkLst>
        </pc:inkChg>
      </pc:sldChg>
      <pc:sldChg chg="modSp mod">
        <pc:chgData name="Toby Donaldson" userId="2e6e5431-bb17-4c41-9985-d39c50d83c73" providerId="ADAL" clId="{F31BC264-820E-54C4-A6D1-F92AF9CC222E}" dt="2026-02-06T18:43:21.448" v="496" actId="5793"/>
        <pc:sldMkLst>
          <pc:docMk/>
          <pc:sldMk cId="2490867769" sldId="391"/>
        </pc:sldMkLst>
        <pc:spChg chg="mod">
          <ac:chgData name="Toby Donaldson" userId="2e6e5431-bb17-4c41-9985-d39c50d83c73" providerId="ADAL" clId="{F31BC264-820E-54C4-A6D1-F92AF9CC222E}" dt="2026-02-06T18:43:21.448" v="496" actId="5793"/>
          <ac:spMkLst>
            <pc:docMk/>
            <pc:sldMk cId="2490867769" sldId="391"/>
            <ac:spMk id="6" creationId="{DB35E2F8-9B36-497B-43F5-3523C21725F9}"/>
          </ac:spMkLst>
        </pc:spChg>
      </pc:sldChg>
      <pc:sldChg chg="modSp mod">
        <pc:chgData name="Toby Donaldson" userId="2e6e5431-bb17-4c41-9985-d39c50d83c73" providerId="ADAL" clId="{F31BC264-820E-54C4-A6D1-F92AF9CC222E}" dt="2026-02-06T18:48:02.681" v="498" actId="20577"/>
        <pc:sldMkLst>
          <pc:docMk/>
          <pc:sldMk cId="1641751640" sldId="393"/>
        </pc:sldMkLst>
        <pc:spChg chg="mod">
          <ac:chgData name="Toby Donaldson" userId="2e6e5431-bb17-4c41-9985-d39c50d83c73" providerId="ADAL" clId="{F31BC264-820E-54C4-A6D1-F92AF9CC222E}" dt="2026-02-06T18:48:02.681" v="498" actId="20577"/>
          <ac:spMkLst>
            <pc:docMk/>
            <pc:sldMk cId="1641751640" sldId="393"/>
            <ac:spMk id="5" creationId="{0D05A3E2-9EF9-9474-1125-484444D04367}"/>
          </ac:spMkLst>
        </pc:spChg>
      </pc:sldChg>
      <pc:sldChg chg="addSp">
        <pc:chgData name="Toby Donaldson" userId="2e6e5431-bb17-4c41-9985-d39c50d83c73" providerId="ADAL" clId="{F31BC264-820E-54C4-A6D1-F92AF9CC222E}" dt="2026-02-06T18:24:25.989" v="495"/>
        <pc:sldMkLst>
          <pc:docMk/>
          <pc:sldMk cId="3215829657" sldId="397"/>
        </pc:sldMkLst>
        <pc:inkChg chg="add">
          <ac:chgData name="Toby Donaldson" userId="2e6e5431-bb17-4c41-9985-d39c50d83c73" providerId="ADAL" clId="{F31BC264-820E-54C4-A6D1-F92AF9CC222E}" dt="2026-02-06T18:24:25.989" v="495"/>
          <ac:inkMkLst>
            <pc:docMk/>
            <pc:sldMk cId="3215829657" sldId="397"/>
            <ac:inkMk id="21" creationId="{EB8A54E4-FEA1-6794-FB0C-16784741063D}"/>
          </ac:inkMkLst>
        </pc:inkChg>
      </pc:sldChg>
      <pc:sldChg chg="add">
        <pc:chgData name="Toby Donaldson" userId="2e6e5431-bb17-4c41-9985-d39c50d83c73" providerId="ADAL" clId="{F31BC264-820E-54C4-A6D1-F92AF9CC222E}" dt="2026-02-04T17:07:44.827" v="0" actId="2890"/>
        <pc:sldMkLst>
          <pc:docMk/>
          <pc:sldMk cId="451245688" sldId="398"/>
        </pc:sldMkLst>
      </pc:sldChg>
      <pc:sldChg chg="add">
        <pc:chgData name="Toby Donaldson" userId="2e6e5431-bb17-4c41-9985-d39c50d83c73" providerId="ADAL" clId="{F31BC264-820E-54C4-A6D1-F92AF9CC222E}" dt="2026-02-04T17:07:55.438" v="2" actId="2890"/>
        <pc:sldMkLst>
          <pc:docMk/>
          <pc:sldMk cId="285988457" sldId="399"/>
        </pc:sldMkLst>
      </pc:sldChg>
      <pc:sldChg chg="delSp add mod">
        <pc:chgData name="Toby Donaldson" userId="2e6e5431-bb17-4c41-9985-d39c50d83c73" providerId="ADAL" clId="{F31BC264-820E-54C4-A6D1-F92AF9CC222E}" dt="2026-02-04T17:13:39.988" v="133" actId="21"/>
        <pc:sldMkLst>
          <pc:docMk/>
          <pc:sldMk cId="839134053" sldId="400"/>
        </pc:sldMkLst>
      </pc:sldChg>
      <pc:sldChg chg="add">
        <pc:chgData name="Toby Donaldson" userId="2e6e5431-bb17-4c41-9985-d39c50d83c73" providerId="ADAL" clId="{F31BC264-820E-54C4-A6D1-F92AF9CC222E}" dt="2026-02-04T17:15:38.537" v="268" actId="2890"/>
        <pc:sldMkLst>
          <pc:docMk/>
          <pc:sldMk cId="4175361496" sldId="401"/>
        </pc:sldMkLst>
      </pc:sldChg>
      <pc:sldChg chg="addSp delSp modSp add mod">
        <pc:chgData name="Toby Donaldson" userId="2e6e5431-bb17-4c41-9985-d39c50d83c73" providerId="ADAL" clId="{F31BC264-820E-54C4-A6D1-F92AF9CC222E}" dt="2026-02-06T17:02:41.027" v="472" actId="1076"/>
        <pc:sldMkLst>
          <pc:docMk/>
          <pc:sldMk cId="3789802841" sldId="402"/>
        </pc:sldMkLst>
        <pc:spChg chg="add mod">
          <ac:chgData name="Toby Donaldson" userId="2e6e5431-bb17-4c41-9985-d39c50d83c73" providerId="ADAL" clId="{F31BC264-820E-54C4-A6D1-F92AF9CC222E}" dt="2026-02-06T17:01:33.414" v="452" actId="14100"/>
          <ac:spMkLst>
            <pc:docMk/>
            <pc:sldMk cId="3789802841" sldId="402"/>
            <ac:spMk id="10" creationId="{3852662D-475A-99BE-2B3A-CE6DAA620DD8}"/>
          </ac:spMkLst>
        </pc:spChg>
        <pc:spChg chg="add mod">
          <ac:chgData name="Toby Donaldson" userId="2e6e5431-bb17-4c41-9985-d39c50d83c73" providerId="ADAL" clId="{F31BC264-820E-54C4-A6D1-F92AF9CC222E}" dt="2026-02-06T17:02:41.027" v="472" actId="1076"/>
          <ac:spMkLst>
            <pc:docMk/>
            <pc:sldMk cId="3789802841" sldId="402"/>
            <ac:spMk id="11" creationId="{F68AC3EB-AEFE-59FE-5B82-B84FA9E3C6D6}"/>
          </ac:spMkLst>
        </pc:spChg>
        <pc:spChg chg="add mod">
          <ac:chgData name="Toby Donaldson" userId="2e6e5431-bb17-4c41-9985-d39c50d83c73" providerId="ADAL" clId="{F31BC264-820E-54C4-A6D1-F92AF9CC222E}" dt="2026-02-06T17:02:41.027" v="472" actId="1076"/>
          <ac:spMkLst>
            <pc:docMk/>
            <pc:sldMk cId="3789802841" sldId="402"/>
            <ac:spMk id="12" creationId="{D0ABE8FC-CF85-1959-770D-B2E31FEA0140}"/>
          </ac:spMkLst>
        </pc:spChg>
        <pc:spChg chg="add mod">
          <ac:chgData name="Toby Donaldson" userId="2e6e5431-bb17-4c41-9985-d39c50d83c73" providerId="ADAL" clId="{F31BC264-820E-54C4-A6D1-F92AF9CC222E}" dt="2026-02-06T17:02:41.027" v="472" actId="1076"/>
          <ac:spMkLst>
            <pc:docMk/>
            <pc:sldMk cId="3789802841" sldId="402"/>
            <ac:spMk id="13" creationId="{49750650-74F5-B860-DCD4-FEBD6C016572}"/>
          </ac:spMkLst>
        </pc:spChg>
        <pc:graphicFrameChg chg="add mod modGraphic">
          <ac:chgData name="Toby Donaldson" userId="2e6e5431-bb17-4c41-9985-d39c50d83c73" providerId="ADAL" clId="{F31BC264-820E-54C4-A6D1-F92AF9CC222E}" dt="2026-02-06T17:01:57.509" v="456" actId="1076"/>
          <ac:graphicFrameMkLst>
            <pc:docMk/>
            <pc:sldMk cId="3789802841" sldId="402"/>
            <ac:graphicFrameMk id="5" creationId="{9BD61107-B518-57CF-7E7E-84441A38C68E}"/>
          </ac:graphicFrameMkLst>
        </pc:graphicFrameChg>
        <pc:graphicFrameChg chg="mod modGraphic">
          <ac:chgData name="Toby Donaldson" userId="2e6e5431-bb17-4c41-9985-d39c50d83c73" providerId="ADAL" clId="{F31BC264-820E-54C4-A6D1-F92AF9CC222E}" dt="2026-02-06T17:01:57.509" v="456" actId="1076"/>
          <ac:graphicFrameMkLst>
            <pc:docMk/>
            <pc:sldMk cId="3789802841" sldId="402"/>
            <ac:graphicFrameMk id="6" creationId="{6353EB6A-D05F-FF98-DE23-4427B56F22BB}"/>
          </ac:graphicFrameMkLst>
        </pc:graphicFrameChg>
        <pc:graphicFrameChg chg="add mod modGraphic">
          <ac:chgData name="Toby Donaldson" userId="2e6e5431-bb17-4c41-9985-d39c50d83c73" providerId="ADAL" clId="{F31BC264-820E-54C4-A6D1-F92AF9CC222E}" dt="2026-02-06T17:01:57.509" v="456" actId="1076"/>
          <ac:graphicFrameMkLst>
            <pc:docMk/>
            <pc:sldMk cId="3789802841" sldId="402"/>
            <ac:graphicFrameMk id="9" creationId="{FA0F5D97-F4AA-3BD0-BE8A-F44CB1B5D26A}"/>
          </ac:graphicFrameMkLst>
        </pc:graphicFrameChg>
      </pc:sldChg>
      <pc:sldChg chg="modSp mod">
        <pc:chgData name="Toby Donaldson" userId="2e6e5431-bb17-4c41-9985-d39c50d83c73" providerId="ADAL" clId="{F31BC264-820E-54C4-A6D1-F92AF9CC222E}" dt="2026-02-09T17:50:35.354" v="505" actId="20577"/>
        <pc:sldMkLst>
          <pc:docMk/>
          <pc:sldMk cId="3729450128" sldId="407"/>
        </pc:sldMkLst>
        <pc:spChg chg="mod">
          <ac:chgData name="Toby Donaldson" userId="2e6e5431-bb17-4c41-9985-d39c50d83c73" providerId="ADAL" clId="{F31BC264-820E-54C4-A6D1-F92AF9CC222E}" dt="2026-02-09T17:50:35.354" v="505" actId="20577"/>
          <ac:spMkLst>
            <pc:docMk/>
            <pc:sldMk cId="3729450128" sldId="407"/>
            <ac:spMk id="8" creationId="{BC0F9A1D-1174-E5C3-A74F-5F44E89FD756}"/>
          </ac:spMkLst>
        </pc:spChg>
      </pc:sldChg>
    </pc:docChg>
  </pc:docChgLst>
  <pc:docChgLst>
    <pc:chgData name="Toby Donaldson" userId="2e6e5431-bb17-4c41-9985-d39c50d83c73" providerId="ADAL" clId="{7F9681A8-EEE2-56F4-9B39-ECCBEE0471AC}"/>
    <pc:docChg chg="undo custSel addSld delSld modSld sldOrd modSection">
      <pc:chgData name="Toby Donaldson" userId="2e6e5431-bb17-4c41-9985-d39c50d83c73" providerId="ADAL" clId="{7F9681A8-EEE2-56F4-9B39-ECCBEE0471AC}" dt="2026-02-09T06:34:11.305" v="1720" actId="20577"/>
      <pc:docMkLst>
        <pc:docMk/>
      </pc:docMkLst>
      <pc:sldChg chg="modSp mod">
        <pc:chgData name="Toby Donaldson" userId="2e6e5431-bb17-4c41-9985-d39c50d83c73" providerId="ADAL" clId="{7F9681A8-EEE2-56F4-9B39-ECCBEE0471AC}" dt="2026-02-03T00:18:50.922" v="0" actId="207"/>
        <pc:sldMkLst>
          <pc:docMk/>
          <pc:sldMk cId="4046174309" sldId="316"/>
        </pc:sldMkLst>
        <pc:spChg chg="mod">
          <ac:chgData name="Toby Donaldson" userId="2e6e5431-bb17-4c41-9985-d39c50d83c73" providerId="ADAL" clId="{7F9681A8-EEE2-56F4-9B39-ECCBEE0471AC}" dt="2026-02-03T00:18:50.922" v="0" actId="207"/>
          <ac:spMkLst>
            <pc:docMk/>
            <pc:sldMk cId="4046174309" sldId="316"/>
            <ac:spMk id="9" creationId="{5A513EF9-B47A-67ED-A879-FCA6EC8BFB73}"/>
          </ac:spMkLst>
        </pc:spChg>
      </pc:sldChg>
      <pc:sldChg chg="delSp modSp mod">
        <pc:chgData name="Toby Donaldson" userId="2e6e5431-bb17-4c41-9985-d39c50d83c73" providerId="ADAL" clId="{7F9681A8-EEE2-56F4-9B39-ECCBEE0471AC}" dt="2026-02-09T05:34:52.548" v="124" actId="1076"/>
        <pc:sldMkLst>
          <pc:docMk/>
          <pc:sldMk cId="479954462" sldId="359"/>
        </pc:sldMkLst>
        <pc:spChg chg="mod">
          <ac:chgData name="Toby Donaldson" userId="2e6e5431-bb17-4c41-9985-d39c50d83c73" providerId="ADAL" clId="{7F9681A8-EEE2-56F4-9B39-ECCBEE0471AC}" dt="2026-02-09T05:34:37.776" v="120" actId="27636"/>
          <ac:spMkLst>
            <pc:docMk/>
            <pc:sldMk cId="479954462" sldId="359"/>
            <ac:spMk id="2" creationId="{07ED7D0B-E1CC-813B-7DF5-9B8EEDDE1E5F}"/>
          </ac:spMkLst>
        </pc:spChg>
        <pc:spChg chg="del">
          <ac:chgData name="Toby Donaldson" userId="2e6e5431-bb17-4c41-9985-d39c50d83c73" providerId="ADAL" clId="{7F9681A8-EEE2-56F4-9B39-ECCBEE0471AC}" dt="2026-02-09T05:34:08.538" v="3" actId="21"/>
          <ac:spMkLst>
            <pc:docMk/>
            <pc:sldMk cId="479954462" sldId="359"/>
            <ac:spMk id="9" creationId="{8EE735F9-A83D-1F3E-F692-E234EC6D516B}"/>
          </ac:spMkLst>
        </pc:spChg>
        <pc:picChg chg="del">
          <ac:chgData name="Toby Donaldson" userId="2e6e5431-bb17-4c41-9985-d39c50d83c73" providerId="ADAL" clId="{7F9681A8-EEE2-56F4-9B39-ECCBEE0471AC}" dt="2026-02-09T05:34:03.235" v="2" actId="21"/>
          <ac:picMkLst>
            <pc:docMk/>
            <pc:sldMk cId="479954462" sldId="359"/>
            <ac:picMk id="1026" creationId="{B5AA3BD7-72A2-C667-3255-C733885FE368}"/>
          </ac:picMkLst>
        </pc:picChg>
        <pc:picChg chg="del">
          <ac:chgData name="Toby Donaldson" userId="2e6e5431-bb17-4c41-9985-d39c50d83c73" providerId="ADAL" clId="{7F9681A8-EEE2-56F4-9B39-ECCBEE0471AC}" dt="2026-02-09T05:34:03.235" v="2" actId="21"/>
          <ac:picMkLst>
            <pc:docMk/>
            <pc:sldMk cId="479954462" sldId="359"/>
            <ac:picMk id="1028" creationId="{1D3B183A-234E-17E7-F132-4453F35097E3}"/>
          </ac:picMkLst>
        </pc:picChg>
        <pc:picChg chg="del">
          <ac:chgData name="Toby Donaldson" userId="2e6e5431-bb17-4c41-9985-d39c50d83c73" providerId="ADAL" clId="{7F9681A8-EEE2-56F4-9B39-ECCBEE0471AC}" dt="2026-02-09T05:34:03.235" v="2" actId="21"/>
          <ac:picMkLst>
            <pc:docMk/>
            <pc:sldMk cId="479954462" sldId="359"/>
            <ac:picMk id="1030" creationId="{8DFCFC22-B0D7-FD1A-BBE3-5647AA7B97A8}"/>
          </ac:picMkLst>
        </pc:picChg>
        <pc:picChg chg="mod">
          <ac:chgData name="Toby Donaldson" userId="2e6e5431-bb17-4c41-9985-d39c50d83c73" providerId="ADAL" clId="{7F9681A8-EEE2-56F4-9B39-ECCBEE0471AC}" dt="2026-02-09T05:34:52.548" v="124" actId="1076"/>
          <ac:picMkLst>
            <pc:docMk/>
            <pc:sldMk cId="479954462" sldId="359"/>
            <ac:picMk id="1032" creationId="{BA8026C5-A8CF-486B-7BFF-3E058C3388EA}"/>
          </ac:picMkLst>
        </pc:picChg>
      </pc:sldChg>
      <pc:sldChg chg="addSp delSp modSp mod modNotesTx">
        <pc:chgData name="Toby Donaldson" userId="2e6e5431-bb17-4c41-9985-d39c50d83c73" providerId="ADAL" clId="{7F9681A8-EEE2-56F4-9B39-ECCBEE0471AC}" dt="2026-02-09T06:31:11.790" v="1697" actId="20577"/>
        <pc:sldMkLst>
          <pc:docMk/>
          <pc:sldMk cId="1998224056" sldId="363"/>
        </pc:sldMkLst>
        <pc:spChg chg="del">
          <ac:chgData name="Toby Donaldson" userId="2e6e5431-bb17-4c41-9985-d39c50d83c73" providerId="ADAL" clId="{7F9681A8-EEE2-56F4-9B39-ECCBEE0471AC}" dt="2026-02-09T05:35:19.837" v="129" actId="21"/>
          <ac:spMkLst>
            <pc:docMk/>
            <pc:sldMk cId="1998224056" sldId="363"/>
            <ac:spMk id="2" creationId="{9275407B-6D3F-183D-1CF7-9949528E3E3F}"/>
          </ac:spMkLst>
        </pc:spChg>
        <pc:spChg chg="add del mod">
          <ac:chgData name="Toby Donaldson" userId="2e6e5431-bb17-4c41-9985-d39c50d83c73" providerId="ADAL" clId="{7F9681A8-EEE2-56F4-9B39-ECCBEE0471AC}" dt="2026-02-09T05:38:52.905" v="536" actId="21"/>
          <ac:spMkLst>
            <pc:docMk/>
            <pc:sldMk cId="1998224056" sldId="363"/>
            <ac:spMk id="5" creationId="{C1E44C5B-0358-932E-4F73-CB801367A42C}"/>
          </ac:spMkLst>
        </pc:spChg>
        <pc:spChg chg="add del mod">
          <ac:chgData name="Toby Donaldson" userId="2e6e5431-bb17-4c41-9985-d39c50d83c73" providerId="ADAL" clId="{7F9681A8-EEE2-56F4-9B39-ECCBEE0471AC}" dt="2026-02-09T05:38:57.640" v="537" actId="21"/>
          <ac:spMkLst>
            <pc:docMk/>
            <pc:sldMk cId="1998224056" sldId="363"/>
            <ac:spMk id="7" creationId="{7EC11B78-C582-7557-DCA0-2F92FD4DB78E}"/>
          </ac:spMkLst>
        </pc:spChg>
        <pc:spChg chg="mod">
          <ac:chgData name="Toby Donaldson" userId="2e6e5431-bb17-4c41-9985-d39c50d83c73" providerId="ADAL" clId="{7F9681A8-EEE2-56F4-9B39-ECCBEE0471AC}" dt="2026-02-09T05:36:54.281" v="192" actId="20577"/>
          <ac:spMkLst>
            <pc:docMk/>
            <pc:sldMk cId="1998224056" sldId="363"/>
            <ac:spMk id="8" creationId="{A6BEF248-2585-C699-BA51-4CB6407CD0C2}"/>
          </ac:spMkLst>
        </pc:spChg>
        <pc:spChg chg="del">
          <ac:chgData name="Toby Donaldson" userId="2e6e5431-bb17-4c41-9985-d39c50d83c73" providerId="ADAL" clId="{7F9681A8-EEE2-56F4-9B39-ECCBEE0471AC}" dt="2026-02-09T05:35:43.197" v="174" actId="21"/>
          <ac:spMkLst>
            <pc:docMk/>
            <pc:sldMk cId="1998224056" sldId="363"/>
            <ac:spMk id="9" creationId="{9E06EC88-03E8-2E31-9237-EDF2929D6271}"/>
          </ac:spMkLst>
        </pc:spChg>
        <pc:spChg chg="add mod">
          <ac:chgData name="Toby Donaldson" userId="2e6e5431-bb17-4c41-9985-d39c50d83c73" providerId="ADAL" clId="{7F9681A8-EEE2-56F4-9B39-ECCBEE0471AC}" dt="2026-02-09T06:31:11.790" v="1697" actId="20577"/>
          <ac:spMkLst>
            <pc:docMk/>
            <pc:sldMk cId="1998224056" sldId="363"/>
            <ac:spMk id="10" creationId="{9AE5E092-17E7-CCFD-C695-518FCD22F3F9}"/>
          </ac:spMkLst>
        </pc:spChg>
        <pc:spChg chg="del">
          <ac:chgData name="Toby Donaldson" userId="2e6e5431-bb17-4c41-9985-d39c50d83c73" providerId="ADAL" clId="{7F9681A8-EEE2-56F4-9B39-ECCBEE0471AC}" dt="2026-02-09T05:35:37.934" v="173" actId="21"/>
          <ac:spMkLst>
            <pc:docMk/>
            <pc:sldMk cId="1998224056" sldId="363"/>
            <ac:spMk id="11" creationId="{7E5899BA-E00B-2734-6E93-78D3062FA33B}"/>
          </ac:spMkLst>
        </pc:spChg>
        <pc:spChg chg="add mod">
          <ac:chgData name="Toby Donaldson" userId="2e6e5431-bb17-4c41-9985-d39c50d83c73" providerId="ADAL" clId="{7F9681A8-EEE2-56F4-9B39-ECCBEE0471AC}" dt="2026-02-09T06:28:26.908" v="1611" actId="1076"/>
          <ac:spMkLst>
            <pc:docMk/>
            <pc:sldMk cId="1998224056" sldId="363"/>
            <ac:spMk id="12" creationId="{44B798B4-882C-1618-9A32-F3F555F7D939}"/>
          </ac:spMkLst>
        </pc:spChg>
        <pc:cxnChg chg="del mod">
          <ac:chgData name="Toby Donaldson" userId="2e6e5431-bb17-4c41-9985-d39c50d83c73" providerId="ADAL" clId="{7F9681A8-EEE2-56F4-9B39-ECCBEE0471AC}" dt="2026-02-09T05:35:37.934" v="173" actId="21"/>
          <ac:cxnSpMkLst>
            <pc:docMk/>
            <pc:sldMk cId="1998224056" sldId="363"/>
            <ac:cxnSpMk id="20" creationId="{84D9ADDA-E4D3-3AE7-CF4D-31F73AA40C73}"/>
          </ac:cxnSpMkLst>
        </pc:cxnChg>
        <pc:cxnChg chg="del">
          <ac:chgData name="Toby Donaldson" userId="2e6e5431-bb17-4c41-9985-d39c50d83c73" providerId="ADAL" clId="{7F9681A8-EEE2-56F4-9B39-ECCBEE0471AC}" dt="2026-02-09T05:35:37.934" v="173" actId="21"/>
          <ac:cxnSpMkLst>
            <pc:docMk/>
            <pc:sldMk cId="1998224056" sldId="363"/>
            <ac:cxnSpMk id="22" creationId="{1468AD52-2E6B-3137-1A09-5E6E46AC444C}"/>
          </ac:cxnSpMkLst>
        </pc:cxnChg>
        <pc:cxnChg chg="del mod">
          <ac:chgData name="Toby Donaldson" userId="2e6e5431-bb17-4c41-9985-d39c50d83c73" providerId="ADAL" clId="{7F9681A8-EEE2-56F4-9B39-ECCBEE0471AC}" dt="2026-02-09T05:35:37.934" v="173" actId="21"/>
          <ac:cxnSpMkLst>
            <pc:docMk/>
            <pc:sldMk cId="1998224056" sldId="363"/>
            <ac:cxnSpMk id="27" creationId="{F6C95250-500F-538B-54F2-187760E37960}"/>
          </ac:cxnSpMkLst>
        </pc:cxnChg>
        <pc:cxnChg chg="del">
          <ac:chgData name="Toby Donaldson" userId="2e6e5431-bb17-4c41-9985-d39c50d83c73" providerId="ADAL" clId="{7F9681A8-EEE2-56F4-9B39-ECCBEE0471AC}" dt="2026-02-09T05:35:37.934" v="173" actId="21"/>
          <ac:cxnSpMkLst>
            <pc:docMk/>
            <pc:sldMk cId="1998224056" sldId="363"/>
            <ac:cxnSpMk id="31" creationId="{CF815867-FF16-6467-0B98-4614711819B9}"/>
          </ac:cxnSpMkLst>
        </pc:cxnChg>
        <pc:cxnChg chg="del">
          <ac:chgData name="Toby Donaldson" userId="2e6e5431-bb17-4c41-9985-d39c50d83c73" providerId="ADAL" clId="{7F9681A8-EEE2-56F4-9B39-ECCBEE0471AC}" dt="2026-02-09T05:35:37.934" v="173" actId="21"/>
          <ac:cxnSpMkLst>
            <pc:docMk/>
            <pc:sldMk cId="1998224056" sldId="363"/>
            <ac:cxnSpMk id="34" creationId="{183921CB-9D06-2380-CDDD-49C6C7EC5D8E}"/>
          </ac:cxnSpMkLst>
        </pc:cxnChg>
      </pc:sldChg>
      <pc:sldChg chg="del">
        <pc:chgData name="Toby Donaldson" userId="2e6e5431-bb17-4c41-9985-d39c50d83c73" providerId="ADAL" clId="{7F9681A8-EEE2-56F4-9B39-ECCBEE0471AC}" dt="2026-02-09T05:37:07.033" v="193" actId="2696"/>
        <pc:sldMkLst>
          <pc:docMk/>
          <pc:sldMk cId="3804911334" sldId="364"/>
        </pc:sldMkLst>
      </pc:sldChg>
      <pc:sldChg chg="del">
        <pc:chgData name="Toby Donaldson" userId="2e6e5431-bb17-4c41-9985-d39c50d83c73" providerId="ADAL" clId="{7F9681A8-EEE2-56F4-9B39-ECCBEE0471AC}" dt="2026-02-09T06:00:11.372" v="1164" actId="2696"/>
        <pc:sldMkLst>
          <pc:docMk/>
          <pc:sldMk cId="2226048549" sldId="365"/>
        </pc:sldMkLst>
      </pc:sldChg>
      <pc:sldChg chg="del">
        <pc:chgData name="Toby Donaldson" userId="2e6e5431-bb17-4c41-9985-d39c50d83c73" providerId="ADAL" clId="{7F9681A8-EEE2-56F4-9B39-ECCBEE0471AC}" dt="2026-02-09T06:26:15.550" v="1590" actId="2696"/>
        <pc:sldMkLst>
          <pc:docMk/>
          <pc:sldMk cId="3292605436" sldId="366"/>
        </pc:sldMkLst>
      </pc:sldChg>
      <pc:sldChg chg="del ord">
        <pc:chgData name="Toby Donaldson" userId="2e6e5431-bb17-4c41-9985-d39c50d83c73" providerId="ADAL" clId="{7F9681A8-EEE2-56F4-9B39-ECCBEE0471AC}" dt="2026-02-09T06:26:15.550" v="1590" actId="2696"/>
        <pc:sldMkLst>
          <pc:docMk/>
          <pc:sldMk cId="1281652328" sldId="367"/>
        </pc:sldMkLst>
      </pc:sldChg>
      <pc:sldChg chg="del ord">
        <pc:chgData name="Toby Donaldson" userId="2e6e5431-bb17-4c41-9985-d39c50d83c73" providerId="ADAL" clId="{7F9681A8-EEE2-56F4-9B39-ECCBEE0471AC}" dt="2026-02-09T06:26:15.550" v="1590" actId="2696"/>
        <pc:sldMkLst>
          <pc:docMk/>
          <pc:sldMk cId="4088079527" sldId="368"/>
        </pc:sldMkLst>
      </pc:sldChg>
      <pc:sldChg chg="del ord">
        <pc:chgData name="Toby Donaldson" userId="2e6e5431-bb17-4c41-9985-d39c50d83c73" providerId="ADAL" clId="{7F9681A8-EEE2-56F4-9B39-ECCBEE0471AC}" dt="2026-02-09T06:26:15.550" v="1590" actId="2696"/>
        <pc:sldMkLst>
          <pc:docMk/>
          <pc:sldMk cId="258802373" sldId="369"/>
        </pc:sldMkLst>
      </pc:sldChg>
      <pc:sldChg chg="del ord">
        <pc:chgData name="Toby Donaldson" userId="2e6e5431-bb17-4c41-9985-d39c50d83c73" providerId="ADAL" clId="{7F9681A8-EEE2-56F4-9B39-ECCBEE0471AC}" dt="2026-02-09T06:26:15.550" v="1590" actId="2696"/>
        <pc:sldMkLst>
          <pc:docMk/>
          <pc:sldMk cId="1877160746" sldId="370"/>
        </pc:sldMkLst>
      </pc:sldChg>
      <pc:sldChg chg="del ord">
        <pc:chgData name="Toby Donaldson" userId="2e6e5431-bb17-4c41-9985-d39c50d83c73" providerId="ADAL" clId="{7F9681A8-EEE2-56F4-9B39-ECCBEE0471AC}" dt="2026-02-09T06:26:15.550" v="1590" actId="2696"/>
        <pc:sldMkLst>
          <pc:docMk/>
          <pc:sldMk cId="3159336100" sldId="371"/>
        </pc:sldMkLst>
      </pc:sldChg>
      <pc:sldChg chg="ord">
        <pc:chgData name="Toby Donaldson" userId="2e6e5431-bb17-4c41-9985-d39c50d83c73" providerId="ADAL" clId="{7F9681A8-EEE2-56F4-9B39-ECCBEE0471AC}" dt="2026-02-09T06:26:01.178" v="1589" actId="20578"/>
        <pc:sldMkLst>
          <pc:docMk/>
          <pc:sldMk cId="1016439760" sldId="372"/>
        </pc:sldMkLst>
      </pc:sldChg>
      <pc:sldChg chg="del">
        <pc:chgData name="Toby Donaldson" userId="2e6e5431-bb17-4c41-9985-d39c50d83c73" providerId="ADAL" clId="{7F9681A8-EEE2-56F4-9B39-ECCBEE0471AC}" dt="2026-02-09T05:35:14.747" v="128" actId="2696"/>
        <pc:sldMkLst>
          <pc:docMk/>
          <pc:sldMk cId="1134019399" sldId="386"/>
        </pc:sldMkLst>
      </pc:sldChg>
      <pc:sldChg chg="add del">
        <pc:chgData name="Toby Donaldson" userId="2e6e5431-bb17-4c41-9985-d39c50d83c73" providerId="ADAL" clId="{7F9681A8-EEE2-56F4-9B39-ECCBEE0471AC}" dt="2026-02-09T06:00:11.372" v="1164" actId="2696"/>
        <pc:sldMkLst>
          <pc:docMk/>
          <pc:sldMk cId="32405101" sldId="403"/>
        </pc:sldMkLst>
      </pc:sldChg>
      <pc:sldChg chg="add del">
        <pc:chgData name="Toby Donaldson" userId="2e6e5431-bb17-4c41-9985-d39c50d83c73" providerId="ADAL" clId="{7F9681A8-EEE2-56F4-9B39-ECCBEE0471AC}" dt="2026-02-09T05:35:11.535" v="127" actId="2696"/>
        <pc:sldMkLst>
          <pc:docMk/>
          <pc:sldMk cId="662349139" sldId="403"/>
        </pc:sldMkLst>
      </pc:sldChg>
      <pc:sldChg chg="add del">
        <pc:chgData name="Toby Donaldson" userId="2e6e5431-bb17-4c41-9985-d39c50d83c73" providerId="ADAL" clId="{7F9681A8-EEE2-56F4-9B39-ECCBEE0471AC}" dt="2026-02-09T05:34:59.118" v="125" actId="2696"/>
        <pc:sldMkLst>
          <pc:docMk/>
          <pc:sldMk cId="1536879329" sldId="403"/>
        </pc:sldMkLst>
      </pc:sldChg>
      <pc:sldChg chg="addSp modSp add mod modNotesTx">
        <pc:chgData name="Toby Donaldson" userId="2e6e5431-bb17-4c41-9985-d39c50d83c73" providerId="ADAL" clId="{7F9681A8-EEE2-56F4-9B39-ECCBEE0471AC}" dt="2026-02-09T06:31:06.040" v="1689" actId="20577"/>
        <pc:sldMkLst>
          <pc:docMk/>
          <pc:sldMk cId="2110900456" sldId="404"/>
        </pc:sldMkLst>
        <pc:spChg chg="add mod">
          <ac:chgData name="Toby Donaldson" userId="2e6e5431-bb17-4c41-9985-d39c50d83c73" providerId="ADAL" clId="{7F9681A8-EEE2-56F4-9B39-ECCBEE0471AC}" dt="2026-02-09T06:28:44.850" v="1614" actId="20577"/>
          <ac:spMkLst>
            <pc:docMk/>
            <pc:sldMk cId="2110900456" sldId="404"/>
            <ac:spMk id="2" creationId="{F1A04480-DB14-7045-2111-099C7A00CCDE}"/>
          </ac:spMkLst>
        </pc:spChg>
        <pc:spChg chg="mod">
          <ac:chgData name="Toby Donaldson" userId="2e6e5431-bb17-4c41-9985-d39c50d83c73" providerId="ADAL" clId="{7F9681A8-EEE2-56F4-9B39-ECCBEE0471AC}" dt="2026-02-09T06:31:06.040" v="1689" actId="20577"/>
          <ac:spMkLst>
            <pc:docMk/>
            <pc:sldMk cId="2110900456" sldId="404"/>
            <ac:spMk id="5" creationId="{334A0234-94F7-2AD7-3C49-F9998E322B4B}"/>
          </ac:spMkLst>
        </pc:spChg>
        <pc:spChg chg="mod">
          <ac:chgData name="Toby Donaldson" userId="2e6e5431-bb17-4c41-9985-d39c50d83c73" providerId="ADAL" clId="{7F9681A8-EEE2-56F4-9B39-ECCBEE0471AC}" dt="2026-02-09T06:08:29.204" v="1363" actId="13926"/>
          <ac:spMkLst>
            <pc:docMk/>
            <pc:sldMk cId="2110900456" sldId="404"/>
            <ac:spMk id="8" creationId="{F0EB4DC7-9C01-32E3-9862-8D3A9800A2C3}"/>
          </ac:spMkLst>
        </pc:spChg>
      </pc:sldChg>
      <pc:sldChg chg="addSp modSp add mod modNotesTx">
        <pc:chgData name="Toby Donaldson" userId="2e6e5431-bb17-4c41-9985-d39c50d83c73" providerId="ADAL" clId="{7F9681A8-EEE2-56F4-9B39-ECCBEE0471AC}" dt="2026-02-09T06:31:00.606" v="1682" actId="20577"/>
        <pc:sldMkLst>
          <pc:docMk/>
          <pc:sldMk cId="3259957246" sldId="405"/>
        </pc:sldMkLst>
        <pc:spChg chg="add mod">
          <ac:chgData name="Toby Donaldson" userId="2e6e5431-bb17-4c41-9985-d39c50d83c73" providerId="ADAL" clId="{7F9681A8-EEE2-56F4-9B39-ECCBEE0471AC}" dt="2026-02-09T06:29:01.934" v="1619" actId="20577"/>
          <ac:spMkLst>
            <pc:docMk/>
            <pc:sldMk cId="3259957246" sldId="405"/>
            <ac:spMk id="2" creationId="{325D5AA5-CC3D-1E26-2D99-26F5B18EC161}"/>
          </ac:spMkLst>
        </pc:spChg>
        <pc:spChg chg="mod">
          <ac:chgData name="Toby Donaldson" userId="2e6e5431-bb17-4c41-9985-d39c50d83c73" providerId="ADAL" clId="{7F9681A8-EEE2-56F4-9B39-ECCBEE0471AC}" dt="2026-02-09T06:31:00.606" v="1682" actId="20577"/>
          <ac:spMkLst>
            <pc:docMk/>
            <pc:sldMk cId="3259957246" sldId="405"/>
            <ac:spMk id="5" creationId="{C8923093-DB00-8A49-F61D-39396BA6F89C}"/>
          </ac:spMkLst>
        </pc:spChg>
        <pc:spChg chg="mod">
          <ac:chgData name="Toby Donaldson" userId="2e6e5431-bb17-4c41-9985-d39c50d83c73" providerId="ADAL" clId="{7F9681A8-EEE2-56F4-9B39-ECCBEE0471AC}" dt="2026-02-09T06:08:35.154" v="1364" actId="13926"/>
          <ac:spMkLst>
            <pc:docMk/>
            <pc:sldMk cId="3259957246" sldId="405"/>
            <ac:spMk id="8" creationId="{F9338C2D-18C0-C5C6-B17C-26AE2E10A618}"/>
          </ac:spMkLst>
        </pc:spChg>
      </pc:sldChg>
      <pc:sldChg chg="modSp add del mod modNotesTx">
        <pc:chgData name="Toby Donaldson" userId="2e6e5431-bb17-4c41-9985-d39c50d83c73" providerId="ADAL" clId="{7F9681A8-EEE2-56F4-9B39-ECCBEE0471AC}" dt="2026-02-09T06:29:27.215" v="1620" actId="2696"/>
        <pc:sldMkLst>
          <pc:docMk/>
          <pc:sldMk cId="1360404199" sldId="406"/>
        </pc:sldMkLst>
        <pc:spChg chg="mod">
          <ac:chgData name="Toby Donaldson" userId="2e6e5431-bb17-4c41-9985-d39c50d83c73" providerId="ADAL" clId="{7F9681A8-EEE2-56F4-9B39-ECCBEE0471AC}" dt="2026-02-09T06:01:42.407" v="1217" actId="20577"/>
          <ac:spMkLst>
            <pc:docMk/>
            <pc:sldMk cId="1360404199" sldId="406"/>
            <ac:spMk id="5" creationId="{A4292859-1FD1-9CCF-96BE-C78D90D31CF1}"/>
          </ac:spMkLst>
        </pc:spChg>
        <pc:spChg chg="mod">
          <ac:chgData name="Toby Donaldson" userId="2e6e5431-bb17-4c41-9985-d39c50d83c73" providerId="ADAL" clId="{7F9681A8-EEE2-56F4-9B39-ECCBEE0471AC}" dt="2026-02-09T05:50:17.597" v="918" actId="313"/>
          <ac:spMkLst>
            <pc:docMk/>
            <pc:sldMk cId="1360404199" sldId="406"/>
            <ac:spMk id="8" creationId="{B6409FC8-8715-CA7F-07F6-47AD733B8C4E}"/>
          </ac:spMkLst>
        </pc:spChg>
      </pc:sldChg>
      <pc:sldChg chg="addSp modSp add mod modNotesTx">
        <pc:chgData name="Toby Donaldson" userId="2e6e5431-bb17-4c41-9985-d39c50d83c73" providerId="ADAL" clId="{7F9681A8-EEE2-56F4-9B39-ECCBEE0471AC}" dt="2026-02-09T06:31:53.232" v="1701" actId="20577"/>
        <pc:sldMkLst>
          <pc:docMk/>
          <pc:sldMk cId="3729450128" sldId="407"/>
        </pc:sldMkLst>
        <pc:spChg chg="add mod">
          <ac:chgData name="Toby Donaldson" userId="2e6e5431-bb17-4c41-9985-d39c50d83c73" providerId="ADAL" clId="{7F9681A8-EEE2-56F4-9B39-ECCBEE0471AC}" dt="2026-02-09T05:55:05.872" v="999" actId="14100"/>
          <ac:spMkLst>
            <pc:docMk/>
            <pc:sldMk cId="3729450128" sldId="407"/>
            <ac:spMk id="2" creationId="{A36BBE9B-DBA1-F233-491F-105328B4355E}"/>
          </ac:spMkLst>
        </pc:spChg>
        <pc:spChg chg="mod">
          <ac:chgData name="Toby Donaldson" userId="2e6e5431-bb17-4c41-9985-d39c50d83c73" providerId="ADAL" clId="{7F9681A8-EEE2-56F4-9B39-ECCBEE0471AC}" dt="2026-02-09T06:30:48.046" v="1674" actId="2711"/>
          <ac:spMkLst>
            <pc:docMk/>
            <pc:sldMk cId="3729450128" sldId="407"/>
            <ac:spMk id="5" creationId="{B5455AB7-E327-21FC-2D3A-A845BF0B6D19}"/>
          </ac:spMkLst>
        </pc:spChg>
        <pc:spChg chg="add mod">
          <ac:chgData name="Toby Donaldson" userId="2e6e5431-bb17-4c41-9985-d39c50d83c73" providerId="ADAL" clId="{7F9681A8-EEE2-56F4-9B39-ECCBEE0471AC}" dt="2026-02-09T05:56:06.656" v="1085" actId="1076"/>
          <ac:spMkLst>
            <pc:docMk/>
            <pc:sldMk cId="3729450128" sldId="407"/>
            <ac:spMk id="7" creationId="{A756AA1C-A1B4-046A-9DA5-2ECA6B86E464}"/>
          </ac:spMkLst>
        </pc:spChg>
        <pc:spChg chg="mod">
          <ac:chgData name="Toby Donaldson" userId="2e6e5431-bb17-4c41-9985-d39c50d83c73" providerId="ADAL" clId="{7F9681A8-EEE2-56F4-9B39-ECCBEE0471AC}" dt="2026-02-09T06:00:54.736" v="1196" actId="20577"/>
          <ac:spMkLst>
            <pc:docMk/>
            <pc:sldMk cId="3729450128" sldId="407"/>
            <ac:spMk id="8" creationId="{BC0F9A1D-1174-E5C3-A74F-5F44E89FD756}"/>
          </ac:spMkLst>
        </pc:spChg>
        <pc:spChg chg="add mod">
          <ac:chgData name="Toby Donaldson" userId="2e6e5431-bb17-4c41-9985-d39c50d83c73" providerId="ADAL" clId="{7F9681A8-EEE2-56F4-9B39-ECCBEE0471AC}" dt="2026-02-09T06:31:53.232" v="1701" actId="20577"/>
          <ac:spMkLst>
            <pc:docMk/>
            <pc:sldMk cId="3729450128" sldId="407"/>
            <ac:spMk id="16" creationId="{9308FB2C-9501-9655-87BD-CC19900B6C20}"/>
          </ac:spMkLst>
        </pc:spChg>
        <pc:cxnChg chg="add mod">
          <ac:chgData name="Toby Donaldson" userId="2e6e5431-bb17-4c41-9985-d39c50d83c73" providerId="ADAL" clId="{7F9681A8-EEE2-56F4-9B39-ECCBEE0471AC}" dt="2026-02-09T05:56:17.522" v="1087" actId="14100"/>
          <ac:cxnSpMkLst>
            <pc:docMk/>
            <pc:sldMk cId="3729450128" sldId="407"/>
            <ac:cxnSpMk id="6" creationId="{3F3CD08B-266C-207A-EC6E-D22C640828A1}"/>
          </ac:cxnSpMkLst>
        </pc:cxnChg>
        <pc:cxnChg chg="add mod">
          <ac:chgData name="Toby Donaldson" userId="2e6e5431-bb17-4c41-9985-d39c50d83c73" providerId="ADAL" clId="{7F9681A8-EEE2-56F4-9B39-ECCBEE0471AC}" dt="2026-02-09T05:56:25.103" v="1090" actId="14100"/>
          <ac:cxnSpMkLst>
            <pc:docMk/>
            <pc:sldMk cId="3729450128" sldId="407"/>
            <ac:cxnSpMk id="10" creationId="{5EE0D6AD-3B77-9122-58F4-AC57CA00F464}"/>
          </ac:cxnSpMkLst>
        </pc:cxnChg>
        <pc:cxnChg chg="add mod">
          <ac:chgData name="Toby Donaldson" userId="2e6e5431-bb17-4c41-9985-d39c50d83c73" providerId="ADAL" clId="{7F9681A8-EEE2-56F4-9B39-ECCBEE0471AC}" dt="2026-02-09T06:01:06.720" v="1199" actId="14100"/>
          <ac:cxnSpMkLst>
            <pc:docMk/>
            <pc:sldMk cId="3729450128" sldId="407"/>
            <ac:cxnSpMk id="13" creationId="{3F86274D-60E1-CC9F-CDC4-4D4C7EDCABAA}"/>
          </ac:cxnSpMkLst>
        </pc:cxnChg>
      </pc:sldChg>
      <pc:sldChg chg="addSp delSp modSp add mod modNotesTx">
        <pc:chgData name="Toby Donaldson" userId="2e6e5431-bb17-4c41-9985-d39c50d83c73" providerId="ADAL" clId="{7F9681A8-EEE2-56F4-9B39-ECCBEE0471AC}" dt="2026-02-09T06:32:03.980" v="1703" actId="20577"/>
        <pc:sldMkLst>
          <pc:docMk/>
          <pc:sldMk cId="2998418148" sldId="408"/>
        </pc:sldMkLst>
        <pc:spChg chg="del">
          <ac:chgData name="Toby Donaldson" userId="2e6e5431-bb17-4c41-9985-d39c50d83c73" providerId="ADAL" clId="{7F9681A8-EEE2-56F4-9B39-ECCBEE0471AC}" dt="2026-02-09T06:00:47.312" v="1181" actId="21"/>
          <ac:spMkLst>
            <pc:docMk/>
            <pc:sldMk cId="2998418148" sldId="408"/>
            <ac:spMk id="2" creationId="{482EC785-8A7C-76B9-6B4C-CE9F18A105DD}"/>
          </ac:spMkLst>
        </pc:spChg>
        <pc:spChg chg="add mod">
          <ac:chgData name="Toby Donaldson" userId="2e6e5431-bb17-4c41-9985-d39c50d83c73" providerId="ADAL" clId="{7F9681A8-EEE2-56F4-9B39-ECCBEE0471AC}" dt="2026-02-09T06:32:03.980" v="1703" actId="20577"/>
          <ac:spMkLst>
            <pc:docMk/>
            <pc:sldMk cId="2998418148" sldId="408"/>
            <ac:spMk id="3" creationId="{45890C17-C42F-4D9A-0985-53080766B77E}"/>
          </ac:spMkLst>
        </pc:spChg>
        <pc:spChg chg="mod">
          <ac:chgData name="Toby Donaldson" userId="2e6e5431-bb17-4c41-9985-d39c50d83c73" providerId="ADAL" clId="{7F9681A8-EEE2-56F4-9B39-ECCBEE0471AC}" dt="2026-02-09T06:31:34.014" v="1699" actId="13926"/>
          <ac:spMkLst>
            <pc:docMk/>
            <pc:sldMk cId="2998418148" sldId="408"/>
            <ac:spMk id="5" creationId="{F23B0FAB-685F-F6ED-77CE-7D3A3C89EF34}"/>
          </ac:spMkLst>
        </pc:spChg>
        <pc:spChg chg="del">
          <ac:chgData name="Toby Donaldson" userId="2e6e5431-bb17-4c41-9985-d39c50d83c73" providerId="ADAL" clId="{7F9681A8-EEE2-56F4-9B39-ECCBEE0471AC}" dt="2026-02-09T06:00:47.312" v="1181" actId="21"/>
          <ac:spMkLst>
            <pc:docMk/>
            <pc:sldMk cId="2998418148" sldId="408"/>
            <ac:spMk id="7" creationId="{70B98F96-A905-B2DE-BB51-867545551DAD}"/>
          </ac:spMkLst>
        </pc:spChg>
        <pc:spChg chg="mod">
          <ac:chgData name="Toby Donaldson" userId="2e6e5431-bb17-4c41-9985-d39c50d83c73" providerId="ADAL" clId="{7F9681A8-EEE2-56F4-9B39-ECCBEE0471AC}" dt="2026-02-09T06:09:01.354" v="1366" actId="13926"/>
          <ac:spMkLst>
            <pc:docMk/>
            <pc:sldMk cId="2998418148" sldId="408"/>
            <ac:spMk id="8" creationId="{DE8EDE39-CB9A-CFEF-4753-F032B0E24B47}"/>
          </ac:spMkLst>
        </pc:spChg>
        <pc:cxnChg chg="del mod">
          <ac:chgData name="Toby Donaldson" userId="2e6e5431-bb17-4c41-9985-d39c50d83c73" providerId="ADAL" clId="{7F9681A8-EEE2-56F4-9B39-ECCBEE0471AC}" dt="2026-02-09T06:00:47.312" v="1181" actId="21"/>
          <ac:cxnSpMkLst>
            <pc:docMk/>
            <pc:sldMk cId="2998418148" sldId="408"/>
            <ac:cxnSpMk id="6" creationId="{04039A38-46D3-8E38-34C5-91FCDC93DA39}"/>
          </ac:cxnSpMkLst>
        </pc:cxnChg>
        <pc:cxnChg chg="del mod">
          <ac:chgData name="Toby Donaldson" userId="2e6e5431-bb17-4c41-9985-d39c50d83c73" providerId="ADAL" clId="{7F9681A8-EEE2-56F4-9B39-ECCBEE0471AC}" dt="2026-02-09T06:00:47.312" v="1181" actId="21"/>
          <ac:cxnSpMkLst>
            <pc:docMk/>
            <pc:sldMk cId="2998418148" sldId="408"/>
            <ac:cxnSpMk id="10" creationId="{9388D8AD-41EF-659B-9B44-E693D33ACFBC}"/>
          </ac:cxnSpMkLst>
        </pc:cxnChg>
      </pc:sldChg>
      <pc:sldChg chg="addSp modSp add mod modNotesTx">
        <pc:chgData name="Toby Donaldson" userId="2e6e5431-bb17-4c41-9985-d39c50d83c73" providerId="ADAL" clId="{7F9681A8-EEE2-56F4-9B39-ECCBEE0471AC}" dt="2026-02-09T06:32:52.083" v="1709" actId="20577"/>
        <pc:sldMkLst>
          <pc:docMk/>
          <pc:sldMk cId="3682634751" sldId="409"/>
        </pc:sldMkLst>
        <pc:spChg chg="add mod">
          <ac:chgData name="Toby Donaldson" userId="2e6e5431-bb17-4c41-9985-d39c50d83c73" providerId="ADAL" clId="{7F9681A8-EEE2-56F4-9B39-ECCBEE0471AC}" dt="2026-02-09T06:32:52.083" v="1709" actId="20577"/>
          <ac:spMkLst>
            <pc:docMk/>
            <pc:sldMk cId="3682634751" sldId="409"/>
            <ac:spMk id="2" creationId="{6814128E-C1D7-1711-79EA-12E08B54A658}"/>
          </ac:spMkLst>
        </pc:spChg>
        <pc:spChg chg="mod">
          <ac:chgData name="Toby Donaldson" userId="2e6e5431-bb17-4c41-9985-d39c50d83c73" providerId="ADAL" clId="{7F9681A8-EEE2-56F4-9B39-ECCBEE0471AC}" dt="2026-02-09T06:09:13.913" v="1367" actId="13926"/>
          <ac:spMkLst>
            <pc:docMk/>
            <pc:sldMk cId="3682634751" sldId="409"/>
            <ac:spMk id="8" creationId="{E9065CC0-15D2-9187-F9DA-8DDC808AE320}"/>
          </ac:spMkLst>
        </pc:spChg>
      </pc:sldChg>
      <pc:sldChg chg="addSp modSp add mod modNotesTx">
        <pc:chgData name="Toby Donaldson" userId="2e6e5431-bb17-4c41-9985-d39c50d83c73" providerId="ADAL" clId="{7F9681A8-EEE2-56F4-9B39-ECCBEE0471AC}" dt="2026-02-09T06:33:23.539" v="1712" actId="20577"/>
        <pc:sldMkLst>
          <pc:docMk/>
          <pc:sldMk cId="2331652611" sldId="410"/>
        </pc:sldMkLst>
        <pc:spChg chg="add mod">
          <ac:chgData name="Toby Donaldson" userId="2e6e5431-bb17-4c41-9985-d39c50d83c73" providerId="ADAL" clId="{7F9681A8-EEE2-56F4-9B39-ECCBEE0471AC}" dt="2026-02-09T06:33:23.539" v="1712" actId="20577"/>
          <ac:spMkLst>
            <pc:docMk/>
            <pc:sldMk cId="2331652611" sldId="410"/>
            <ac:spMk id="2" creationId="{15F52271-3EEF-EBF8-3A72-16E6FEEE1973}"/>
          </ac:spMkLst>
        </pc:spChg>
        <pc:spChg chg="mod">
          <ac:chgData name="Toby Donaldson" userId="2e6e5431-bb17-4c41-9985-d39c50d83c73" providerId="ADAL" clId="{7F9681A8-EEE2-56F4-9B39-ECCBEE0471AC}" dt="2026-02-09T06:10:42.838" v="1379" actId="13926"/>
          <ac:spMkLst>
            <pc:docMk/>
            <pc:sldMk cId="2331652611" sldId="410"/>
            <ac:spMk id="5" creationId="{E733F7CC-23AD-F956-CD58-6D47A4F0B7E7}"/>
          </ac:spMkLst>
        </pc:spChg>
        <pc:spChg chg="mod">
          <ac:chgData name="Toby Donaldson" userId="2e6e5431-bb17-4c41-9985-d39c50d83c73" providerId="ADAL" clId="{7F9681A8-EEE2-56F4-9B39-ECCBEE0471AC}" dt="2026-02-09T06:10:51.106" v="1381" actId="13926"/>
          <ac:spMkLst>
            <pc:docMk/>
            <pc:sldMk cId="2331652611" sldId="410"/>
            <ac:spMk id="8" creationId="{60E9EBE6-68B9-8B53-3E33-D25691CB26C7}"/>
          </ac:spMkLst>
        </pc:spChg>
      </pc:sldChg>
      <pc:sldChg chg="addSp modSp add mod modNotesTx">
        <pc:chgData name="Toby Donaldson" userId="2e6e5431-bb17-4c41-9985-d39c50d83c73" providerId="ADAL" clId="{7F9681A8-EEE2-56F4-9B39-ECCBEE0471AC}" dt="2026-02-09T06:32:32.192" v="1706" actId="20577"/>
        <pc:sldMkLst>
          <pc:docMk/>
          <pc:sldMk cId="1764671766" sldId="411"/>
        </pc:sldMkLst>
        <pc:spChg chg="add mod">
          <ac:chgData name="Toby Donaldson" userId="2e6e5431-bb17-4c41-9985-d39c50d83c73" providerId="ADAL" clId="{7F9681A8-EEE2-56F4-9B39-ECCBEE0471AC}" dt="2026-02-09T06:32:32.192" v="1706" actId="20577"/>
          <ac:spMkLst>
            <pc:docMk/>
            <pc:sldMk cId="1764671766" sldId="411"/>
            <ac:spMk id="2" creationId="{9162E3F8-38CF-C34B-F866-31A58B3D18FA}"/>
          </ac:spMkLst>
        </pc:spChg>
        <pc:spChg chg="mod">
          <ac:chgData name="Toby Donaldson" userId="2e6e5431-bb17-4c41-9985-d39c50d83c73" providerId="ADAL" clId="{7F9681A8-EEE2-56F4-9B39-ECCBEE0471AC}" dt="2026-02-09T06:08:20.638" v="1362" actId="13926"/>
          <ac:spMkLst>
            <pc:docMk/>
            <pc:sldMk cId="1764671766" sldId="411"/>
            <ac:spMk id="8" creationId="{6E816C85-676E-F8F7-A850-28F72E554F7B}"/>
          </ac:spMkLst>
        </pc:spChg>
      </pc:sldChg>
      <pc:sldChg chg="addSp modSp add mod">
        <pc:chgData name="Toby Donaldson" userId="2e6e5431-bb17-4c41-9985-d39c50d83c73" providerId="ADAL" clId="{7F9681A8-EEE2-56F4-9B39-ECCBEE0471AC}" dt="2026-02-09T06:33:35.004" v="1715" actId="20577"/>
        <pc:sldMkLst>
          <pc:docMk/>
          <pc:sldMk cId="2192803340" sldId="412"/>
        </pc:sldMkLst>
        <pc:spChg chg="add mod">
          <ac:chgData name="Toby Donaldson" userId="2e6e5431-bb17-4c41-9985-d39c50d83c73" providerId="ADAL" clId="{7F9681A8-EEE2-56F4-9B39-ECCBEE0471AC}" dt="2026-02-09T06:33:35.004" v="1715" actId="20577"/>
          <ac:spMkLst>
            <pc:docMk/>
            <pc:sldMk cId="2192803340" sldId="412"/>
            <ac:spMk id="2" creationId="{809EFAF4-04AD-0CD3-0582-F9BC18B2330E}"/>
          </ac:spMkLst>
        </pc:spChg>
        <pc:spChg chg="mod">
          <ac:chgData name="Toby Donaldson" userId="2e6e5431-bb17-4c41-9985-d39c50d83c73" providerId="ADAL" clId="{7F9681A8-EEE2-56F4-9B39-ECCBEE0471AC}" dt="2026-02-09T06:15:56.423" v="1437" actId="14100"/>
          <ac:spMkLst>
            <pc:docMk/>
            <pc:sldMk cId="2192803340" sldId="412"/>
            <ac:spMk id="5" creationId="{E767F971-B002-3B8B-A763-2EECC6CF76A6}"/>
          </ac:spMkLst>
        </pc:spChg>
        <pc:spChg chg="mod">
          <ac:chgData name="Toby Donaldson" userId="2e6e5431-bb17-4c41-9985-d39c50d83c73" providerId="ADAL" clId="{7F9681A8-EEE2-56F4-9B39-ECCBEE0471AC}" dt="2026-02-09T06:21:06.340" v="1458" actId="13926"/>
          <ac:spMkLst>
            <pc:docMk/>
            <pc:sldMk cId="2192803340" sldId="412"/>
            <ac:spMk id="8" creationId="{C4C4F505-B25D-4D13-EFDD-5302E56CC8C2}"/>
          </ac:spMkLst>
        </pc:spChg>
      </pc:sldChg>
      <pc:sldChg chg="addSp modSp add mod">
        <pc:chgData name="Toby Donaldson" userId="2e6e5431-bb17-4c41-9985-d39c50d83c73" providerId="ADAL" clId="{7F9681A8-EEE2-56F4-9B39-ECCBEE0471AC}" dt="2026-02-09T06:34:11.305" v="1720" actId="20577"/>
        <pc:sldMkLst>
          <pc:docMk/>
          <pc:sldMk cId="1954144585" sldId="413"/>
        </pc:sldMkLst>
        <pc:spChg chg="add mod">
          <ac:chgData name="Toby Donaldson" userId="2e6e5431-bb17-4c41-9985-d39c50d83c73" providerId="ADAL" clId="{7F9681A8-EEE2-56F4-9B39-ECCBEE0471AC}" dt="2026-02-09T06:24:12.249" v="1587" actId="20577"/>
          <ac:spMkLst>
            <pc:docMk/>
            <pc:sldMk cId="1954144585" sldId="413"/>
            <ac:spMk id="2" creationId="{79EDE6F9-734C-AE48-662E-01E703AA84D4}"/>
          </ac:spMkLst>
        </pc:spChg>
        <pc:spChg chg="add mod">
          <ac:chgData name="Toby Donaldson" userId="2e6e5431-bb17-4c41-9985-d39c50d83c73" providerId="ADAL" clId="{7F9681A8-EEE2-56F4-9B39-ECCBEE0471AC}" dt="2026-02-09T06:34:11.305" v="1720" actId="20577"/>
          <ac:spMkLst>
            <pc:docMk/>
            <pc:sldMk cId="1954144585" sldId="413"/>
            <ac:spMk id="3" creationId="{FB421CE8-00F2-A98A-7A18-663B87C45CC6}"/>
          </ac:spMkLst>
        </pc:spChg>
        <pc:spChg chg="mod">
          <ac:chgData name="Toby Donaldson" userId="2e6e5431-bb17-4c41-9985-d39c50d83c73" providerId="ADAL" clId="{7F9681A8-EEE2-56F4-9B39-ECCBEE0471AC}" dt="2026-02-09T06:23:46.021" v="1578" actId="13926"/>
          <ac:spMkLst>
            <pc:docMk/>
            <pc:sldMk cId="1954144585" sldId="413"/>
            <ac:spMk id="5" creationId="{63C8D30D-D87C-EC05-54FF-8FDB96AC3C52}"/>
          </ac:spMkLst>
        </pc:spChg>
        <pc:spChg chg="mod">
          <ac:chgData name="Toby Donaldson" userId="2e6e5431-bb17-4c41-9985-d39c50d83c73" providerId="ADAL" clId="{7F9681A8-EEE2-56F4-9B39-ECCBEE0471AC}" dt="2026-02-09T06:23:11.503" v="1549" actId="14100"/>
          <ac:spMkLst>
            <pc:docMk/>
            <pc:sldMk cId="1954144585" sldId="413"/>
            <ac:spMk id="8" creationId="{0E028120-D2B9-7422-3488-C6E91A49CA58}"/>
          </ac:spMkLst>
        </pc:spChg>
      </pc:sldChg>
      <pc:sldChg chg="addSp delSp modSp add del mod">
        <pc:chgData name="Toby Donaldson" userId="2e6e5431-bb17-4c41-9985-d39c50d83c73" providerId="ADAL" clId="{7F9681A8-EEE2-56F4-9B39-ECCBEE0471AC}" dt="2026-02-09T06:31:24.764" v="1698" actId="2696"/>
        <pc:sldMkLst>
          <pc:docMk/>
          <pc:sldMk cId="4245036208" sldId="414"/>
        </pc:sldMkLst>
        <pc:spChg chg="del">
          <ac:chgData name="Toby Donaldson" userId="2e6e5431-bb17-4c41-9985-d39c50d83c73" providerId="ADAL" clId="{7F9681A8-EEE2-56F4-9B39-ECCBEE0471AC}" dt="2026-02-09T06:30:09.305" v="1622" actId="21"/>
          <ac:spMkLst>
            <pc:docMk/>
            <pc:sldMk cId="4245036208" sldId="414"/>
            <ac:spMk id="5" creationId="{C6A57D57-55E4-81D8-9C9D-63F17700B172}"/>
          </ac:spMkLst>
        </pc:spChg>
        <pc:spChg chg="add mod">
          <ac:chgData name="Toby Donaldson" userId="2e6e5431-bb17-4c41-9985-d39c50d83c73" providerId="ADAL" clId="{7F9681A8-EEE2-56F4-9B39-ECCBEE0471AC}" dt="2026-02-09T06:30:09.305" v="1622" actId="21"/>
          <ac:spMkLst>
            <pc:docMk/>
            <pc:sldMk cId="4245036208" sldId="414"/>
            <ac:spMk id="9" creationId="{FFA00295-8F3A-444B-AEF8-07D04C607B4D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7:37:04.2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1182 13511 24575,'-20'0'0,"52"0"0,11 0 0,2 0 0,4 0 0,-13 0 0,0 0 0,11 0 0,0 0 0,-9 0 0,-1 0 0,6 0 0,0 0 0,-7 0 0,-1 0 0,0 0 0,0 0 0,0 0 0,1 0 0,-1 0 0,0 0 0,1 0 0,-1 0 0,1 0 0,-2 0 0,-6 0 0,-1 0 0,7 0 0,-1 0 0,6 0 0,-14 0 0,1 0 0,17 0 0,-6 0 0,7 0 0,-19 0 0,0 0 0,15 0 0,-7 0 0,0 0 0,7 0 0,-15 0 0,0 0 0,11 0 0,-1 0 0,-10 0 0,1 0 0,13 0 0,1 0 0,2 0 0,-13 0 0,1 0 0,11 0 0,6 0 0,-1 0 0,-11 0 0,0 0 0,0 0 0,6 0 0,1 0 0,-1 0 0,-3 0 0,-1 0 0,-2 0 0,2 0 0,0 0 0,-3 0 0,2 0 0,-4 0 0,-2 0 0,-1 0 0,12 0 0,0 0 0,-13 0 0,-1 0 0,7 0 0,3 0 0,6 0 0,0 0 0,-13 0 0,-1 0 0,-3 0 0,-1 0 0,6 0 0,-27 0 0,27 0 0,-27 0 0,27 0 0,-11 0 0,23 0 0,-6 0 0,7 0 0,-9 0 0,-16 0 0,-3 0 0,-16 0 0,0 0 0,0 0 0</inkml:trace>
  <inkml:trace contextRef="#ctx0" brushRef="#br0" timeOffset="7733">18591 10601 24575,'34'0'0,"0"0"0,0 0 0,12 0 0,2 0 0,-3 0 0,3 0 0,-3 0-443,2 0 0,0 0 443,-8 0 0,2 0 0,-4 0 0,-2 0 0,-3 0 145,2 0 1,0 0-146,4 0 0,-1 0 73,-8 1 1,1-2-74,12-7 0,2 0 0,-9 6 0,1 0 0,1-3 0,4-1 0,-2 2 0,2 4 0,0 0 0,-2-5 0,2-1 0,-3 1 0,-2 3 0,-1 0 224,7-6 0,2 0-224,1 8 0,0 0 0,4-7 0,0-1 0,-4 6 0,-2 0 0,-3-6 0,-1 0 0,-4 8 0,0 0 0,0-7 0,1-2 0,0 8 0,-2-1 0,-6-7 0,-1 2 0,-1 6 0,-1 2 0,10-1 0,-2 0 0,1 0 0,-5 1 0,1-2 0,13-7 0,0 0 0,-15 6 0,-1 0 0,6-6 0,1 1 0,-4 6 0,2 2 0,12-1 0,0 0 0,-2 0 0,-1 0 0,2 0 0,0 0 0,-7 0 0,-1 0 0,0 0 0,0 0 0,-7 0 0,-1 0 0,-1 0 0,-1 0 0,1 0 0,-1 0 0,14 0 0,-13 0 0,-1 0 0,10 0 0,-15 0 0,27 0 0,-24 15 0,2-12 0,1-2 0,0 6 0,-1 2 0,22 7 0,-13-14 0,1-1 0,-3 7 0,-1 0 0,-5 1 0,3-2 0,7-6 0,4-2 0,-3 5 0,-3 11 0,-1 1 0,4-13 0,4-4 0,-1 3 0,4 14 0,-2-1 0,-5-13 0,0 0 0,6 14 0,0 0 0,-7-14 0,-1 0 0,0 6 0,1-1 0,3-6 0,0-2 0,-3 1 0,0 0 0,11 0 0,1 0 0,-10-1 0,-2 2 0,-1 7 0,1 0 0,5-6 0,0 0 0,-11 6 0,-1 0 0,6-7 0,0-2 0,0 1 0,-3 0 0,7 0 0,-13 7 0,-1 1 0,10-4 0,-10 3 0,1 2 0,1-1 0,1-1 0,8-5 0,-1 0 0,12 14 0,-14-16 0,-9 0 0,11 0 0,4 16 0,-6-14 0,1 0 0,-7 6 0,1-1 0,6-5 0,2-4 0,-1 2 0,1 0 0,-1 0 0,0 0 0,1 0 0,-1 0 0,0 0 0,0 0 0,1 0 0,-1 0 0,-8 0 0,1 0 0,5 0 0,0 0 0,-5 0 0,-1 0 0,1 0 0,-1 0 0,4 0 0,-3 0 0,-6 0 0,5 0 0,0 0 0,-3 0 0,8 0 0,3 0 0,-8 0 0,0 0 0,8 0 0,1 0 0,0 0 0,-1 0 0,-7 0 0,-2 0 0,1 0 0,-3 0 0,12 0 0,-1 0 0,-10-7 0,1-1 0,1 6 0,1 0 0,6-6 0,2 0 0,7 7 0,1 2 0,-3 0 0,0-2 0,3-6 0,0-2 0,4 8 0,-2-2 0,-8-5 0,-1 1 0,6 6 0,0 2 0,-15-1 0,-1 0 0,-1 0 0,-1 0 0,10 0 0,0 0 0,1 0 0,-1 0 0,0 0 0,0-16 0,-11 14 0,3 0 0,15-6 0,3 1 0,-8 6 0,4 2 0,4-1 0,5 0 0,-4 0 0,-5 0 0,-2 0 0,-2 0 0,2 0 0,-5 0 0,-5 0 0,-3 0 0,0 0 0,-1 0 0,10 0 0,1 0 0,-1 0 0,-16 0 0,13 0 0,-13 0 0,17 0 0,-12 0 0,3 0 0,-1 0 0,2 0 0,7 0 0,1 0 0,8 0 0,-2 0 0,-12 0 0,-1 0 0,5 0 0,-1 0 0,10 0 0,-22 0 0,19 0 0,-37 0 0,29 0 0,-28 0 0,27 15 0,-27-11 0,12 12 0,-16-16 0,0 0 0,0 15 0,0-11 0,0 12 0,0-16 0,0 16 0,0-12 0,0 11 0,0-15 0</inkml:trace>
  <inkml:trace contextRef="#ctx0" brushRef="#br0" timeOffset="18683">24342 10566 24575,'43'0'0,"0"0"0,1 0 0,2 0 0,-12 0 0,2 0 0,0 0-352,4 0 1,1 0 0,-1 0 351,-5 0 0,-2 0 0,1 0 0,10 0 0,2 0 0,0 0 0,-8 0 0,0 0 0,3 0 0,-3 0 0,3 0 0,2 0 0,-1 0 0,-2 0 0,0 0 0,-1 0 0,-1 0 0,2 0-301,6 0 1,3 0 0,-1 0-1,-3 0 301,0 0 0,-3 1 0,0-2 0,-2-4 0,0-1 0,4 1 0,-5 3 0,4 2 0,2 0 0,-1 0 0,-4-2 0,10-3 0,-4-1 0,3 1 0,1 4 0,3 1 0,-1 1 0,-7-1 0,3 0 0,-6 0 270,2 0 0,-1 0-270,-7 0 0,-2 0 0,-6 0 0,-1 0 0,3 0 0,-1 0 502,8 0-502,6 0 1214,-7 0-1214,-1 0 0,0 0 0,0 0 0,-9 0 0,-1 0 0,15 0 0,-15 0 0,1 0 0,0 0 0,-2 0 0,0 0 0,23 0 0,-27 0 0,15 0 0,0 0 0,0 0 0,1 0 0,-17 0 0,13 0 0,-28 0 0,11 0 0,1 16 0,-12-12 0,12 12 0,-16-16 0,0 0 0,0 0 0</inkml:trace>
  <inkml:trace contextRef="#ctx0" brushRef="#br0" timeOffset="24032">20020 8343 24575,'0'20'0,"0"11"0,0-11 0,0-1 0,0 13 0,0-28 0,0 27 0,0-27 0,0 43 0,0-8 0,0-8 0,0 5 0,0-1 0,0 5 0,0-2 0,0 7 0,0-3 0,0-15 0,0-3 0,0 11 0,0-15 0,0-5 0,0 1 0,0-12 0,0 11 0,0-15 0,0 16 0,0-12 0,0 20 0,0-22 0,0 21 0,0-19 0,0 12 0,0-16 0</inkml:trace>
  <inkml:trace contextRef="#ctx0" brushRef="#br0" timeOffset="25416">20020 8590 24575,'26'0'0,"-1"0"0,13 0 0,2 0 0,-1 0 0,-1 0 0,2 0 0,-2 0 0,-10 0 0,-5 0 0,-3 0 0,-4 0 0</inkml:trace>
  <inkml:trace contextRef="#ctx0" brushRef="#br0" timeOffset="27599">20055 8378 24575,'20'0'0,"11"0"0,-11 0 0,0 0 0,-5 0 0,-15 0 0,16 0 0,-12 0 0,12 0 0,-1 0 0,-3 0 0,21 0 0,-5 0 0,-3 0 0,1 0 0,13 0 0,-4 0 0,-19 0 0,-16 0 0,16 0 0,-13 0 0,29 0 0,-28 0 0,11 0 0,1-15 0,4 11 0,-1-12 0,-3 16 0</inkml:trace>
  <inkml:trace contextRef="#ctx0" brushRef="#br0" timeOffset="30051">25277 8696 24575,'0'20'0,"0"11"0,0-11 0,0 15 0,0 0 0,0 0 0,0-15 0,0 11 0,0-27 0,0 12 0,0 0 0,0 3 0,0 1 0,0 11 0,0-27 0,0 20 0,0-22 0,0 5 0,0-7 0,0 16 0,0 4 0,0-1 0,0 28 0,0-23 0,0 8 0,0 2 0,0 6 0,0-15 0,0 1 0,0 9 0,0 0 0,0-15 0,0-5 0,0-15 0</inkml:trace>
  <inkml:trace contextRef="#ctx0" brushRef="#br0" timeOffset="32100">25206 8837 24575,'20'0'0,"-5"0"0,1 0 0,-12 0 0,12 0 0,-16 0 0,15 0 0,5 0 0,-1 0 0,13 0 0,-28 0 0,11 0 0,1 0 0,-12 0 0,27 0 0,-11 0 0,0 0 0,11 0 0,-27 0 0,11 0 0,1 0 0,-12 0 0,12 0 0,-16 0 0,0 0 0,0 0 0</inkml:trace>
  <inkml:trace contextRef="#ctx0" brushRef="#br0" timeOffset="33466">25206 9172 24575,'35'0'0,"-10"0"0,1 0 0,2 0 0,-1 0 0,0 0 0,1 0 0,6 0 0,-1 0 0,6 0 0,-4 16 0,-4-12 0,-27 12 0,12-16 0,-16 15 0,0-11 0,0 27 0,0-27 0,0 12 0,0-16 0,0 0 0</inkml:trace>
  <inkml:trace contextRef="#ctx0" brushRef="#br0" timeOffset="46485">30339 2081 24575,'0'34'0,"0"-1"0,0 11 0,0 2 0,0-9 0,0 2 0,0 3-256,0-3 0,0 3 0,0 2 0,0 1 256,0-5 0,-1 1 0,1 2 0,0 0 0,0 0 0,1-2-642,1 3 1,1-1 0,0-1-1,1 1 1,0 1 641,-1-1 0,0 1 0,0 2 0,0-1 0,1-2 0,-1-2 0,2 6 0,-1-4 0,1-1 0,1 1-162,1-1 0,1 0 0,1-1 0,-2 2 162,-1 4 0,-1 1 0,-1 1 0,1-1 0,-1 1 0,1 1 0,0-1 0,0-1 0,3 0 0,0-2 0,0 1 0,0 1 0,-4-8 0,0 2 0,-1-1 0,1 1 0,0-2-456,3 8 0,0-1 0,0-1 0,0 1 456,-2 2 0,-1 0 0,0 0 0,0 0 0,1-7 0,0 0 0,-1 0 0,1-1 0,0 0 0,0 7 0,0-1 0,0-1 0,-1 1 0,1 2 0,0 1 0,0-2 0,0-1-87,-1-7 0,1-2 0,-1 0 1,-1-1 86,-3 11 0,-1-2 0,2-3 1070,6 4 0,1-3-1070,-6-1 0,0 0 0,6-1 0,0 2 206,-7-10 0,-1 1 1,-1 2-207,1 10 0,0 4 0,0 0 117,0-11 0,0 0 0,0 1 0,0 1-117,0 3 0,0 2 0,0 0 0,0-2 0,0 5 0,0-2 0,0-1 291,0-4 1,0-1 0,0-6-292,0-6 0,0-5 0,0 7 0,0-64 0,-8 3 0,-5-8 0,-2-4 0,4-1 0,5-3 0,2-2 0,1-1 0,-4-4-125,-1 12 1,-3-1 0,-1-1-1,-1-2 1,0-1 0,1-1-1,1-2 125,3 4 0,0-3 0,1-1 0,0-1 0,1-1 0,0 1 0,-1 1 0,1 2 0,-2 2-320,-1-6 1,-1 2 0,0 2 0,0 0 0,0-1-1,1-2 320,0 4 0,1-2 0,-1-2 0,0 0 0,1 0 0,0 0 0,0 1 0,0 2 0,0-1 0,1 1 0,-1 0 0,1 1 0,0 0 0,0 2 0,0 1 0,-1-6 0,0 2 0,0 2 0,0-2 0,1-1 0,0 0 0,1-3 0,0 0 0,0 0 0,0 3 0,1 3 0,1 0 0,0 3 0,0 2 0,1-2 0,-1-5 0,-1-1 0,1-1 0,1 1 0,2 1 0,0 1 0,1-1 0,-2-1-428,0 2 0,-2-2 1,0-1-1,1 0 0,1 1 428,1 1 0,0 1 0,2-1 0,-1 0 0,1-1 0,-1 3 0,0-1 0,0-2 0,0 1 0,0 1 0,0 2 32,0-1 0,0 2 0,0 1 0,0 1 1,0-1-33,0-8 0,1-1 0,-1 3 0,-1 5 1554,-7-5 1,0 8-1555,7 11 0,-2 5 0,-13 3 0,16 5 2694,0 30-2694,0 5 955,8 4 0,0 3-955,-7 0 0,2 1 0,11 6 0,3 2 0,-7 6 0,0 2 0,1-9 0,1 0 0,0 1-451,0 5 1,0 0 0,-1 3 450,-2-7 0,0 0 0,0 3 0,0 2 0,-1-2 0,1 3 0,-1 1 0,1 2 0,0-1 0,-1 0 0,-1-1 0,-1-1 0,0 0 0,0 1 0,0 1 0,2 1-410,-1-5 0,1 2 1,1 1-1,0 1 1,0-1-1,0 1 0,-1-1 1,-1-1 292,0 1 0,-1-1 1,-1 0-1,1-1 0,-1 1 1,0-1-1,1 0 117,1 7 0,0 0 0,0-1 0,1 0 0,-1 0 0,0 0-432,-1 0 0,0-1 0,-1 1 1,1-1-1,-1-1 0,0 1 432,0-3 0,-1-1 0,0 1 0,1-1 0,-1-1 0,1 0-264,2 6 1,0-2-1,0 1 1,0-2 0,1-1 263,1 4 0,0-2 0,0-1 0,-1 0-27,-2-5 1,-1-1 0,-1 0-1,1 0 27,-1 0 0,1-1 0,-1 1 0,-2 2 0,0 3 0,-3 1 0,1 1 0,-1 3 246,1-9 1,1 1 0,-1 1-1,0 2 1,0 2 0,-1 1-247,0-3 0,0 2 0,0 1 0,-1 2 0,0 1 0,0 0 0,0 0 0,0-1 0,0-2-110,-1 0 1,1 0 0,0-1 0,-1 0-1,1-1 1,-1 1 0,0 0 0,1 1 109,0-2 0,0 1 0,-1 1 0,1 0 0,0-1 0,0 0 0,0-1 0,0-3 0,-1-2 0,0 10 0,-1-2 0,1-2 0,0-4 0,1-5 0,1 14 0,2-8 0,-1-11 0,0-1 0</inkml:trace>
  <inkml:trace contextRef="#ctx0" brushRef="#br0" timeOffset="70035">20779 7161 24575,'25'0'0,"1"0"0,0 0 0,2 0 0,15 0 0,1 0 0,-15 1 0,0-2 0,14-2 0,-3-1 0,-9 2 0,18-6 0,-21 8 0,7 0 0,-10-8 0,1 0 0,13 4 0,-13-4 0,-1 0 0,10 8 0,5-7 0,3-1 0,-12 7 0,0-2 0,12-13 0,1 1 0,-8 13 0,-6 0 0,-6-14 0,23 16 0,-28 0 0,1 0 0,11 0 0,5 0 0,3 0 0,-13 0 0,-1 0 0,-6 0 0,13 0 0,-28 0 0,11 0 0,-15 0 0,0 16 0,0-12 0,0 11 0</inkml:trace>
  <inkml:trace contextRef="#ctx0" brushRef="#br0" timeOffset="71998">23301 6932 24575,'42'0'0,"0"0"0,-1 0 0,0 0 0,-1 0 0,1 0 0,0 0 0,-1 0 0,0 0 0,-3 0 0,0 0 0,-1 0 0,2 0 0,0 0 0,0 0-362,-3 0 1,-1-1 0,1 2 361,2 4 0,1 1 0,0-1 0,-1-3 0,-1-2 0,1 2 0,4 2 0,0 2 0,-1-1 177,6 4 1,-2-2-178,-9-5 0,0 0 89,8 5 1,-3 2-90,3 6 0,-9-13 0,-2 0 0,4 14 550,-17 0-550,13-12 0,-28 11 0,27-15 0,-27 0 0,12 0 0,-16 0 0,0 0 0,0 16 0,0-12 0,0 11 0,-16-15 0,12 0 0,-12 0 0</inkml:trace>
  <inkml:trace contextRef="#ctx0" brushRef="#br0" timeOffset="73932">26388 7267 24575,'35'0'0,"0"0"0,-2 0 0,1 0 0,-6 0 0,3 0 0,5 0 0,5 0 0,-1 0-364,-6 0 1,-1 0 0,2 0 363,10 0 0,2 0 0,0 0 0,-2 0 0,-1 0 0,1 0 0,2 0 0,0-1 0,0 2 0,-5 4 0,-1 1 0,1-1 0,-4-3 0,1-2 0,0 0 0,-2 2 0,4 3 0,-1 1 0,1-1 0,-4-4 0,3-1 0,0-1 0,-3 1 0,4 0 0,-3 0 0,1 0 0,2 0 0,1 0 0,-3 0 133,-1 0 1,-2 0-134,0 0 0,-5 0 0,-12 0 0,13 0 0,-44 0 0,24 0 0,-28 0 0,16 0 0</inkml:trace>
  <inkml:trace contextRef="#ctx0" brushRef="#br0" timeOffset="116216">21220 3916 24575,'19'16'0,"13"-13"0,-13 13 0,5-14 0,3-4 0,0 2 0,1 0 0,7 0 0,1 0 0,-9 0 0,0 0 0,7 0 0,-1 0 0,6 0 0,-5 0 0,-1 0 0,6 0 0,-8 0 0,5 0 0,-4 0 0,4 0 0,-2 0 0,7 0 0,0 0 0,-5 0 0,2 0 0,-2 0 0,-1 0 0,-2 0 0,-1 0 0,-1 0 0,5 0 0,-1 0 0,-8 0 0,0 0 0,7 0 0,-1 0 0,-6 0 0,1 0 0,14 0 0,2 0 0,-6 0 0,-1 0 0,-1 0 0,-2 0 0,-7 0 0,-3 0 0,11 0 0,1 0 0,-17 0 0,13 0 0,-28 0 0,11 0 0,1 0 0,-12 0 0,27 0 0,-27 0 0,28 0 0,-13 0 0,8 0 0,5 0 0,3 0 0,2 0 0,4 0 0,1 0 0,-9 0 0,2 0 0,-1 0 0,4 0 0,-2 0 0,0 0 0,-1 0 0,-9 0 0,-1 0 0,10 0 0,-15 0 0,-5 0 0,1 0 0,-12 0 0,27 0 0,-7 0 0,3 0 0,16 0 0,4 0 0,0 0 0,0 0 0,3 0 0,-6 0 0,-6 0 0,1 0 0,-20 0 0,17 0 0,-1 0 0,0-16 0,-9 14 0,-1 1 0,14-15 0,-12 15 0,-3 2 0,-4-1 0,11 0 0,1 0 0,-5 0 0,6 0 0,1 0 0,1 0 0,0 0 0,-9 0 0,-1 0 0,14 0 0,-3 0 0,-21 0 0,-15 16 0,16-13 0,-12 13 0,12-16 0,-16 0 0</inkml:trace>
  <inkml:trace contextRef="#ctx0" brushRef="#br0" timeOffset="155118">28734 3334 24575,'0'40'0,"0"0"0,0 7 0,0 0 0,0-9 0,0-1 0,0 7 0,0-2 0,0-14 0,0-1 0,0 8 0,0-4 0,0-7 0,0 23 0,0-27 0,0 15 0,0 0 0,0-10 0,0 1 0,0 1 0,0 1 0,0 7 0,0 1 0,0-9 0,0 0 0,0 3 0,0-1 0,0-2 0,0-1 0,0 5 0,0 1 0,0 3 0,0 0 0,0-7 0,0-1 0,0-1 0,0-1 0,0 10 0,0 1 0,0-11 0,0 1 0,0 13 0,0-14 0,0 1 0,0 0 0,0-1 0,0 14 0,0-13 0,0-1 0,0 10 0,0-15 0,0 11 0,0-11 0,0 15 0,0 0 0,0-15 0,0 11 0,0-11 0,0 15 0,0 0 0,15 9 0,-11-7 0,12 6 0,-15-10 0,-2 1 0,1 9 0,0-10 0,0 0 0,0 3 0,0-1 0,0 0 0,0-10 0,0 1 0,0 13 0,0-6 0,0 1 0,-1-7 0,2 1 0,7 7 0,0 0 0,-6 1 0,0-1 0,6 1 0,-1-1 0,-6-8 0,-2 0 0,1 3 0,0-1 0,0-3 0,0 1 0,0 12 0,0 0 0,0-9 0,0-1 0,0 13 0,0-1 0,0-2 0,0-14 0,0 1 0,0 9 0,0-10 0,0 1 0,0 13 0,0-14 0,0 1 0,0-1 0,0 1 0,0 9 0,0 1 0,0-7 0,0 0 0,0 7 0,0-5 0,0-11 0,0 11 0,0-27 0,0 27 0,0-27 0,0 12 0,0-16 0,0 0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7:40:04.4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18186 5856 24575,'33'0'0,"0"0"0,-8 1 0,1-2 0,16-6 0,1-2 0,-12 8 0,0-1 0,4-6 0,1 0 0,-1-1 0,0 2 0,1 6 0,-1-2 0,1-13 0,-1 1 0,-7 13 0,-2 0 0,10-14 0,-5 16 0,-27 0 0,12 0 0,-16 0 0</inkml:trace>
  <inkml:trace contextRef="#ctx0" brushRef="#br0" timeOffset="64332">25964 3157 24575,'34'0'0,"0"0"0,0 0 0,10 0 0,4 0 0,1 0 0,-1 0 0,-8 1 0,-1-1 0,0 0 0,3-1-656,3-1 1,4-1-1,1-1 1,-2 0 0,-5 2 600,6 1 1,-5 1-1,1-3 55,1-7 0,1-2 0,-1 2 238,-7 8 0,-1 2 1,-2-2-239,11-6 0,-3 1 322,-8 6 1,-2 2-323,-7-1 0,-3 0 0,11 0 0,1 0 886,-11 0 0,1 0-886,13 0 154,-6 0 1,0 0-155,7 0 0,-15 0 0,1 0 0,9 0 0,0 0 0,0-16 0,1 12 0,-9-11 0,6 15 0,-21 0 0,20 0 0,-13 0 0,1 0 0,-5 0 0,1 0 0,4 0 0,15 0 0,0-16 0,-9 15 0,-1-2 0,-6-13 0,1 1 0,14 12 0,-1 2 0,6-15 0,-6 15 0,1 2 0,5-1 0,-14 0 0,1 0 0,-1 0 0,1 0 0,8 0 0,3 0 0,-1 0 0,2 0 0,6 0 0,-2 0 0,5 0 0,-14 0 0,-1 0 0,-1 0 0,5 0 0,-5 0 0,-27 0 0,12 0 0,-16 0 0,0 0 0,0 16 0,0-12 0,0 11 0</inkml:trace>
  <inkml:trace contextRef="#ctx0" brushRef="#br0" timeOffset="76199">26247 7373 24575,'19'0'0,"13"-16"0,3 12 0,-16-11 0,1-1 0,13 14 0,1 0 0,-7-13 0,1-1 0,6 5 0,2 2 0,7 0 0,0-1 0,-2-6 0,1 0 0,-9 9 0,3 1 0,-1 0 0,-3-3 0,1-1 0,0 1 0,1 3 0,2 0 0,-1 1 0,1-4 0,0 1 0,-2 1 0,12 5 0,-2 0 0,1-6 0,-3 0 0,-13 8 0,-3 0 0,9 0 0,-4 0 0,-27 0 0,27 0 0,-27 0 0,28 0 0,-7 0 0,1 0 0,17 0 0,-1 0 0,-2 0 0,-9 0 0,0 1 0,3-2 0,5-6 0,1-1 0,-2 6 0,2 0 0,4-6 0,-2 0 0,-15 8 0,-3 0 0,11 0 0,1 0 0,-17 0 0,13-15 0,-28 11 0,27-12 0,-11 0 0,15 12 0,-16-27 0,13 27 0,-28-12 0,11 16 0,-15-15 0,0-5 0,0 0 0,0-11 0,0 12 0,0-1 0,0-11 0,0-5 0,0 13 0,0-24 0,0 27 0,0-15 0,0 0 0,0-1 0,0 17 0,0-13 0,-15 13 0,-5-17 0,4 11 0,-3 0 0,-7-3 0,1 1 0,1-13 0,1 23 0,-1 3 0,5-2 0,-17 12 0,1-27 0,0 12 0,0-1 0,-1-4 0,11 22 0,-1 2 0,-13-7 0,13 6 0,1 2 0,6-1 0,-13 0 0,20-16 0,-21 12 0,6-12 0,7 16 0,-11 0 0,-5 0 0,-3 0 0,15 1 0,-3-2 0,-6-6 0,0-1 0,-10 4 0,9-4 0,1 0 0,-2 8 0,-1 0 0,1-16 0,0 12 0,0-11 0,-1 15 0,11 0 0,-1 0 0,-13 0 0,6 0 0,-1 0 0,-5 0 0,5 0 0,2 0 0,0 0 0,-17 0 0,22 0 0,-8 0 0,-1 0 0,1 0 0,0 0 0,-1 0 0,17 0 0,-13 0 0,29 0 0,-29 0 0,13 15 0,-17-11 0,1 28 0,0-28 0,15 11 0,-11 1 0,27-12 0,-12 12 0,16-16 0,0 7 0,0-5 0,0 6 0,0 8 0,0-12 0,-15 27 0,11-27 0,-12 27 0,0-11 0,12 15 0,-11-9 0,-1-1 0,12 15 0,-27-5 0,27 12 0,-28-24 0,29 2 0,3 1 0,-16 10 0,0-1 0,12 0 0,-11-15 0,15 11 0,0-27 0,0 12 0,0-1 0,0 5 0,0 4 0,0 3 0,0 0 0,0 1 0,0-1 0,0 1 0,0 5 0,0 0 0,0-5 0,0-1 0,0 5 0,0-1 0,0-4 0,0-1 0,0 17 0,0-8 0,0 1 0,0-17 0,0-3 0,0-16 0,15 15 0,21 5 0,-13 15 0,10-24 0,-3-2 0,-22 7 0,23-16 0,-31 0 0</inkml:trace>
  <inkml:trace contextRef="#ctx0" brushRef="#br0" timeOffset="93701">17798 10707 24575,'27'0'0,"1"0"0,12 0 0,2 0 0,-6 0 0,2 0 0,-4 0 0,2 0 0,0 0-508,2 0 1,-1 0 0,2 0 507,1 0 0,1 0 0,1 0-493,7 0 0,1 0 0,0 0 493,-10-1 0,-1 1 0,2 0 0,0 1 0,5 2 0,1 1 0,1 0 0,3 0 0,-9 0 0,3-1 0,0 0 0,1 0 0,-1 1 0,-1-1 0,-1 1 0,0-1 0,-2 1 0,1 0 0,2 1-209,-1 0 1,2 0 0,1 2 0,-1-2 0,-2 0-1,-2-1 209,2-2 0,-4-2 0,0 1 0,1 0 0,3 2 0,1 2 0,-1 0 0,-1-2-313,2-2 1,-2-2 0,1 1 312,6 0 0,0 0 0,-2 0 0,-5 0 0,-1 0 0,0 0 0,-1 0 0,-1 1 0,-1-2 121,-2-4 0,-1-1 0,0 1-121,0 4 0,0 0 0,-3-1 654,-2-6 0,-1 0-654,12 7 0,0 2 1022,-13-1 0,-1 0-1022,0 0 0,1 0 583,13 2 0,0-4-583,-11-5 0,-1-1 0,17 6 0,2 0 0,-5-14 0,2 0 0,1 13 0,5 3 0,-3-1 0,-8-3 0,-1-3 0,0 3-70,7 3 0,1 1 0,-3 1 70,-8-1 0,-2 0 0,-2 0 0,6 0 0,-1 0 0,6 0 0,0 0 0,-8 0 0,0 0 0,4 0 0,1 0 0,3 0 0,2 0 0,3 0 0,2 0 0,-11-1 0,1 1 0,3 1 0,-5 2 0,2 1 0,0 1 0,-2-2 0,2-1 0,-2-1 0,2 0-220,10 4 1,1 2 0,-3-3 219,-2-3 0,-2-2 0,1 1 0,0 0 250,3 0 0,-2 0-250,-9 0 0,-1 0 0,3 0 0,0 0 0,-3 0 0,-1 0 0,-8 0 0,1 0 0,5 0 0,0 0 337,-5 0 1,-1 0-338,7 0 0,3 0 0,5 0 0,2 0 0,-11 0 0,2 0 0,3 0 0,3 0 0,4 0 0,2 0 0,0 0 0,-5 0 0,2 0 0,0 0 0,0 0 0,0 0-396,5 0 0,1 0 0,-2 0 0,1 0 396,-2 0 0,0 0 0,-1 0 0,-2 0-146,4 0 0,-1 0 0,-5 0 146,0 0 0,-2 0 0,-1 0 0,1 0 0,-5 0 0,12 0 0,-22 0 0,3 0 0,16 0 0,2 0 0,-7 0 0,0 0 0,0 0 0,2 0 0,1 0 515,-2 0 1,1 0 0,-1 0-516,2 0 0,1 0 0,-2 0 0,-3 0 0,-1 0 0,-2 0 237,2 0 1,-4 0-238,14 0 0,-27 0 0,-1 0 0,13 0 0,-28 0 0,27 0 0,-27 0 0,43 0 0,-31 0 0,14 0 0,4 0 0,13 0 0,-12 0 0,1 0 0,-1 0 0,1 0 0,-2 0 0,2 0 0,1 0 0,4 0 0,-1 0 0,9 0 0,0 0 0,-9 0 0,1 0 0,-1 0 0,-4 0 0,-1 0 0,-4 0 0,-1 0 0,-1 0 0,14 0 0,-4 0 0,-7 0 0,17 0 0,-38 0 0,21 0 0,-28 0 0,27 0 0,-11 0 0,4 0 0,3 0 0,12 0 0,-5 0 0,-2 0 0,-8 0 0,23 0 0,-43 0 0,27 0 0,-27 0 0,12 0 0,-1 0 0,-11 0 0,12 0 0,-16 0 0,16 0 0,-12 0 0,27 0 0,-27 0 0,27 0 0,-27 0 0,12 0 0,-16 0 0,0 0 0</inkml:trace>
  <inkml:trace contextRef="#ctx0" brushRef="#br0" timeOffset="102601">20743 7003 24575,'28'0'0,"-1"0"0,12 0 0,5 0 0,1 0 0,4 0 0,2 0 0,-14 0 0,1 0 0,1 0 0,1 0-583,2 0 0,1 0 0,2 0 1,-1 0-1,-2 0 583,3 0 0,-1 0 0,0 0 0,-1 0 0,2 0 0,-1 0 0,0 0 0,0 0 0,-3 0 0,-1 0 0,0 0 0,-1 0 0,12 0 0,0 0 0,-4 0 9,-9 0 1,-3 0 0,0 0-10,2 0 0,1 0 0,-3 0 340,2 0 1,0 0-341,1 0 0,3 0 0,-2 0 0,8 0 0,0 0 0,-12 0 0,1 0 0,-1 0 0,9 1 0,-2-2 0,-6-7 0,-1 0 0,0 6 0,0 0 728,0-6 1,1 0-729,3 7 0,0 2 0,-3-1 0,1 0 0,9 0 0,2 0 0,-3 0 0,0 0 0,-11 0 0,2 0 0,0 0 31,4 0 1,1 0-1,-1 0-31,-3 0 0,0 0 0,-1 0 0,0 0 0,-1 0 0,0 0 0,0 0 0,0 0 0,-3 0 0,-2 0 0,-1 0 0,8 0 0,0 0 0,-10 0 0,-1 0 0,5 0 0,1 0 0,3 0 0,0 0 0,0 0 0,1 0 0,6 0 0,2 0 0,1 0 0,0 0 0,0 0 0,0 0 0,-11 0 0,1 0 0,-2 0 0,4 0 0,1 0 0,2 0 0,4 0 0,-3 0 0,0 0 0,-1 0 0,-4 0 0,2 0 0,-3 0 326,2 0 1,-3 0-327,1 0 0,0 0 0,1 0 0,-1 0 0,0 0 0,1 0 0,-2 0 0,2 0 0,7 1 0,0-2 0,-6-6 0,1-1 0,-1 6 0,4 1 0,-2 0 0,9-7 0,-2 0 0,1 7 0,-3 2 0,-17-1 0,-3 0 0,-1 0 0,-5 0 0,9 0 0,8 0 0,-9 0 0,-1 0 0,15 0 0,-9 8 0,4 0 0,-2-6 0,2-2 0,-1 2 0,7 6 0,0-1 0,-1-5 0,1-3 0,-4 0 0,-8 1 0,-3 0 0,1-1 0,-3 2 0,-5 15 0,-3-12-820,-32-20 1,13 8 0,-13-23 0</inkml:trace>
  <inkml:trace contextRef="#ctx0" brushRef="#br0" timeOffset="104999">16140 11853 24575,'35'0'0,"0"0"0,0 0 0,8 0 0,0 0 0,1 0 0,-2 1 0,0-1 0,1-1-335,6-3 1,2-2 0,-2 1 334,-6 3 0,-2 2 0,1-2 0,-1-3 0,-1 0 0,0-1 0,-4 0 0,-1 1 0,0 0 0,11 4 0,-2-2 0,1-5 0,-4 1 164,-12 6 1,-3 2-165,0-1 0,-1 0 83,0 0 0,1 0-83,5 0 0,1 0 0,4 0 0,0 0 0,2 0 0,3 0 0,-3 0 0,2 0 0,-1 0 0,10 0 0,0 0 0,-9 0 0,2 0 0,-2 0 0,-5 0 0,-1 0 0,-1 0 0,12 1 0,0-2 0,-10-4 0,1-1 0,-1 1 0,6 3 0,0 0 254,2-6 0,-2 1-254,-9 6 0,-1 2 0,5-1 0,-1 0 0,-7 0 0,-2 0 0,1 0 0,-3 0 0,12 0 0,-17 0 0,13 0 0,-28 0 0,11 0 0,-15 0 0,0 0 0,0 0 0</inkml:trace>
  <inkml:trace contextRef="#ctx0" brushRef="#br0" timeOffset="109833">18591 13194 24575,'34'0'0,"-1"0"0,0 0 0,2 0 0,3 0 0,3 0 0,4 0 0,1 0 0,-2 0 0,-5 0 0,-1 0 0,0 0 0,0 0-221,3 0 0,2 0 0,-2 0 0,-5 0 221,2 0 0,-4 0 145,4 0 1,-1 0-146,-10 0 0,1 0 73,6 0 0,2 0-73,0 0 0,-1 0 0,1 0 0,-2 0 0,-6-1 0,-1 2 0,7 6 0,-1 2 447,6-6-447,-13 6 0,-1-2 0,10-7 0,1 0 0,-1 0 0,-16 16 0,-3-12 0,-16 11 0,16-15 0,-12 0 0,27 0 0,-11 0 0,11 8 0,4 0 0,-2-6 0,1 0 0,-1 2 0,3 2 0,-1 0 0,14 2 0,0-1 0,-14-5 0,1-2 0,-1 2 0,11 5 0,-2 2 0,-8-1 0,-2 0 0,-6-7 0,-5 2 0,-3 12 0,-4 1 0,-16-12 0,0 12 0,0-1 0,0-11 0,0 12 0,0-16 0,0 16 0,0-13 0,-16-34 0,12 19 0,-12-35 0</inkml:trace>
  <inkml:trace contextRef="#ctx0" brushRef="#br0" timeOffset="111416">23830 13159 24575,'26'0'0,"-1"0"0,12 0 0,4 0 0,-3 0 0,4 0 0,2 0-820,2 0 1,3 0 0,2 0 0,3 0 272,-10 0 1,1 0 0,1 0 0,2 0 0,1 0 0,1 0 136,-4 0 0,2 0 1,0 0-1,2 0 1,0 0-1,1 0 0,0 0 1,1 0 274,-7 0 1,1 0-1,1 0 1,-1 0-1,2 0 1,-1 0-1,1 0 1,0 0 0,1 0-1,-1 0-22,0 0 0,0 0 0,1 0 0,0 0 1,1 0-1,-1 0 0,1 0 0,-1 0 0,0 0 1,1 0-1,-2 0 157,0 0 0,-1 0 0,1 0 0,-1 0 0,0 0 0,1 0 0,-1 0 0,-1 0 0,1 0 0,0 0 0,-1 0 0,2 0 0,0 0 0,-1 0 0,1 0 0,-1 0 0,0 0 0,0 0 0,1 0 0,0 0 0,0 0-200,-2 0 0,2 0 1,0 0-1,0 0 0,0 0 1,1 0-1,-2 0 1,0 0-1,-1 0 0,-2 0 1,-2 0 199,9 0 0,-2 0 0,-2 0 0,-1 0 0,0 0 0,0 0 0,1 0 152,3 0 0,1 0 0,1 0 0,0 0 0,-3 0 0,-2 0 1,-3 0-153,4 0 0,-3 0 0,-4 0 0,-3 0 0,11 0 0,-4 0 1564,0 0 0,-8 0-1564,-17 0 3276,-4 0-1809,-16 15 1809,0-11-709,-16 12-2249,12-16-318,-12 0 0,16 0 0,-15 0 0,11-16 0,-12 12 0,16-11 0</inkml:trace>
  <inkml:trace contextRef="#ctx0" brushRef="#br0" timeOffset="120918">20496 3810 24575,'20'20'0,"27"-5"0,-13-13 0,3-4 0,7 2 0,6 0 0,-5 0 0,7 0 0,2 0 0,-5 0 0,-4 0 0,-3 0 0,4 0-592,-8 0 1,4 0-1,0 0 1,-1 0-1,-2 0 592,7 0 0,-3 0 0,1 0 0,-6 0 0,1 0 0,1 0 0,0 0 0,0 0 0,0 0 0,0 0 0,0 0 0,1 0 0,-1 0 0,0 0 0,0 0 0,11 0 0,-1 0 0,-2 0 45,-6 0 0,-1 0 0,0 0-45,-3 0 0,-1 0 0,1 0 0,2 0 0,0 0 0,2 0-162,4 0 0,1 0 0,1 0 162,0 0 0,1 0 0,-1 0 0,0 0 0,0 0 0,-3 0 0,-8 0 0,-2 0 0,-1 0 0,8 0 0,-6 0 1393,2 0-1393,-15 0 628,-7 0-628,-12 0 1288,27 0-1288,-11 0 0,15 0 0,-11 1 0,3-2 0,7-6 0,2-1 0,7 6 0,5 0 0,-9-5 0,4-2 0,2 0 0,-4 2 0,0 5 0,-2 2 0,3-2-256,-1-4 0,2-3 1,1 0-1,-4 2 256,-1 5 0,-2 2 0,1-2 0,7-7 0,1-4 0,2 4-470,-11 6 1,1 3 0,0 1 0,2-3 469,6-4 0,2-3 0,1 0 0,0 1-486,-8 4 0,2 0 1,-1 1-1,1 0 0,0-2 486,1-1 0,0-1 0,1-1 0,0 1 0,0 0 0,1 0 0,0 0 0,0 0 0,0 0 0,-1-1 0,-3 1 0,-1 0 0,0-1 0,-1 1 0,0 1-277,5 0 0,0 1 0,-2 1 0,1-1 277,-5 1 0,0 0 0,0 1 0,0-1 0,6-1 0,2 1 0,-1 0 0,-3 1 0,-2 2 0,-3 0 0,2-1 184,-1-1 1,2-2-1,-1 0 1,-3 3-185,10 1 0,-4 2 0,2-1 0,0 0 789,-1 0 1,-1 0-790,-8 0 0,0 0 1310,0 0 1,1 0-1311,-2 0 0,2 0 749,7 0 1,0 0-750,-6 0 0,1 0 0,8 0 0,2 0 0,-14 0 0,1 0 0,0 0 0,-1 0 0,0 0 0,0 0 0,2 0 0,0 0 0,-2 0 0,2 0 0,-2 0 0,-1 0 0,1 0 0,0 0 0,2 0 0,9 0 0,0 0 0,1-2 0,-1 4 0,-2 5 0,0 1 0,-7-7 0,-2 2 0,-2 12 0,-1 1 0,-4-5 0,-1-2 0,4 0 0,-1 2 0,-10 5 0,1-1 0,13-12 0,1-2 0,5 15 0,-13-16 0,-1 0 0,10 15 0,-10-13 0,1 0 0,13 14 0,-13-7 0,-1-2 0,11-4 0,-1 13 0,-16-16 0,13 0 0,-13 16 0,1-12 0,-4 11 0,-16-15 0,0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7:42:44.2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18344 10777 24575,'34'0'0,"-1"0"0,10 0 0,5 0 0,2 0 0,-13 0 0,1 0-884,4 0 1,5 0-1,1 0 884,0 1 0,0-1 0,1-1 0,-10-2 0,2-1 0,-1-1 0,1 2 0,0 2 0,1 1 0,-1 0 0,-1-3 0,8-7 0,-1-2 0,1 2 0,-7 8 0,0 1 0,1 2 0,-1-3 0,-1-1 0,0-1 0,0 0 0,1 0-377,2 0 0,1-1 0,0 1 0,1 1 377,1 2 0,1 1 0,-1 0 0,-1-3 0,-3-3 0,-2-4 0,0 1 0,1 3-88,0 3 0,0 3 0,1 0 1,-1-1 87,-2-3 0,0 0 0,0-1 0,0 2 0,1 2 0,0 1 0,0 1 0,1-1 0,3 0 0,0 0 0,0 0 0,0 0 0,-2 0 0,0 0 0,-1 0 0,3 0 0,-2 0 0,2 0 0,1 0 0,0 0 0,0 0 0,1 0 0,-1 0 0,1 0 0,0 0 0,-1 0 0,-1 0 0,-1 0 0,1 0 0,0 0 0,0 0 0,5 0 0,1 0 0,0 0 0,-2 0 0,-2 0 0,-2 0 0,-2 0 0,-2 0 0,1 0 0,2 0 0,1 0 0,-2 0 0,-3 0 0,-2 0 0,-2 0 0,-1 0 0,6 0 0,0 0 0,-6 0 1146,13 0-1146,-6 0 0,0 0 908,-14 0 1,-3 0-909,15 0 1547,-3 16-1547,11-12 0,-24 12 0,13-16 0,-5 0 0,-27 15 0,12-11 0,-16 12 0,0-16 0,0 0 0,0 0 0</inkml:trace>
  <inkml:trace contextRef="#ctx0" brushRef="#br0" timeOffset="5484">20638 5027 24575,'33'10'0,"0"0"0,3-1 0,3-3 0,-1-8 0,3-5 0,1 1-782,-1 4 1,1 2 0,1-2 781,-7-4 0,1-3 0,1 0 0,0 1 0,1 3 0,0 1 0,1-1 0,0 0 0,2-3 0,-1-2 0,1 1 0,2 1 0,-3 2 0,1 2 0,1 1 0,-1 0 0,-2-1 0,7-2 0,-2 0 0,0 2 0,7 3 0,0 2 0,-7-1 375,-16 0 0,-3 0-375,17 0 386,-26 0-386,12 2 0,-3-4 0,-14-13 0,18 12 0,3 2 1208,-14-15-1208,17 0 0,-1 12 0,-10-11 0,1-1 0,13 12 0,-13-4 0,-1 0 0,10 8 0,1 0 0,-17 0 0,-3 0 0,-16 16 0,0-12 0,-16 12 0,12-16 0,-11 0 0,15 0 0,0 0 0,0 15 0,0-11 0,0 12 0,0-16 0</inkml:trace>
  <inkml:trace contextRef="#ctx0" brushRef="#br0" timeOffset="8101">23477 4957 24575,'36'0'0,"-4"0"0,2 0 0,-5 0 0,1 0 0,13 0 0,0 0 0,-7 0 0,-1 0 0,8 0 0,0 0 0,-10 0 0,1 0 0,16 0 0,0 0 0,-17 0 0,0 0 0,0 0 0,1 0 0,1 0 0,0 0 0,1 0 0,-1 0-329,1-1 1,1 0-1,0 3 329,3 2 0,1 2 0,-1-1 0,-4-3 0,-1-2 0,0 2-99,1 2 0,-1 2 1,0 0 98,14 2 0,0-1 0,-10-5 0,1-1 0,1 0-239,-2 4 0,0 2 1,0-3 238,3-3 0,0-1 0,0-1 0,-6 1 0,0 0 0,-3 0 0,4 0 0,-3 0 0,-7 0 0,-3 0 934,11 0-934,-15 0 300,-5 0-300,1 0 764,-12 0-764,27 16 0,-11-12 0,15 11 0,-15-15 0,11 0 0,-27 0 0,12 16 0,-16-12 0,0 12 0,0-16 0,0 0 0,0 15 0,0-11-820,0 12 1,0-16 0,0 0 0</inkml:trace>
  <inkml:trace contextRef="#ctx0" brushRef="#br0" timeOffset="12165">18380 13335 24575,'43'0'0,"0"0"0,1 0 0,2 0 0,-8 0 0,2 0 0,4 0 0,0 0 0,3 0 0,2 0 0,-1 0 0,0 0 0,-1 0 0,2 0 0,3 0-547,-9 0 1,2 0 0,2 0 0,0 0 0,1 0 0,-2 0 129,0 0 1,-1 0 0,1 0 0,-1 0 0,1 0 0,0 0-53,-3 0 1,0 0 0,0 0 0,0 0 0,0 0 0,1 0 0,-1 0 384,1 0 0,1 0 0,-1 0 0,0 0 1,1 0-1,-1 0 0,0 0 84,6 0 0,0 0 0,1 0 0,-2 0 0,1 0 0,0 0-46,-1 0 1,-1 0 0,1 0 0,0 0-1,-1 0 1,-1 0 45,-4 0 0,-1 0 0,0 0 0,0 0 0,2 0 0,2 0 0,-1 0 0,2 0 0,3 0 0,0 0 0,0 0 0,0 0 0,-2 0 0,-2 0 0,2 0 0,-2 0 0,-1 0 0,0 0 0,1 0 0,2 0-257,-3 0 1,1 0 0,2 0 0,1 0-1,0 0 1,-2 0 0,0 0 0,-4 0 256,3 0 0,-3 0 0,-1 0 0,-1 0 0,0 0 0,1 0 0,8 0 0,0 0 0,-1 0 0,1 0 0,-2 0 87,-2 0 1,-1 0 0,0 0 0,-1 0 0,-1 0-88,8 0 0,-1 0 0,-2 0 0,-2 0 1011,0 0 1,-1 0 0,-3 0-1012,-6 0 0,-1 0 0,-4 0 1214,-3 0 1,-1 0-1215,0 0 0,-3 0 3276,-5 0-3081,28 0 1992,-8 0-2187,-5 7 0,3 2 199,-2-7 1,0 0-200,1 6 0,-1-1 0,0-6 0,1-2 0,7 1 0,0 0 0,-9 0 0,-2 0 0,4 0 0,-3 0 0,10 0 0,-8 0 0,-15 0 0,-4 0 0</inkml:trace>
  <inkml:trace contextRef="#ctx0" brushRef="#br0" timeOffset="21382">20708 3739 24575,'26'0'0,"-1"0"0,11 0 0,5 0 0,0 0 0,-8 0 0,0 0 0,3 0-639,1 0 0,4 0 1,1 0-1,-2 0 639,8 0 0,-2 0 0,-1 0 0,-4 0 0,-1 0 0,1 0 0,-4 0 0,3 0 0,-1 0 0,-2 0 146,1 0 0,-2 0 0,0 0-146,-1 0 0,0 0 0,0 0 0,0 0 0,-1-1 0,-1 2 0,13 7 0,-2 0 0,-3-6 0,1 0 0,-9 3 0,1 1 0,-1-1 0,8-5 0,0 0 0,-7 4 0,1 2 0,2-1 0,3-3 0,2-2 0,-3 2 0,9 6 0,-2 0 0,-11-7 0,0-1 0,-3-1 254,4 1 0,-1 0-254,0 0 0,0 0 0,0 0 0,1 0 0,-1 0 0,4 0 0,-3 0 0,4 0 0,0 0 0,1 0 0,2 0 0,-1 0 0,3 0 0,0 0 0,-11-1 0,1 1 0,2 1 213,3 3 0,1 3 1,-1-2-214,-3-4 0,-1-1 0,1 3 0,3 5 0,0 4 0,1-1 0,8-4 0,0-1 0,-2 1 0,-12-1 0,-3 1 0,1-1 0,9 0 0,2-2 0,-4 2 149,-3 2 0,-4 0-149,-4-7 0,-3 1 0,9 14 0,-3 0 0,3-12 0,-9 11 0,3 1 0,12-12 0,4-4 0,-1 8 0,2 0-57,-6-7 0,1-2 0,0 1 57,-3-1 0,0 1 0,3 1 0,4 2 0,3 1 0,0 1 0,-2-2 0,-2-2 0,-1-1 0,-1 3 0,5 7 0,0 2 0,-4-2 0,3-9 0,-10 2 0,-12 12 0,23-15 0,-43 0 0,12 0 0,-16 0 842,15 0-842,5 0 0,0 0 0,11 0 0,-12 0 0,17 0 0,-2-7 0,-2-1 0,-4 4 0,6-5 0,-5 2 0,-26 7 0,13 0 0,-16 0 0,0 0 0,-16 0 0,13 0 0,-13 0 0,16 0 0</inkml:trace>
  <inkml:trace contextRef="#ctx0" brushRef="#br0" timeOffset="22963">16422 14305 24575,'0'0'0</inkml:trace>
  <inkml:trace contextRef="#ctx0" brushRef="#br0" timeOffset="24765">16422 14305 24575,'-35'-19'0,"15"-13"0,-11 28 0,27-11 0,-12 15 0,0 0 0,12 0 0,-11 0 0,15 0 0,0 0 0,15 0 0,9 0 0,3 0 0,-2 0 0,1 0 0,14 0 0,5 0 0,-1 0 0,4 0 0,1 0 0,-4 0 0,0 0 0,2 0-468,-1 0 0,3 1 0,0-1 0,-1-1 468,-4-3 0,-1 0 0,0-1 0,-1 2 0,-4 2 0,-1 0 0,0 1 0,4-2 0,0-2 0,4-1 0,2 0 0,0-1 0,-1 0 0,-3 1 0,6-1 0,-2 1 0,0 1 0,2-1 0,-8 2 0,3-1 0,2 1 0,-2 0 0,-2 0 0,-4-1 0,7-1 0,-5-1 0,0 2-89,0 3 1,0 1 0,-2 1 88,4-1 0,-2 0 0,4 1 0,0-2 0,-4-7 0,-1 0 0,-4 6 0,0 0 0,1-6 0,-1 0 922,-7 8 1,-1 0-923,-1 0 0,-1 0 292,10 0-292,0-15 0,-15 11 0,11-12 0,-27 16 0,27 0 0,-27 0 0,28 0 0,-13 0 0,1 0 0,-5 0 0,-15 0 0,0 0 0</inkml:trace>
  <inkml:trace contextRef="#ctx0" brushRef="#br0" timeOffset="44149">18662 15452 24575,'20'0'0,"11"0"0,-7 0 0,3 0 0,0 0 0,5 0 0,4 0 0,7 0 0,1 0 0,-3 0 0,-2 0 0,-4 0 0,5 0-474,-3 0 1,4 0 0,1 0 0,0 0 0,-2 0 473,-1 0 0,-1 0 0,0 0 0,0 0 0,1 0 0,1 0 0,1 0 0,-1 0 0,3 0 0,1 0 0,0 0 0,-2 0 0,7 0 0,-1 0 0,0 0-113,-9 0 0,1 0 0,0 0 1,-2 0 112,2 0 0,-2 0 0,1 0 0,-1 0 0,1 0 0,0 0 0,-4 0 0,11 0 0,-2 0-88,-5 0 0,2 0 0,-3 0 88,6 0 0,-2 0 0,2 0 0,2 0 0,-2-1 0,3 0 0,0 3-447,-5 2 1,0 2-1,3-1 447,-2-3 0,2-2 0,2 0 0,-2 2-57,0 5 0,-1 2 0,1 0 0,0-2 57,1-5 0,1-1 0,0-2 0,1 3 0,-7 0 0,1 1 0,0 0 0,0 1 0,-2-1 0,4 1 0,-1 1 0,-1-1 0,2-1 0,-4-2 0,1-1 0,1 0 0,0 0 0,-1 3 0,6 3 0,-1 3 0,1 1 0,1-4-239,-4-3 1,2-3-1,0-1 1,0 1-1,-1 2 239,-4 3 0,-1 2 0,-1 1 0,1-2 0,0-1 0,3-2 0,1-3 0,-1 0 0,1 0 0,-2 1-293,3 3 0,0 0 1,-1 1-1,0-2 293,2-2 0,0-2 0,0 0 0,0 2 0,-1 2 0,-1 2 0,0-1 0,0 0 0,0-3 0,1-1 0,-1 0 0,-1 3 0,-4 3 0,-1 3 0,0 0 0,0-2 28,1-4 0,-1-3 0,1 0 1,0 1-29,11 4 0,-1 1 0,1-1 0,-2-2 0,0 0 0,1-2 0,-10 0 0,0-1 0,1 1 0,-1-1 0,8 2 0,-1 1 0,2 0 0,-10 1 0,2 0 0,-1 1 0,0-2 0,-1-2 0,0 0 0,0-1 0,1 2 0,4 1 0,-1 2 0,2-1 0,2 0 0,-2-3 0,2-1 0,1-1 0,0 1 0,0 0 0,-2 0 0,0 0 0,-1 0 0,1 0 0,-1 0 0,1 0 0,1 0 0,-1 0 0,-1 0 0,0 0 0,5 0 0,-1 0 0,-2 0 0,-3 0 0,-2 0 0,-3 0 0,1 0 316,6 0 1,2 0 0,-2 0-317,-8 0 0,-1 0 0,1 0 0,2 0 0,1 0 0,2 0 0,-1 0 0,3 0 0,-1 0 0,-2 0 0,-2 0 0,-3 0 0,2 0 0,0 0 0,1 0 0,0 0 0,-4 0 1043,6 0 1,-3 0-1044,-3 0 0,0 0 859,7 0 0,2 0-859,-9-5 0,0-1 0,1 1 0,0 3 0,0 2 0,2-2 0,6-4 0,1-3 0,3 0 0,-1 1 0,3-1 0,1 0 0,-3 2-203,-8 3 0,-1 1 0,0 0 0,2-3 203,2-1 0,3-3 0,1-1 0,-1 1 0,-1 1 0,5 3 0,-1 2 0,-2 1 0,-1-3-56,-6-2 0,-2-2 0,-1 1 0,1 1 56,0 1 0,1 3 0,-1-1 0,0 1 0,11-1 0,-1 0 0,-4-1 0,-1-2 0,-2 1-31,1 5 0,2 2 1,-4-2 30,-4-6 0,-2 0 0,2-1 0,-1 2 0,0 5 0,1 0 1069,-2-5 1,2-1-1070,7-1 0,0 2 0,-6 5 0,1 0 0,-5-2 0,2-2 0,-1 0 0,4-2 0,-2 1 512,4 6 0,-1-2-512,-5-13 0,0 0 55,-2 14 0,-1 1-55,-4-8 0,1 2 0,6 6 0,-2 2 0,8-1 0,-15 0 0,1 0 0,9 0 0,0 0 0,-10 0 0,1 0 0,13 0 0,-13 0 0,-1 0 0,11 0 0,-1 0 0,-16 0 0,-3 0 0,-16 0 0,0 0 0</inkml:trace>
  <inkml:trace contextRef="#ctx0" brushRef="#br0" timeOffset="46633">21290 15275 24575,'42'0'0,"0"0"0,0 0 0,3 0 0,0 0 0,2 0 0,-10 0 0,1 0 0,1 0 0,4 0-547,-1 0 1,4 0 0,3 0 0,0 0 0,0 0 0,-2 0-110,1 0 1,-1 1-1,0-1 1,0 0 0,1-1 265,-2-1 0,3 0 0,0-1 0,-1 0 0,-1 0 0,-4 1 600,4 1 0,-2 2 0,-4-2 0,-1-2-210,-2-7 0,-3-2 0,1 2 551,5 8 0,0 2 0,-5-2-551,-6-6 0,-1 1 0,17 5 0,-2 4 0,-3-2 1638,-11 0 0,-1 0-274,6 0 397,0 0-1761,1 0 0,-17 0 0,13 0 0,-28 0 0,11 0 0,-15 0 0,0 0 0,0 15 0,0-11 0,0 12 0,0-16 0</inkml:trace>
  <inkml:trace contextRef="#ctx0" brushRef="#br0" timeOffset="50020">22119 13441 24575,'26'0'0,"-1"0"0,1 0 0,3 0 0,8 0 0,4 0 0,-1 0 0,1 0 0,0 0 0,-6 1 0,2 0 0,-7-3 0,5-14 0,-4 12 0,-11-11 0,0 15 0,11 0 0,-11 0 0,15 0 0,-9 0 0,-1 0 0,-2 0 0,24 0 0,-27 0 0,15 0 0,1 0 0,-17 0 0,-3 0 0,-16 0 0,0 0 0</inkml:trace>
  <inkml:trace contextRef="#ctx0" brushRef="#br0" timeOffset="51749">22719 13511 24575,'0'36'0,"0"-3"0,0 0 0,0 10 0,1-2 0,-2 1 0,-15 5 0,12-10 0,-11 2 0,15-35 0,0 27 0,0-11 0,0 15 0,0 1 0,0-17 0,0 13 0,0-28 0,0 11 0,0 1 0,0-12 0,0 11 0</inkml:trace>
  <inkml:trace contextRef="#ctx0" brushRef="#br0" timeOffset="56551">27605 13847 24575,'25'0'0,"1"0"0,4-7 0,3-2 0,-1 1 0,4-1 0,-1-2 0,-1 0 0,-1-2 0,2 0 0,10-1 0,3-1 0,-3 1 0,-13 2 0,-1 0 0,0 1 0,3-1 0,2-1 0,-4 3 0,-4-1 0,-2 2 0,0 0 0,-1 2 0,11 7 0,-1 0 0,-10 1 0,1-2 0,13-14 0,-6 12 0,1 2 0,13-15 0,-13 16 0,0 0 0,13-16 0,-11 12 0,-5-11 0,-27 15 0,12 0 0,-16 0 0</inkml:trace>
  <inkml:trace contextRef="#ctx0" brushRef="#br0" timeOffset="58349">28222 13882 24575,'0'19'0,"0"13"0,0-13 0,0 6 0,0 1 0,0 14 0,0-15 0,0 0 0,0 11 0,0-17 0,0-3 0</inkml:trace>
  <inkml:trace contextRef="#ctx0" brushRef="#br0" timeOffset="65602">23266 16351 24575,'19'0'0,"28"0"0,-6 0 0,5 0 0,1 0 0,4 0-470,-15 0 1,3 0 0,1 0-1,-3 0 470,1 0 0,-2 0 0,0 0 0,0 0 0,-1 0 0,0 0 36,2 0 1,0 0-1,-1 0-36,10 0 0,0 0 0,4 0 0,-2 0 214,-11 0 0,-4 0-214,-6 0 0,-3 0 0,12 0 0,-17 0 0,-3 0 0</inkml:trace>
  <inkml:trace contextRef="#ctx0" brushRef="#br0" timeOffset="67099">23795 16422 24575,'0'35'0,"0"0"0,0-10 0,0 1 0,0 1 0,0 1 0,0 3 0,0 1 0,0 10 0,0 0 0,0-9 0,0 1 0,0 9 0,0 0 0,0-7 0,0-1 0,0-7 0,0-2 0,0 1 0,0-3 0,0 12 0,0-11 0,0 1 0,0 13 0,0-13 0,0-1 0,0 10 0,0 0 0,0-15 0,0-4 0,0-16 0</inkml:trace>
  <inkml:trace contextRef="#ctx0" brushRef="#br0" timeOffset="69448">21220 16669 24575,'0'25'0,"0"-13"0,0-12 0,0-27 0,0-11 0,0 11 0,0-4 0,0 27 0,0-12 0,0 0 0,0 12 0,0-27 0,15 11 0,-11-15 0,28 0 0,-23 9 0,1 1 0,7 4 0,1 3 0,18-18 0,-17 21 0,13 15 0,-28 0 0,27 0 0,-27 0 0,27 15 0,-6-5 0,1 0 0,17 10 0,-9-5 0,-1 1 0,2 4 0,-16 3 0,-3 4 0,4 13 0,-4-5 0,-16-4 0,0-27 0,0 28 0,0-28 0,0 27 0,0-27 0,0 27 0,0-19 0,0 21 0,0-21 0,0 19 0,0-27 0,0 12 0,0-16 0,0 0 0</inkml:trace>
  <inkml:trace contextRef="#ctx0" brushRef="#br0" timeOffset="71599">22066 16563 24575,'0'27'0,"0"1"0,0 2 0,0-1 0,0 8 0,16-10 0,-12-11 0,12-16 0,-16 0 0,7 0 0,11 0 0,9 0 0,9 0 0,-10 0 0,-1 0 0,-2 0 0,24 0 0,-43 0 0,28 0 0,-29 0 0,13 0 0,0 0 0,3-16 0,1 12 0,11-11 0,-27-1 0,12 12 0,-16-12 0,0 9 0,0 5 0,-16-6 0,12 8 0,-11-16 0,-1 12 0,12-12 0,-27 16 0,27 0 0,-28 0 0,29 0 0,-13 0 0,0 0 0,-3 0 0,-17 0 0,1 0 0,0 0 0,-8 0 0,5 0 0,-5 0 0,8 0 0,15 0 0,5 0 0,15 0 0,0 0 0</inkml:trace>
  <inkml:trace contextRef="#ctx0" brushRef="#br0" timeOffset="73433">22789 16351 24575,'0'26'0,"0"-1"0,0 14 0,0 2 0,0 1 0,0-13 0,0 1 0,0 18 0,0-2 0,0-5 0,0-10 0,0-7 0,0-20 0,0 11 0,0 1 0,0 4 0,0 15 0,0 0 0,0 0 0,0 1 0,0-1 0,0 0 0,0 0 0,0-15 0,0-4 0,0-16 0</inkml:trace>
  <inkml:trace contextRef="#ctx0" brushRef="#br0" timeOffset="74850">22613 16686 24575,'26'0'0,"-1"0"0,14 0 0,-13 0 0,-1 0 0,10 0 0,1 0 0,-17 16 0,13-12 0,-28 12 0,11-16 0,-15 0 0,0 0 0,0 0 0</inkml:trace>
  <inkml:trace contextRef="#ctx0" brushRef="#br0" timeOffset="77900">20673 3704 24575,'19'0'0,"28"0"0,-21 0 0,3 0 0,4 0 0,3 0 0,1 0 0,5 1 0,2-1 0,3-1 0,-5-1 0,2 0 0,3-2 0,-1 0 0,-3 0-787,0 0 1,-2-1-1,0 0 1,2 0 786,0 1 0,3 1 0,0 0 0,-1-1 0,-5-2 0,4-4 0,-3-2 0,-1 3 0,2 6 0,-1 3 0,-2-1 475,7-7 0,-2 0-475,-8 8 0,-1 0 263,-5 1 0,-2-2-263,0-6 0,-3-1 0,7 4 0,15-12 1636,-59 32-1636,-23 3 0,4-1 0,-5 0 0,4-10 0,-4-3 0,0 1-292,-1 4 0,-1 2 0,-1-2 292,-2-3 0,-1-1 0,0 0 0,0 1 0,1 0 0,-1-1 0,-4-1 0,-1 0 0,2 0 0,8 1 0,1 0 0,0-2 0,-7-3 0,-1-1 0,1 3 0,6 6 0,2 3 0,0-2 0,-16-1 0,4 2 0,10 6 0,3 1 0,6-8 0,5 0 0,3 6 0,5-16 0,30 0 455,9 0 0,3 0-455,16 0 0,-1 1 0,-1-2 0,6-15 0,-21 14 0,1 0 0,2-6 0,1 0 0,-2 7 0,-2 2 0,14-1 0,7 0 0,-43 0 0,11 0 0,-15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8:00:48.4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13635 9701 24575,'48'0'0,"1"0"0,-1 0 0,-12 0 0,-1 0 0,4 0 0,0 0 0,6 0 0,1 0 0,0 0 0,-3 0-631,-1 0 1,-1 0-1,-2 0 1,0 0 630,10 0 0,-1 0 0,0 0 0,-4 0 0,0 0 0,-3 0 402,5 0 0,-4 0-402,-9 0 0,-3 0 207,-3 0 1,-3 0-208,11 0 0,1 0 0,-1 0 1303,0-15-1303,-15 11 0,-4-12 0,-1 16 0,9 0 0,3 0 0,1 1 0,3-2 0,1-3 0,3-1 0,0-2 0,10-2 0,0-1 0,-10 4 0,0-1 0,1 0 0,2-3 0,1-2 0,-2 3 0,2 6 0,-2 2 0,2-7 0,-4 0 0,1 8 0,-1 0 0,-15 0 0,11 0 0,4 0 0,-2 0 0,5 0 0,6 0 0,2 0 0,-1 0 0,0 0 0,-1 0 0,-2 0 0,-6 0 0,-1 0 0,1 0 0,-2 0 0,-6 0 0,-1 0 0,0 0 0,-3 0 0,-4 0 0,11 0 0,-27 0 0,12 0 0,-16 0 0,0 16 0,0-12 0,0 12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8:01:00.1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14164 9596 24575,'26'0'0,"-1"0"0,16 0 0,4 0 0,-5 0 0,2 0 0,2 0-820,-8 0 1,2 0 0,0 0 0,3 0 682,-2 0 1,2 0-1,1 0 1,0 0 0,-1 0-323,7 0 1,-1 0-1,1 0 1,1 0 458,-2 0 0,2 0 0,1 0 0,0 0 0,-3 0 0,-4 0 0,-1 0 0,-1 0 0,0 0 0,0 0 0,1 0 0,1 0 0,0 0 0,-2 0 0,0 0 92,3 0 1,-2 0 0,0 0-1,-2 0-92,9 0 0,-2 0 0,-1 0 0,-5 0 0,-1 0 0,0 0 0,-4 0 0,-1 0 0,0 0 0,11 0 0,-2 0 0,0 0 0,-2 0 854,-10 0 0,-1 0-854,4 0 0,-1 0 2557,13 0-2557,-21 0 0,-1 0 1158,10 0-1158,-10 0 0,1 0 0,13 0 0,-6-8 0,1 0 0,-7 6 0,1 0 0,-1-5 0,0-2 0,0 1 0,-3 1 0,12 3 0,-1-12 0,-16 16-820,-3-16 1,-16 12 0,0-11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8:01:27.1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13882 9560 24575,'25'0'0,"1"0"0,0 0 0,3 0 0,13 0 0,2 0 0,-6 0 0,-2 0 0,0 0 0,-1 0 0,-9 0 0,-1 0 0,10 0 0,-15 0 0,-5 0 0,1-15 0,19 11 0,-9-11 0,3-2 0,9 6 0,3 3 0,3-1 0,0-2 0,-10-5 0,-2 1 0,3 12 0,-3 2 0,3-15 0,-15 16 0,11 0 0,5 0 0,-7-4 0,7-2 0,1 0 0,0 5 0,0 1 0,2-2-269,8-8 1,0-2-1,0 2 269,-5 8 0,-1 2 0,-2-2 0,8-6 0,-4 1 0,-10 6 0,-3 2 0,19-1 0,-38 0 0,21 0 0,-28 0 0,27 0 806,-11 0-806,-1 0 0,13-16 0,-13 12 0,1-12 0,11 16 0,-27 0 0,12 0 0,-1 0 0,-11 0 0,28 0 0,-13 0 0,12 0 0,5 0 0,-7 0 0,1 0 0,12 0 0,2 0 0,-8 0 0,-1 0 0,-7 0 0,-2 0 0,2 0 0,-5 0 0,-3 0 0,11 0 0,-11 0 0,15 0 0,-15 0 0,-4 0 0,-16 16 0,0-12 0,0 12 0,0-16 0,0 0 0,0 15 0,0-11 0,0 12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8:02:31.3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16616 9701 24575,'19'0'0,"28"0"0,-23 0 0,1 0 0,1 0 0,9 0 0,-15 0 0,11 0 0,-27 0 0,43 0 0,-20 0 0,1 0 0,9 0 0,0 0 0,0 0 0,-3 0 0,-6 0 0,-5 0 0,-3 0 0,-5 0 0,-15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8:02: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12841 10777 24575,'26'0'0,"-1"0"0,17 0 0,2 0 0,2 0 0,2 0 0,-8 0 0,2 0 0,-2 0 0,6 0 0,-2 0 0,-7 0 0,-3 0 0,-8 0 0,-1 0 0,0 0 0,1 0 0,13 0 0,-6 0 0,0 0 0,-1 0 0,1 0 0,-9 0 0,-21 0 0,13 0 0,-16 0 0,-16 0 0,5 0 0,-7 0 0,-5 0 0,3 0 0,0 0 0,-11 0 0,27 0 0,-27 0 0,11 0 0,-15 0 0,0 0 0,15 0 0,-11 0 0,27 0 0,-28 0 0,28 0 0,-11 0 0,-1 0 0,12 0 0,-43 0 0,24 0 0,-10 0 0,-1 0 0,-5 0 0,13 0 0,1 0 0,-10 0 0,15 0 0,4 0 0,1 0 0,11 16 0,-12-12 0,16 12 0,-16-16 0,-3 0 0,-17 0 0,1 15 0,16-11 0,-13 12 0,28-16 0,-11 16 0,15-12 0,0 11 0,15-15 0,-11 0 0,28 0 0,-13 0 0,16 0 0,-15 0 0,27 0 0,-8 0 0,-8 0 0,5 0 0,-1 0-251,11 0 1,2 0 250,-3 0 0,2 0 0,-2 0 0,-7 0 0,-3 0 0,2 0 0,5 0 0,2 0 0,0 0-517,1 0 0,2 0 0,0 0 517,-10 0 0,1 0 0,0 0 0,2 0 0,3 0 0,1 0 0,1 0 0,-1 0 0,-3 0 0,0-1 0,-1 1 0,-1 1-31,4 4 0,0 1 0,-4-1 31,8-4 0,-8 2 0,-3 12 0,-21-15 459,1 0-459,-12 16 1582,12-12-1582,-16 12 104,-16-16-104,12 0 0,-12 8 0,16-6 0,0 5 0,0-7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8:03:20.9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15311 9666 24575,'25'0'0,"1"0"0,17 0 0,8 0 0,-15 0 0,2 0 0,3 0 0,2 0-656,2 0 1,1 1-1,3-1 1,0 0 0,1-1 108,-3-1 1,0 0 0,0-1 0,1 0 0,1 0 0,0 0 179,-6 1 1,1 0-1,0 0 1,1 0-1,-1-1 1,1-1 0,-1 0 366,1-2 0,1 0 0,-1-1 0,1-1 0,-1 0 0,0 0 0,-1 0 0,3-1 0,0 0 0,0 0 0,-1 0 0,0-1 0,-1 1 56,-1 0 1,0 0 0,-1 0-1,0 0 1,-2 0 0,-1-1-57,7-3 0,-1-1 0,-3 1 0,-1 2 0,4 3 0,-2 2 0,-4 1 0,-2-4 0,-6 2 2637,3 7-2637,12 0 3276,-7 0-2981,-6-8 0,2 0 843,-1 6 0,1 0-1138,0-6 0,-2 1 0,-6 6 0,-1 2 0,0-1 0,-3 0 0,-4 0 0,-5 0 0,1 0 0,4 0 0,10 0 0,6 0 0,11 0 0,4 0-436,-5 0 1,2 0 0,1 0 435,-11 0 0,0 0 0,1 0 0,-1 0 0,2 0 0,0 0 0,-1 0 0,-1 0 0,5 0 0,-1 0 0,-2 0-57,-3-1 1,-2 0 0,-1 3 56,1 2 0,0 2 0,-3-1 0,2-3 0,-1 0 0,2 6 0,-2 0 0,11-8 0,-25 16 1294,-3-13-1294,0 13 181,-13-16-181,44 0 0,-7 0 0,-9 0 0,6 0 0,-3 0 0,-3 0 0,0 0 0,12 0 0,-3 0 0,-5 0 0,-15 0 0,11 0 0,4 0 0,-2 0 0,5 0 0,-5 0 0,3 0 0,1 0-252,1 0 1,1 0-1,1 0 252,6 0 0,2 0 0,-3 0 0,-9 0 0,-3 0 0,0 0 0,12 0 0,-4 0 0,-13 0 0,-5 0 0,-3 0 0,-4 0 0,-16 0 0,0 16 755,0-12-755,0 11 0,0-15 0,0 0 0</inkml:trace>
  <inkml:trace contextRef="#ctx0" brushRef="#br0" timeOffset="9434">13582 12188 24575,'48'0'0,"0"0"0,0 0 0,2 0 0,-10 0 0,1 0 0,-1 0-558,-3 0 1,-1 0 0,1 0 557,8 0 0,2 0 0,-2 0 0,-3 0 0,0 0 0,0 0 0,5 1 0,1 0 0,-2-3 0,-6-2 0,-1-2 0,0 1 180,-3 3 1,-1 2 0,-3-2-181,1-6 0,-3 0 138,-4 7 0,-1 2-138,10-1 0,1 0 0,-1 0 427,-3 0 0,3 0-427,1 0 0,2 0 0,-4 0 0,2 0 0,0 0 0,-1 0 0,0 0 0,1 0 0,-1 0 0,0 0 0,1 0-142,1 0 0,1 0 1,0 0 141,-2 1 0,0-1 0,0-1 0,3-3 0,-1-3 0,-1 3 0,1 2 0,-2 0 0,-1-5 0,-3-2 0,3-7 0,0 12 0,1-11 0,-17 15 425,13 0-425,-13 0 0,1 0 0,-5 0 0,-15 0 0,0 0 0,0 15 0,0-11 0,0 12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8:04:14.8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14676 3334 24575,'35'0'0,"-11"0"0,3 0 0,7 0 0,2 0 0,9 0 0,1 0 0,-9 0 0,0 0 0,-2 0 0,-3 0 0,3 0 0,-16 0 0,-3 0 0,0 0 0,3 0 0,13 0 0,3 0 0,-6 0 0,1 0 0,3 0 0,2 0 0,-1 0 0,0 0 0,-2 0 0,5 0 0,-5 0 0,-5 0 0,5 0 0,-28 0 0,11 0 0,-15 0 0,32 0 0,7 0 0,2 1 0,4-2 0,-1-7 0,2 0 0,-1 6 0,2 2 0,-1-2 0,3-5 0,0-2 0,-5 4 0,2-1 0,-3 2 0,-5 2 0,-2 0 0,9-6 0,-3 0 0,5 8 0,2 0 0,-22 0 0,-7 0 0,-5 0 0,-15 0 0,16 0 0,4 0 0,3 0 0,5 0 0,-2 0 0,2 0 0,15 0 0,1 0 0,-7 0 0,0 0 0,7 0 0,-2 0 0,-13 0 0,-3 0 0,0 0 0,-1 0 0,10 0 0,1 0 0,-1 0 0,0-15 0,1 11 0,-11-5 0,1 2 0,13 7 0,-10 0 0,1 0 0,7 0 0,6 0 0,-18 0 0,1 0 0,13 0 0,-4 0 0,-3 0 0,-13 0 0,1 0 0,11 0 0,-27 0 0,12 0 0,-1 0 0,-11 0 0,12 0 0,-16 0 0,16 0 0,3 0 0,17 0 0,-17 0 0,13 0 0,-28 0 0,11 0 0,-15 16 0,0-12 0,0 11 0</inkml:trace>
  <inkml:trace contextRef="#ctx0" brushRef="#br0" timeOffset="48417">1588 6138 24575,'0'28'0,"0"2"0,0 4 0,0-2 0,0 3 0,0 2 0,0 4 0,0 3 0,0 0 0,0 4 0,0 1 0,0-2 0,0-8 0,0 0 0,-1-1 0,2 3-551,-2-2 1,2 3 0,-1 1-1,0-2 1,0-3 550,0 9 0,-1-4 0,2 1 0,-2-7 0,2 2 0,-2 0 0,2 0 0,-1 3 0,0 0 0,0 0 0,0 1-585,-3 5 0,-1 0 0,-1 2 0,1 0 585,0-6 0,1 2 0,-1 0 0,0 0 0,-1-1 0,-1 0 0,-1-1 0,0 1 0,-1-1 0,1 2 0,0 2 0,0 1 0,0 0 0,0 0 0,0 1-310,0-8 1,0 0 0,0 1 0,0-1-1,-1 1 1,1 0 309,-2-1 0,1 1 0,-1 0 0,0 0 0,0 1 0,0-1 0,-1 3 0,-1 1 0,0-1 0,0 1 0,1 0 0,0 1 0,0-1 0,1 1 0,0 0 0,0 0 0,0 1 0,0 1-440,1-5 0,1 1 1,-1 1-1,0-1 1,1 1-1,0 0 1,1 0 439,0-1 0,1 0 0,0 0 0,0 1 0,0-1 0,1 0 0,-1 0 0,0 1 0,0-1 0,0 0 0,1 0 0,-1 1 0,-1-1 0,1 2 0,-1-5 0,0 1 0,-1 0 0,0 1 0,1-1 0,-1 1 0,1-1 0,0-1 0,-1 5 0,2-1 0,-1-1 0,0 0 0,1 1 0,0 0 0,-1 0 0,1 2 0,0 0 0,0 1 0,0-1 0,0 1 0,0-1 0,0 0 0,0-3 0,0 1 0,0 0 0,0 0 0,1-2 0,0 0 0,1-1 0,1 0 0,1-1 0,1-2 0,0 1 0,0-1 0,-1 1-69,-1 0 0,0 1 0,-1 0 0,0-1 0,0-1 0,0-1 69,-1 7 0,0-2 0,0-1 0,0 0 0,3 0 0,1 0 0,-1-1 0,0-1 403,-4 6 0,-2 0 0,3-3-403,3-10 0,1-2 0,1 1 1245,-1 18 1,0-4-1246,0-1 1638,0-21 0,0-1-870,0-6 1352,0-3-2120,0-1 575,0-11-575,0 12 0,0-16 0,0 0 0,0 16 0,0-12 0,0 11 0,0 1 0,0-12 0,16 27 0,3 5 0,-9-3 0,0 4 0,6 7 0,-1 2 0,-5 0 0,0-2 0,-1-7 0,1-3 0,-1-7 0,-2-3 0,-7 11 0,0-15 0,0-4 0,0-16 0</inkml:trace>
  <inkml:trace contextRef="#ctx0" brushRef="#br0" timeOffset="53631">23936 935 24575,'0'35'0,"0"-10"0,0 1 0,0 13 0,0 1 0,0 3 0,0-14 0,0 0 0,0 15 0,0-1 0,0-14 0,0-3 0,0 9 0,0-4 0,0-27 0,0 20 0,0-22 0,0 5 0,0 9 0,0 4 0,0 15 0,16 0 0,-12 1 0,11-1 0,-15-16 0,0 13 0,0-28 0,0 11 0,0 1 0,0-12 0,0 27 0,0-11 0,0-1 0,0-3 0</inkml:trace>
  <inkml:trace contextRef="#ctx0" brushRef="#br0" timeOffset="56014">22754 2981 24575,'33'0'0,"1"0"0,2 0 0,2 0 0,11 0 0,0 0 0,-4 0 0,-2 0 0,-3 0 0,-1 0 0,-3 0 0,-2 0 0,-6 0 0,-1 0 0,7 0 0,-1 0 0,-6 0 0,1 0 0,7 0 0,0 0 0,-7 0 0,-1 0 0,0 0 0,-3 0 0,-4 0 0,11 0 0,-11 0 0,4-1 0,3 2 0,0 7 0,1 0 0,-1-6 0,0 0 0,0 6 0,-3-1 0,12-7 0,-17 0 0,20 0 0,-17-15 0,21 11 0,-8-12 0,-15 16 0,11 0 0,-11 0 0,15 0 0,-15 0 0,11 0 0,-27 0 0,12 0 0,-16 0 0,0 0 0,0 0 0</inkml:trace>
  <inkml:trace contextRef="#ctx0" brushRef="#br0" timeOffset="66615">22225 6473 24575,'33'0'0,"1"0"0,-2 0 0,4 0 0,1 0 0,1 0 0,2 0 0,2 0 0,-1 0-820,3 0 1,1 0 0,1 0 0,-1 0 677,5 0 0,1 0 1,-1 0-1,-1 0 142,-3 0 0,-2 0 0,0 0 0,1 0 0,1 0 0,0 0 0,1 0 0,-2 0 0,-4 0 0,0 0 0,-2 0 0,1 0 85,8 0 0,-1 0 0,-1 0-85,-5 0 0,0 0 0,-2 0 0,-2 0 0,-2 0 0,-1 0 404,8 0 1,-2 0-405,3 0 0,-1 0 0,-11 0 0,0 0 0,12 0 0,1 0 0,0 0 0,2 0 339,-7 0 0,2 0 1,0 0-340,1 0 0,-1 0 0,2 0 0,4 0 0,0 0 0,0 0 0,-4 0 0,-1 0 0,-2 0 387,7 0 0,-4 0-387,-4 0 0,-3 0 13,-9 0 1,-1 0-14,21 0 0,-20 0 0,-3 0 0,-5 0 961,13 0-961,-13 0 0,1 0 0,11 0 0,-27 0 0,12 0 0,-16 0 0,0 0 0,0 0 0</inkml:trace>
  <inkml:trace contextRef="#ctx0" brushRef="#br0" timeOffset="73349">27287 6403 24575,'20'0'0,"11"0"0,-11 0 0,15 0 0,0 0 0,1 0 0,-1 0 0,0 0 0,1 0 0,-1 0 0,0 0 0,0 0 0,1 0 0,7 0 0,-6 0 0,6 0 0,-10 0 0,1 0 0,9 0 0,-8 0 0,-3 0 0,-13 0 0,13 0 0,-29 0 0,29 0 0,3 0 0,4 0 0,-6 0 0,1 0 0,-7 0 0,1 0 0,7 0 0,0 0 0,-7 0 0,-1 0 0,-1 0 0,-1 0 0,1-1 0,-1 2 0,2 6 0,1 2 0,0-8 0,-1 2 0,16 12 0,6-15 0,-18 16 0,-5-14 0,-1 0 0,11 13 0,-1-15 0,-16 16 0,28-12 0,-23 12 0,1-15 0,1-2 0,9 1 0,1 15 0,-17-11 0,12 12 0,-27-16 0,28 0 0,-13 0 0,17 0 0,-1 0 0,0 0 0,0 0 0,1 0 0,-1 0 0,0 0 0,1 0 0,-1 0 0,-16 0 0,13 0 0,-13 0 0,9 0 0,5 0 0,-5 0 0,7 0 0,0 0 0,0 0 0,1 0 0,-17 0 0,13 0 0,-28 0 0,27 0 0,-27 0 0,27 0 0,-27 16 0,12-12 0,-16 11 0,16-15 0,-13 0-820,13 0 1,-16 0 0,0 0 0</inkml:trace>
  <inkml:trace contextRef="#ctx0" brushRef="#br0" timeOffset="76299">28910 10742 24575,'43'0'0,"0"0"0,-6 0 0,1 0 0,-4 0 0,1 0 0,-2 0 0,-3 0 0,-1 0 0,5 0 0,-2 0 0,3 0 0,1 0 0,-17 0 0,28 0 0,-23 0 0,8 0 0,3 0 0,12 0 0,-13 0 0,0 0 0,13 0 0,-21 0 0,-1 0 0,1 0 0,-1 0 0,14 0 0,-13 0 0,-1 0 0,11 0 0,-1 0 0,0 0 0,0 0 0,1 0 0,-17 0 0,13 0 0,-28 0 0,27 0 0,-11 0 0,-1 0 0,12 0 0,-27 0 0,12 0 0</inkml:trace>
  <inkml:trace contextRef="#ctx0" brushRef="#br0" timeOffset="85783">22578 10389 24575,'19'0'0,"-3"0"0,0 0 0,3 0 0,5 0 0,3 0 0,0 0 0,1 0 0,14 0 0,2 0 0,1 0 0,1 0 0,2 0 0,2 0-307,-11 0 1,1 0 0,0 0 306,-1 0 0,0 0 0,1 0 0,1 1 0,1-1 0,0-1 0,3-3 0,1-1 0,0-1 0,2-1 0,-1 1 0,-1-1 0,-7 1 0,-1-1 0,-1 0 0,-2 1 0,0 1 0,-3 1 0,-1 3 0,-3 2 0,9-1 0,-8 0 0,1 0 0,9 0 0,-6 0 0,1 0 919,5 0-919,-6 0 0,1 0 0,5 0 0,-6 0 0,0 0 0,7 0 0,-8 0 0,2 0 0,-6 0 0,-1 0 0,1 0 0,-1 0 0,-1 0 0,-1 0 0,1 0 0,-1 0 0,14 0 0,-6-1 0,1 2 0,-7 6 0,1 1 0,4-6 0,-2 0 0,8 14 0,-15-16 0</inkml:trace>
  <inkml:trace contextRef="#ctx0" brushRef="#br0" timeOffset="186131">3193 14235 24575,'36'0'0,"1"0"0,-1 0 0,1 0 0,2 0 0,3 0 0,1 0 0,2 0 0,-4 0 0,1 0 0,2 1 0,1-1 0,2 0 0,0 0 0,1-1-365,-3-1 1,1-1 0,1 0 0,1-1 0,1 0 0,0 0 0,1 0 0,0 0 0,1 0 66,-5 1 0,1 0 0,1 0 0,0-1 0,1 1 0,0 0 0,0-1 0,1 1 1,-1-1-1,1 0 0,0-1 24,-2 0 1,1 0 0,0-1 0,0 1 0,1-1 0,0 0 0,-1-1 0,1 1 0,0 0 0,0 0 0,0-1 0,0 1 20,-4 1 1,1 0 0,-1-1 0,1 1 0,-1-1 0,1 1 0,0-1 0,-1 1 0,1-1 0,0 1 0,0 0 0,0-1 0,0 1 156,2-1 0,0 1 0,0-1 0,0 1 0,0-1 0,0 0 0,0 1 1,1-1-1,-1 1 0,0 0 0,0-1 0,0 1 0,-1 0 96,0 1 0,-1-1 0,0 1 0,0 0 0,0-1 0,0 1 0,-1 0 0,1 0 0,0 0 0,0 0 0,-1 0 0,1 0 0,0-1-157,-1 1 1,1-1 0,0 0 0,-1 0 0,1 0 0,-1 0 0,1 1 0,-1-1 0,1 0 0,-1 1 0,0 0 0,0 0 0,0 1 156,3 0 0,-1 0 0,1 1 0,-1 0 0,1 0 0,-1 1 0,0 0 0,0-1 0,-1 1 0,0 0 0,0-1 0,0 0 13,0 0 1,0 0 0,-1-1 0,1 1 0,-1-1 0,0 1 0,-1 0 0,1-1 0,-1 1 0,-1 1 0,0 0-14,6 0 0,-1 0 0,0 1 0,0 0 0,-1 0 0,0 1 0,-1-1 0,-1 0 0,0 1 140,5-1 1,0 0 0,-1 0-1,0 0 1,-2 0 0,0 0-1,-2 0-140,1 0 0,-1 0 0,-2 0 0,0 0 0,-1 0 0,-2 0 505,12 0 0,-2 0 1,-2 0-1,-2 0-505,3 0 0,-4 1 0,-1-2 1092,-8-4 0,-3-1 0,1 1-1035,0 4 1,-1 1 0,-1-3-58,4-13 0,0 1 0,-4 11 0,2 5 0,-1-2 0,7-6 0,1-2 0,-9 3 0,2 1 0,0 0 0,3 4 0,0 0 0,0-1 1092,3-2 0,0-3 0,3 3-980,-7 2 1,3 3 0,0-1-1,-1 1-112,2-1 0,-1 0 0,0 0 0,0 0 0,9 0 0,0 0 0,-2 0 0,-2 0 0,-2 0 0,-2 0 1545,6 0 1,-5 0-1546,5 0 1379,0 0-1379,-43 0 255,27 0-255,-27 0 1326,27 0-1326,4 0 0,-2 0 0,5 0 0,-4 0 0,2 0 0,0 0-187,0 0 0,1 0 0,0 0 187,4 0 0,1 0 0,-4 0 0,1 0 0,-3 0 0,-2 0 0,-2 0 0,4 0 0,-17 0 0,-3 0 0,-16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8:07:35.4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15452 9490 24575,'0'19'0,"0"-3"0,15-16 0,5 0 0,23 0 0,-10 0 0,3 0 0,3 0 0,4 0-312,-4 1 1,2-1-1,0-1 312,1-3 0,-1-3 0,2 2 0,4 4 0,0 0 0,0-1 0,-5-3 0,0-1 0,-1 2 0,1 3 0,-1 1 0,-2 1 0,3-1 0,-2 0 0,4 1 0,-3-2 0,6-15 0,-14 14 0,0 0 0,6-14 0,-13 15 0,-1 2 935,11-1-935,-1 0 0,0 0 0,1 0 0,-11 0 0,0 0 0,15 0 0,-8-7 0,2-1 0,-7 6 0,1 0 0,4-3 0,3 0 0,0-1-323,1 1 0,0 0 1,2-1 322,5 0 0,1-1 0,2 1 0,-8 1 0,1 0 0,1 0 0,-2 0 0,8-1 0,0 1 0,-1 1 0,2 2 0,1 3 0,-2 0 0,-4-1 0,-1 1 0,-2-2 0,7-7 0,-2 0 0,-8 6 0,-2 0 0,1-6 0,-3 0 0,7 8 0,-13 0 0,-1 0 0,18 0 484,-17 0 0,1 0-484,4 0 0,1 0 0,10 0 0,2 0 0,1 0 0,0 0 0,0 0 0,1 0 0,-12 0 0,0 0 0,-1 0 0,5 0 0,-1 0 0,-4 0 0,2 0 0,-1 0 0,3 0 0,0 0 0,7 0 0,-1 0 0,-15-1 0,-2 2 0,5 7 0,-3 0 0,9-4 0,7 12 0,-18-15 0,-1-2 0,-2 1 0,24 0 0,-43 15 0,27-11 0,-27 12 0,28-16 0,-13 0 0,17 0 0,-1 0 0,0 0 0,0 16 0,-10-14 0,1-1 0,2 8 0,-1-2 0,0-7 0,1 0 0,5 8 0,1 0 0,1-6 0,0 0 0,2 5 0,1 1 0,5 1 0,0-2 0,-11-5 0,-1 0 0,-3 6 0,-3 0 0,2-8 0,4 15 0,-27-11 0,12 12 0,-16-16 0,0 16 0,0-12 0,0 11 0,0-15 0,0 0 0,0 0 0</inkml:trace>
  <inkml:trace contextRef="#ctx0" brushRef="#br0" timeOffset="4983">16510 12012 24575,'34'0'0,"0"0"0,0 0 0,11 0 0,2 0 0,2 0 0,-9 0 0,1 0 0,0 0 0,2 0-724,4 0 1,2 0 0,0 0 0,-2 0 723,3 0 0,-2 0 0,-1 0 0,-3 0 0,-1 0 0,-1 0 151,-6 0 1,-2 0 0,0 0-152,15 0 0,0 0 0,-14 0 0,1 0 0,-1 0 0,10 0 0,0 0 0,-6 0 0,2 0 0,-3 0 0,1 0 0,0 0 0,-6 0 0,2 0 0,-1 0 0,10 0 0,-2 0 0,-2 0 0,2 0 0,-3 0 0,2 0 0,-1 0 0,-6 0 0,0 0 0,0 0 0,1 0 0,1 0 0,-1 0 290,9 0 1,-2 0-291,-6 0 0,-1 0 0,0 0 0,0 0 0,-7 0 0,-1 0 736,-1 0 1,-1 0-737,10 0 384,0 0-384,-15 0 0,-4 16 0,-16-12 0,0 11 0,-16 1-820,-4-12 1,1 12 0,3-16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8:08:35.2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13441 8978 24575,'0'39'0,"0"1"0,0-2 0,0 2 0,0 1 0,0-1 0,0 0 0,0 2-759,0-1 0,0 3 0,0 0 0,0-1 759,-1 6 0,1-1 0,1 0 0,3 0 0,3-1 0,-2-1 134,-5-4 0,0-1 1,3-2-135,7-5 0,2-2 0,-2 0 0,-8 12 0,0 0 312,5-4 0,1-2-312,1-2 0,-2-1 0,-5-8 0,0 1 0,5 5 0,2 0 771,-1-5 1,-1-1-772,-5 8 0,0 1 233,14-1 0,0 0-233,-14 1 0,0-1 0,6 0 0,-1 1 0,-6-2 0,-2 2 0,5 7 0,0 0 0,-4-10 0,2 1 0,5-1 0,2 1 0,-1-1 0,-6 1 0,-1-1 0,8 10 0,-2 0 0,-6-14 0,-2-3 0,1 9 0,0-4 0,0-27 0,0 28 0,0-29 0,0 29 0,0-13 0,8 6 0,0 1 0,-4 14 0,11-5 0,-15-4 0,0-27 0,0 12 0,0 0 0,0-13 0,0 13 0,0-16 0,0 16 0,0-12 0,0 11 0,0-15 0,0 16 0,0 19 0,0-1 0,0 3 0,0 0 0,0 0 0,0 3 0,0-1 0,0-11 0,0-3 0,0 2 0,0 4 0,0-42 0,0 22 0,0-58 0,0 16 0,-6-1 0,-3-5 0,0-2 0,-2 0 0,-2 1 0,-1 2 0,-4 0 0,2 1 0,10 9 0,1 1 0,-11-10 0,16 0 0,0-1 0,0 17 0,0-13 0,0 28 0,0 4 0,0 4 0,0 12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8:08:48.7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13988 12982 24575,'45'0'0,"0"0"0,-2 0 0,0 0 0,0 0 0,0 0 0,2-1 0,0 2 0,1 7 0,-1 0 0,-9-7 0,-2 2 0,-7 5 0,-3 0 0,4-8 0,5 0 0,-6 0 0,-3 7 0,3 1 0,8-6 0,1 0 0,1 5 0,0 2 0,6-1 0,1-1 0,-8-5 0,-2 0 0,-6 7 0,-1-2 0,-1-7 0,-1 0 0,10 16 0,-9-15 0,-1 2 0,-5 12 0,-1 1 0,6-14 0,1 0 0,-1 13 0,1 1 0,16-5 0,2-2 0,-9 0 0,1 1 0,2 2 0,2-1 0,-2-2 0,-4-7 0,-2 0 0,13 4 0,-3 3 0,-3 7 0,8-12 0,-43 12 0,11-16 0,-15 0 0,0 0 0,0 0 0</inkml:trace>
  <inkml:trace contextRef="#ctx0" brushRef="#br0" timeOffset="1766">13917 10672 24575,'16'-20'0,"19"4"0,-9 15 0,3 2 0,5-1 0,2 0 0,7 0 0,1 0 0,0 0 0,2 0-281,-7 0 0,3 0 1,-2 0 280,-6 0 0,0 0 0,0 0 0,10 0 0,2 0 0,0 0 0,-8 0 0,0 0 0,3 0 0,4 0 0,3-1 0,1 1 0,-3 1 0,1 4 0,-2 1 0,0-1 0,-6-4 0,1 0 0,-1-1 0,-4 2 0,11 6 0,-5 0 103,-6-8 1,0 0-104,1 0 0,-1 0 0,12 0 0,2 0 0,-38 0 0,5 15 635,-16-11-635,16 12 0,-12-16 0,27 0 0,-11 15 0,15-11 0,-15 12 0,-5-16 0,-15 16 0,0-12 0,0 11 0,0-15 0,0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8:10:26.3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15716 8449 24575,'36'0'0,"-12"0"0,2 0 0,16 0 0,3 0 0,-7 0 0,2 0 0,-2 0 0,2 0 0,0 0-359,-5 0 1,0 0 0,1 0 358,5 0 0,1 0 0,0 0 0,-3 0 0,0 0 0,1 0 0,0 0 0,0 0 0,-1 0 0,10 0 0,0 0 87,-14 0 1,1 0 0,-1 0-88,11 0 0,-2 0 0,0 0 0,-2 0 0,-6-1 0,-1 2 0,7 7 0,2 0 0,-9-7 0,1-1 0,-1 3-144,-1 6 0,-1 4 1,2-4 143,4-7 0,2-3 0,-2 4 0,-5 6 0,-2 4 0,0-4 0,3-6 0,1-3 0,-1 1 0,1 4 0,-1 1 0,0-1 0,0-4 0,1-2 0,-1 1 0,0 0 0,0 0 0,1 0 0,4 0 0,0 0 0,1 0 0,2 0 0,0 0 0,-3 0 0,5 0 0,-4 0 396,-6 0 1,-5 0-397,-7 0 0,-3 0 0,15 0 0,-10 0 0,1 0 0,13 0 225,-13 0 0,-1 0-225,10 0 0,-15 0 0,11 0-820,-42 16 1,22-13 0,-26 13 0</inkml:trace>
  <inkml:trace contextRef="#ctx0" brushRef="#br0" timeOffset="2065">16898 10742 24575,'43'0'0,"0"0"0,-6 0 0,1 0 0,-5 0 0,2 0 0,-1 0 0,11 0 0,0 0 0,3 0 0,2 0-447,-11 0 1,2 0 0,-2 0 446,-4 0 0,-2 0 0,1 0 0,7 0 0,0 0 0,-1 0 218,6-1 0,-2 2-218,-1 7 0,0 0 0,-1-7 0,2 2 0,-6 6 0,2 3 0,4-2 0,-3-7 0,5-3 0,2 0 0,1-1 0,-2 3-543,-1 3 0,-1 2 0,0 0 0,1 0 0,2-2 543,-4-3 0,1-1 0,1-2 0,0 1 0,-1 0 0,-1 2 0,3 3 0,-1 1 0,-1 1 0,-1 0 0,-3 0-391,0-2 1,-2-1 0,-1 1 0,1 0 390,7 3 0,2 2 0,-1-1 0,-2-1 0,2 0 0,-2-2 0,1 0-70,-8-1 0,2-1 1,0-1-1,-2 1 70,6-1 0,-2 0 0,-2-1 0,7-2 0,-4 2 0,-7 2 0,-5-1 2617,-12-3-2617,-3 0 1799,-16 16-1799,0-12 1042,0 12-1042,0-1 0,0-11 0,0 12 0,-16-16 0,-3-16 0,-17-3 0,18-2 0,1-1 0,-3 0 0,5-2 0</inkml:trace>
  <inkml:trace contextRef="#ctx0" brushRef="#br0" timeOffset="17099">15610 8449 24575,'49'0'0,"-1"0"0,0 0 0,-9 0 0,0 0 0,0 0 0,-3 0 0,2 0 0,-3 0 0,2 0-787,8 0 0,1 0 1,0 0 786,1 0 0,0 0 0,0 0 0,-9 0 0,-1 0 0,1 0 0,2 0-452,0 0 1,1 0-1,1 0 1,0 0 0,-1 0 451,7 0 0,-1 1 0,1-1 0,1-1 0,-2-1 0,2 0 0,1-1 0,-1-1 0,-1-1 0,-5 0 0,-2-2 0,0 0 0,0 0 0,1-2 0,3-1 0,1 0 0,0-1 0,-1-1 0,-2 0 0,3-1 0,-3-2 0,-1 1 0,0 1 266,7 0 1,-1 1-1,-4 2-266,2 0 0,-6 4 0,-12 6 0,-5 0 0,-3 0 1052,-5 0-1052,-15 0 2467,0 0-2467,-15 0 0,11 0 0,-12 0 0</inkml:trace>
  <inkml:trace contextRef="#ctx0" brushRef="#br0" timeOffset="19700">16422 9807 24575,'43'0'0,"-10"0"0,7 0 0,3 0 0,-7 0 0,3 0 0,2 0 0,2 0 0,1 0-469,-3 0 1,2 0 0,2 0 0,0 0 0,1 0 0,1 0 0,0 0 58,-2 0 0,1 0 1,0 0-1,1 0 1,1 0-1,-1 0 0,1 0 1,-1 0-1,2 0 0,1 0 1,0 0-1,0 0 1,-1 0-1,1 0 0,-1 0 1,0 0 386,-3 0 1,0 1 0,-1-1 0,0 0 0,0 0 0,0 0 0,1 0 0,1-1 22,-2 0 0,0 0 0,1-1 0,0 1 0,1-1 0,-1 0 0,0 0 0,1 0 0,-2 0 0,5-1 0,-1 2 0,0-1 0,0 0 0,0-1 0,0 1 0,1-1 0,1-1-246,-6 0 0,0 0 0,0-1 0,1-1 0,0 1 0,1-1 0,-1 0 0,0 1 0,0 0 0,-1 0 246,3 0 0,0 1 0,0-1 0,0 1 0,-1 0 0,1-1 0,-1 1 0,0 0 0,-1 0 0,4-1 0,-1 0 0,0 1 0,0-1 0,0 0 0,-1 1 0,0 0 0,0 1 9,-2 0 1,-1 0-1,1 1 1,-1 1 0,0-1-1,-1 0 1,-1 1-1,0-1-9,5-1 0,-1 0 0,-1 0 0,0 1 0,-1-1 0,1 1-217,0 1 1,1 0 0,0 1-1,-1 0 1,0 0 0,-2-2 216,5 0 0,-1-1 0,-1-1 0,0 1 0,2 0 0,-6 0 0,1 0 0,0 0 0,0 0 0,0 1 0,-1 0 0,6 1 0,-1 0 0,0 1 0,1-1 0,0 0 0,-4-1 0,-1-1 0,2 0 0,0 0 0,1 0 0,2 1 0,-5 1 0,2 1 0,1 0 0,1 0 0,0 0 0,1 1 0,-2-1 0,0 0 0,2 0 0,0 0 0,-1 0 0,0 0 0,1 0 0,0 0 0,2 0 0,-6 0 0,1 0 0,1 0 0,0 0 0,1 0 0,0 0 0,0 0 0,-1 0 0,0 0 0,-1 0 0,0 0 0,0 0 0,0 0 0,0 0 0,-1 0 0,-1 0 0,-1 0 0,-1 0 0,8 0 0,-1 0 0,-2 0 0,-1 0 0,1 0 0,2 0 0,-2 0 0,1 0 0,1 0 0,0 0 0,-1 0 0,-3 0 0,-2 0 0,10 0 0,-4 0 0,-2 0 0,0 0 446,0 0 0,-1 0 0,0 0 0,-1 0-446,-1 0 0,0 0 0,0 0 0,-1 0 0,-1 0 0,1 0 0,-1 0 0,-1 0 0,0 0 0,-1 0 0,0 0 0,0 0 0,3 1 0,0-1 0,1 0 0,-1-1 0,-3-1 0,0-1 0,0-2 0,0 0 0,2-3 0,0-1 0,0 0 0,1-1 0,0 1 0,1 0 0,0-1 0,-1-1 0,0-1 0,-1-2 0,0 1 0,0 1 0,-2 2 0,0 2 0,1-1 0,-1 1 780,-1-1 0,1-1 0,-1 1 0,-1 2-780,6-1 0,-3 2 0,0 0 984,-5 0 0,0 0 1,-2 2-985,6 4 0,-2 0 1400,-3 0 1,-1 0-1401,-3-1 0,0 2 937,5 6 1,-1 2-938,-8 1 0,1 0 578,6-2 1,-2 3-579,-12 5 0,0 0 0,12-6 0,2-1 0,-7 1 0,1 0 0,14 7 0,2-3 0,-7-11 0,1-2 0,-5 4 0,1 1 0,1-1-236,0-4 0,0-2 0,1 1 236,2 0 0,1 0 0,1 0 0,5 0 0,2 0 0,0 0-471,3 0 1,0 0-1,-1 0 471,-1 0 0,0 0 0,1 0 0,-6 0 0,1 0 0,0 0 0,-2 0 0,2 0 0,-1 1 0,-1-2-109,2-3 1,0-2 0,-3 0 108,6-3 0,-5-2 0,-10 2 0,-2-1 0,5 1 0,-3 2 646,7 7-646,-13 0 0,-1 0 1436,10 0-1436,1 0 363,-1 0-363,-15 0 0,11 0 0,-11 0 0,-1 0 0,12 0 0,-27-16 0,-3-8 0,-2-2 0,-3-2 0,-11-19 0</inkml:trace>
  <inkml:trace contextRef="#ctx0" brushRef="#br0" timeOffset="22884">14199 9807 8191,'-19'20'0,"-13"-4"3276,13-16-1489,-17 0 1031,1 15-2818,9-7 0,1 4 859,6 12 1,-1 3-860,-13-4 0,-1 1 1638,14 9 0,1 2 0,-6-4 0,-1 1-1561,8 0 0,1 3 1,1 0-284,3-4 0,0 0 1,0 1 205,-4 8 0,-1 2 0,2-2 0,1 6 0,3-2 0,2-7 0,2-4 0,0 3 0,8-5 0,-15 4 0,6 5 0,-2 6 0,-4-8 0,-3 0 0,0 4-642,4-1 1,2 2 0,-2 2 0,-1 0 641,-1-5 0,-1 1 0,-1 0 0,0 0 0,1 0 0,2 2 0,0 0 0,1 1 0,0-1 0,-3 0 0,-2 0 0,-2 1 0,-1-2 0,1 0 0,2-1 0,3-2 0,2-1 0,0 0 0,0-1 134,-3 1 0,0 0 1,0 0-1,1-1-134,2 1 0,0-1 0,2 0 0,1 0 0,2 8 0,2-1 0,0 1-204,-2-8 1,0 2-1,1 0 1,2-2 203,4 5 0,3-2 0,0 0 0,-1 1 0,0 1 0,0 0 0,0 7 0,0 0 0,0 2-417,0-8 0,0 1 0,0 0 0,0 0 417,0-5 0,-1 0 0,1 0 0,1 1 0,2 3 0,1 1 0,0 0 0,1-3 758,0 2 1,1-2 0,3 0-759,1-2 0,3 1 0,1-1 0,-1-4 0,7 12 0,0-4 0,-4-8 0,2-1 0,-1-3 0,-1 1 0,3-5 0,6-7 0,1-1 422,-6 6 0,-1 1-422,7 0 0,-1-1 1003,-7-5 1,-1 0-1004,1 5 0,0 0 0,17 11 0,-16-17 0,13 13 0,-28-13 0,27 1 0,-11 11 0,15-11 0,-21 3 0,-1 5 0,3-1 0,2 1 0,3 6 0,1 2 0,-3 0 0,1-1 0,6-8 0,-1 1 0,-6 5 0,-3 0 0,4 7 0,-3-15 0,-3 0 0,-10 3 0,3-4 0,2 1 0,6 22 0,-13-14 0,0 5 0,11-1 0,6 3 0,-4 0 0,-5-3 0,-4 1 0,2 1-380,3 7 0,1 1 0,0 1 380,-1-2 0,0 0 0,-1-1 0,-4-7 0,0-2 0,1 0-2,4 3 1,2-1-1,-2-2 2,0 2 0,-2-3 0,0-3 0,-2-5 0,-7-8 0,15 13 0,-11-28-820,12 11 1,-16-15 0,0 0 0</inkml:trace>
  <inkml:trace contextRef="#ctx0" brushRef="#br0" timeOffset="25999">13406 16069 24575,'19'0'0,"13"0"0,-13 0 0,16 0 0,1 0 0,-1 0 0,-8 0 0,7 0 0,-7 0 0,8 0 0,-15 0 0,-4 0 0,-1 0 0,-11 0 0,28 0 0,-28 0 0,27 0 0,1 0 0,3 0 0,-5 0 0,2 0 0,12 0 0,-1 0 0,-17 0 0,-2 0 0,12 0 0,-17 0 0,13 0 0,-28 0 0,27 0 0,-27 16 0,27-12 0,-11 27 0,15-27 0,0 27 0,-15-27 0,-4-4 0,-16-4 0,0-11 0,0-1 0,0 12 0,0-12 0,15 1 0,-11-21 0,3 10 0,2-3 0,-1-5 0,0-2 0,0 1 0,3-1 0,6-2 0,2-2 0,-1-4 0,-1 0 0,-7 10 0,-1 1 0,1-3 0,-4 6 0,-6 10 0,0 4 0</inkml:trace>
  <inkml:trace contextRef="#ctx0" brushRef="#br0" timeOffset="40949">15787 8449 24575,'25'0'0,"1"0"0,7 0 0,4 0 0,-3 0 0,1 0 0,2 0-674,4 0 0,1 0 1,1 0 673,3 0 0,2 0 0,-1 0 0,-2 0 0,-1 0 0,0 0 0,-3 0 0,0 0 0,0 0 0,2 0 0,1 0 0,-1 0 0,-2 0 0,1 0 0,0 0 0,5 0 0,0 0 0,0 0 0,1 0 0,-1 0 0,-1 0 0,-3 0 0,-2 0 0,1 0 0,2 0 0,0 0 0,-3 0 0,6 0 0,-2 0 152,-8 0 0,1 0 0,-3 0-152,3 0 0,-1 0 190,-1 0 0,-2 0-190,-7 0 0,-3 0 0,11 0 0,-15 0 1029,11 0-1029,-27 0 156,28 0-156,-13 0 0,16 0 0,1 0 0,-1 0 0,0 0 0,-15 0 0,-4 0 0,-40 1 0,-15-2 0,9-6 0,-3-2 0,0 4 0,-6 1 0,-2 0 0,1-2-465,0-2 1,0-1-1,0 0 1,0-1 464,-3 2 0,0-1 0,0 0 0,-1 0 0,-3 0 0,-1 1 0,0-1 0,1 0 0,4 0 0,2 0 0,-1 0 0,-1 1 0,-4-1 0,-1 0 0,0 0 0,-1 0-527,1 0 0,-1 0 0,0 0 0,-1 1 527,10 3 0,-1 1 0,0 0 0,0 1 0,1-1 0,-10 0 0,1 1 0,0-1 0,3 0-178,6 0 0,1-1 1,1 1-1,2 1 178,-7 2 0,2 1 0,3-3 0,0-5 0,6 1 0,-4 7 1576,5 0-1576,27 0 2219,4 0-2219,4 0 882,27-16-882,5 12 0,3-12 0,-14 15 0,1 2 0,-1-1 0,1 0 0,8 0 0,2 0 0,8 0 0,2 0 0,-9 0 0,0 0 0,3 0-454,-3 0 0,2 0 1,1 0-1,-1 0 454,0 0 0,-1 0 0,1 0 0,2 0 0,-1 0 0,2 0 0,1 0 0,-1 0 0,-2 0 0,3 0 0,-2 0 0,-1 0 0,1 0 0,3 0 0,1 0 0,-1 0 0,-4 0 0,-4 0 0,-3 0 0,-1 0 0,13 0 0,-5 0 0,3 0 0,-24 0 0,13 0 0,-28 16 1815,43-12-1815,-21 4 0,3 0 0,3-7 0,5-2 0,-1 1 0,1 0 0,-1 0 0,1 0 0,4 0 0,0 0 0,-1 0 0,6 0 0,-2 0 0,-8 0 0,-2 0 0,-7 0 0,-3 0 0,12 0 0,-17 0 0,13 0 0,-28 0 0,11 0 0,-15 0 0,0 0 0,0 15 0,0-11 0,0 12 0,0-16 0,0 15 0,-15-11 0,11 12 0,-12-16 0</inkml:trace>
  <inkml:trace contextRef="#ctx0" brushRef="#br0" timeOffset="50316">16863 10636 24575,'19'0'0,"28"0"0,-5 0 0,3 0 0,2 0 0,4 0-555,-7 0 1,3 0 0,-1 0 554,-7 0 0,-2 0 0,1 0 0,-2 0 0,-1 0 0,1 0 0,2 0 0,0 0 0,0 0 0,-2 0 0,-1 0 0,0 0 169,10 0 0,0 0-169,-10 0 0,0 0 0,-3 0 161,-2 0 1,-1 0-162,5 0 0,-2 0 0,4 0 0,-17 0 842,13 0-842,-29 0 160,29 16-160,-8-14 0,3 0 0,4 6 0,4 0 0,7-7 0,4-2 0,2 1-524,-11 0 1,0 0 0,2 0-1,1 0 524,7-3 0,2-1 0,0-1 0,2 1 0,-10 0 0,0 1 0,1 0 0,0-1 0,3-2 0,-4 1 0,2-2 0,1-1 0,1 1 0,-1-1 0,-2 0 0,-3 0 0,10-2 0,-4 0 0,0 0 0,2 1 0,1 1 0,4 1 0,0 0 0,-4 0 0,-9 1 0,2-2 0,-7 0 0,1 0 0,-4 0 0,5 5 0,-17 3 0,-3 3 0,-16 13 2094,0-16-2094,-16 0 0,12 16 0,-11-12 0,15 11 0,0-15 0,0 0 0,0 16 0,0-12 0,0 12 0,0-16 0,0 15 0,0-11 0,0 12 0,0-16 0,-16 0 0,12-16 0,-12-3 0,16-17 0,-7 11 0,-1-1-820,4-13 1,-12 4 0,16 19 0</inkml:trace>
  <inkml:trace contextRef="#ctx0" brushRef="#br0" timeOffset="57516">14781 13123 24575,'42'0'0,"-1"0"0,-7 0 0,4 0 0,3 0 0,2 0 0,-2 0 0,3 0 0,2 0 0,1 0 0,1 0 0,1 0-410,-7 0 0,2 0 1,0 0-1,1 0 1,1 0-1,-1 0 0,1 0 1,1 0-1,2 0 0,0 1 1,1-1-1,1 0 1,-1 1-1,1-2 0,-1 1 1,-1-1 44,0 0 1,-1 0 0,1-1 0,-1 0 0,0 0-1,-1-1 1,-1 1 0,0 0 381,-1-1 0,0 1 1,0-1-1,-2 0 1,0 0-1,-1 0 1,-2 0-18,8-1 0,-2 0 0,-2 1 0,-1-1 0,-4-1 610,5 0 1,-3-1 0,-5 2-611,1 3 0,-7 2 0,-10-1 0,-5 0 3276,1 15-1836,-12-11 1358,12 12-2798,-16 0 0,0-12 0,0 11 0,0-15 0,0 0 0,0-15 0,0 11 0,0-12 0,-16 16 0,12 0 0,-12 0 0,16 0 0,0-16 0,0 12 0,-15-11 0,11 15 0,-12 0 0</inkml:trace>
  <inkml:trace contextRef="#ctx0" brushRef="#br0" timeOffset="85167">17074 12947 24575,'36'0'0,"-5"0"0,4 0 0,1 0 0,3 0 0,1 0 0,4 0 0,1 0-889,2 0 1,1 0-1,0 0 889,-10 0 0,0 0 0,1 0 0,-1 0 0,1 0 0,1 0 0,-1 0 0,0 0 0,9 0 0,-1 0 0,-1 0 90,-3 0 0,-1 0 0,-2 0-90,-3 0 0,-2 0 0,-1 0 285,15 0 1,-4 0-286,-16 0 0,-1 0 0,10 0 0,-1 0 0,2 0 673,-13 0 1,-1 0-674,-6 0 478,13 0-478,-28 0 0,27 0 0,-11 0 0,15 0 0,0 0 0,-10 0 0,1 0 0,1 0 0,1 0 0,6 0 0,3 0 0,4 0 0,4 0 0,-6 0 0,3 0 0,-2 0 0,6 0 0,-1 0 0,-7 0 0,3 0 0,-5 0 0,-4 0 0,-1 0 0,4 0 0,0 0 0,-7 0 0,-1 0 0,7 0 0,-1 0 0,-6 0 0,1 0 0,14 0 0,2 0 0,1-1 0,0 2-210,-10 3 1,0 3 0,1-2 209,4-4 0,1 0 0,0 1 0,-2 2 0,-1 3 0,2-3 0,6-2 0,1-3 0,-1 0 0,-6 1 0,0 0 0,-2 0 0,-2 0 0,-1 0 0,0 0 0,9 0 0,-2 0 0,-6 0 0,-1 0 0,-8 0 0,0 0 0,0 0 0,-3 0 0,12 0 0,-17 0 628,-3 16-628,-16-12 0,16 12 0,3-16 0,16 0 0,-10-1 0,1 2 0,9 6 0,1 1 0,1-6 0,0 0 0,11 6 0,-1 0 0,-10-7 0,-2-2 0,-3 1 0,-1 0 0,3 0 0,-2 0 0,8 0 0,-15 0 0,1 0 0,9 0 0,0 0 0,-10 0 0,1 0 0,1 0 0,1 0 0,14 0 0,2 0 0,-7 0 0,1 0 0,-5 0 0,2 0 0,-1 0 0,4 0 0,-2 0 0,0 0 0,-1 0 0,-4 0 0,-4 0 0,-5 0 0,17 0 0,-35 15 0,27-11 0,-11 28 0,15-28 0,1 27 0,-1-11 0,-10-11 0,1 1 0,-6 7 0,-1-2 0,16-12 0,-3 13 0,-28-16 0,11 0 0,1 0 0,4 0 0,15 0 0,-10 0 0,1 0 0,1 0 0,1 0 0,6 0 0,2 0 0,-1 0 0,1 0 0,-1 0 0,0 0 0,1 0 0,-1 0 0,12 0 0,2 0 0,-22 0 0,9 16 0,-1-12 0,-16 11 0,13 1 0,-13-12 0,1 12 0,-4-16 0,-32 0 0,12 0 0,-12 0 0,16 0 0,0 0 0,0 0 0</inkml:trace>
  <inkml:trace contextRef="#ctx0" brushRef="#br0" timeOffset="113716">14711 13406 24575,'43'0'0,"0"0"0,1 0 0,2 0 0,-7 0 0,2 0 0,1 0-800,4 0 1,1 0 0,1 0 799,0 0 0,0 1 0,1-2 0,-8-3 0,0 0 0,1-1 0,-1 2 0,7 1 0,-1 2 0,1-2 0,1-3 0,1-1 0,0 1 0,-3 4 0,0 2 0,0-1 13,-5 0 0,0 0 0,-1 0-13,0 0 0,0 0 0,-1 0 0,6 0 0,-2 0 281,-8 0 1,-2 0-282,-7 0 0,-3 0 0,12 0 0,-1 0 1200,-16 0-1200,-19 0 596,-19 0-596,-16 0 0,-1 0 0,11-7 0,-1-1 0,-1 5 0,-1 2 0,-6-6 0,-2-2 0,1 1 0,-1 0 0,-5-1 0,-4-1 0,9 1 0,-3 0 0,-1 0 0,2 0 0,2 2 0,2 1 0,-2 0 0,-2-2 0,-5-1 0,2 0 0,7 3 0,3 5 0,5-1 0,-5-7 0,3 2 0,-7 7 0,15 0 0,20 0 0,20 0 0,-1 0 0,13 0 0,-28 0 0,19 0 0,-21 0 0,22 0 0,-21 0 0,13 0 0,0 0 0,-12 0 0,27 0 0,-27 0 0,12 0 0,-1 0 0,-11 0 0,12 0 0,-16 0 0,-16 0 0,12 0 0,-11 16 0,15-13 0,0 13 0,0-16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8:12:52.3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14411 10672 24575,'25'0'0,"1"0"0,4 0 0,3 0 0,10 0 0,2 0 0,3 0 0,2 0 0,-15 0 0,1 0 0,-1 0 0,10 0 0,0 0 0,-1 0 0,-2 0 0,-7 0 0,1 0 0,7 0 0,0 0 0,-13 0 0,-1 0 0,6 0 0,-4 0 0,-11 0 0,11 0 0,-11 0 0,15 0 0,-10 0 0,1 0 0,21 0 0,-20 0 0,-1 0 0,17 0 0,-8 0 0,-15 0 0,11 0 0,-11 0 0,0 0 0,11 0 0,-27 0 0,12 0 0,-1 0 0,-11 0 0,12 0 0,-1 0 0,21 0 0,3 0 0,-13-8 0,-1 0 0,10 4 0,-15-12 0,-5 32 0,-15-12 0,0 12 0,0-16 0,0 15 0,0-11 0,0 12 0,0-16 0,0 0 0,0 15 0,0-11 0,0 12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8:13:39.7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15346 8449 24575,'45'0'0,"0"0"0,3 0 0,-2 0 0,-9 0 0,-1 0 0,3 0 0,0 0 0,-4 0 0,1 0 0,6 0 0,2 0 0,-10 0 0,1 0 0,2 0-659,8 0 0,2 0 0,2 0 659,-10 0 0,1 1 0,1-1 0,-1-1 0,2-2 0,0-2 0,0 1 0,1 0 0,4 3 0,0 1 0,1 0 0,0-3 0,-1-3 0,-1-3 0,0 0 0,3 2-532,-2 5 1,1 1 0,2 2 0,-1-1-1,0-2 532,0-3 0,-1-1 0,1-1 0,-1 0 0,1 1 0,1 1 0,0 2 0,-1 0 0,1-1 0,0-1 0,-8 0 0,1 0 0,-1-1 0,1 0 0,-2-1 0,-1 1-327,1-1 1,0-1 0,-2 1-1,0 0 1,1 1 326,0 1 0,1 1 0,0 1 0,-2 0 0,0-2-151,2-3 1,0-1 0,-2 1-1,-1 2 151,3 3 0,-2 3 0,-2-1 538,9-7 1,-6 0-539,-13 7 0,-3 2 2903,12-1-2903,-17 0 505,-3 0 0,-16 0 1,0 0-1</inkml:trace>
  <inkml:trace contextRef="#ctx0" brushRef="#br0" timeOffset="1734">16581 10672 24575,'25'0'0,"1"0"0,0 0 0,2 0 0,7 0 0,1 0 0,-2 0 0,3 0 0,-6 0 0,4 0 0,0 0-667,10 0 0,3 0 0,1 0 667,-11 0 0,0 0 0,1 0 0,2 0-522,1 0 0,1 0 1,2 0-1,1 0 1,0 0 521,-5 0 0,1 0 0,0 0 0,1 0 0,0 0 0,1 0-508,3 0 1,1 0 0,0 0 0,1 0 0,0 0 0,0 0 507,-6 0 0,2 0 0,-1 0 0,1 0 0,0 0 0,-1 0 0,-1 0 0,5 0 0,0 0 0,-1 1 0,-1-1 0,0 0 0,0-1-368,3-2 0,0 0 0,-1-1 0,-1 0 0,-1 2 368,5 1 0,-1 0 0,-2 1 0,-1-2 293,3-3 1,-2-1 0,-5 1-294,-5 5 0,-6 0 2310,8 0-2310,-39 0 3276,7 0-3188,8 0 2849,-12 0-2937,27 0 0,5 0 0,-11 0 0,4 0 0,14 0 0,1 0 0,-14 0 0,-2 0 0,7 0 0,-3 0 0,3 0 0,-15 0 0,-4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8:14:07.5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12771 8731 24575,'37'0'0,"1"0"0,0 0 0,0 0 0,0 0 0,4 0 0,3 0 0,3 0 0,2 0 0,-1 0-820,-4 0 1,-1 0 0,0 0 0,-1 0 784,0 0 1,-1 0-1,0 0 1,0 0 34,1 0 0,1-1 0,0 1 0,-1 1 0,0 2 0,-2 2 0,1-1 0,1 0 0,1-3 0,0-1 0,0 0 0,0 3 0,1 3 0,-1 4 0,0-1 0,0-3 0,-3-4 0,-1-2 0,0 0 0,-1 2 202,7 8 0,-2 2 1,0-3-203,-3-7 0,-1-3 0,-2 4 0,4 13 0,-2 0 332,4-14 0,-1 0-332,-8 12 0,0 3 0,7-6 0,2-2 0,-5-3 0,2 0 0,1 1 0,1 3 0,0 2 0,0-2-233,4-4 1,1 0 0,-2 1 232,-6 4 0,-3 2 0,0-2 0,-2-1 0,0 0 0,-1-2 0,14 1 0,2 0 0,-11-2 0,2 1 0,0 0 0,5-1 0,2-2 0,0 3-90,-9 0 1,1 1 0,0 0 0,1 0 89,5 0 0,0 0 0,0-1 0,1 1 0,-3 0 0,1 0 0,-1 0 0,1 0 0,1-1 0,1 1 0,-1 0 0,-1 0-239,-4-1 0,-1 1 0,0 0 0,0 0 239,-1 0 0,1 0 0,-1-1 0,0 1 0,9 3 0,-1 0 0,-1 0-222,-4 0 1,-1 0-1,1-1 222,1-4 0,1-1 0,-1 0 0,-2 5 0,-1 1 0,2-3 0,1-6 0,1-3 0,2 1-234,-4 2 0,1 2 0,1-1 0,0-1 234,-3-1 0,-1-3 0,1 1 0,1-1 0,6 1 0,0 0 0,1 0 0,-2 0 0,-4 0 0,0 0 0,-2 0 0,1 0 0,-2 0 0,-1 0 0,1 0 0,0 0 0,1 0 0,1 0 0,0 0 0,-3 0 341,5 0 0,-1 0 0,0 0-341,3 0 0,0 0 0,-1 0 0,-9 0 0,0 0 0,-2 0 515,11 0 1,0 0-516,-9 0 0,1 0 0,0 0 0,8 0 0,2 0-25,-6 0 1,3 0 0,0 0 24,-2 0 0,0 0 0,0 0 0,-1 0 0,1 0 0,0 0 0,4 0 0,0 0 0,-1 0 0,-8 0 0,-1 0 0,1 0 0,3 0 0,1 0 0,-1 0 0,-2 0 0,-1 0 0,2 0 0,6 0 0,1 0 0,2 0-116,-7 1 0,0-1 0,2 0 0,1-1 116,-4-1 0,2-1 0,1-1 0,0 0 0,0 2 0,3 1 0,0 1 0,1 0 0,-1-1 0,1-1 0,0-3 0,1-1 0,-1-2 0,1 1 0,1 1-401,-6 3 0,0 0 0,1 0 0,-1 0 0,1 0 0,-1-1 401,1-1 0,-1-1 0,-1-1 0,1 1 0,1 0 0,-1 1 0,2 0 0,1 2 0,0 0 0,0 0 0,0 0 0,0 0-316,-2 0 0,1 1 0,-1-1 1,0 0-1,0 1 0,-1-1 316,6 0 0,0 0 0,-1-1 0,-1 1 0,-1 1-139,5 0 1,-2 2-1,0-1 1,-2 0 138,-2-2 0,-1-1 0,-1-1 0,-2 1 438,0-1 0,-3-1 0,0 1-438,-2 5 0,-1 0 0,-2-4 1443,7-11 1,-1-1-1444,-3 14 0,-2 0 2708,5-13-2708,-7 15 1792,-32 0-1792,0 0 392,-16 0-392,12 0 0,-12 0 0,16 0 0,0 0 0,0-16 0,0 12 0,0-12 0</inkml:trace>
  <inkml:trace contextRef="#ctx0" brushRef="#br0" timeOffset="4716">12876 8484 24575,'34'0'0,"-1"0"0,3 0 0,3 0 0,-2 0 0,4 0 0,2 0-788,-5 0 1,1 0 0,1 0-1,0 0 788,-1 0 0,-1 0 0,1 0 0,2 0 0,-2 0 0,3 0 0,1 0 0,-1 0 0,-3 0 0,2 0 0,-2 0 0,-1 0 0,1 0 0,4 0 0,1 0 0,0 0 0,-2 0 0,6 0 0,-2 0 0,1 0-117,0 0 1,0 0-1,0 0 117,0 0 0,1 0 0,-2 0 271,-6 0 1,-2 0 0,2 0-272,6 0 0,1 0 0,-5 0 0,-6 0 0,-2 0 0,8 0 0,-1 0 0,-15 0 0,-1 0 1549,14 0-1549,1 0 0,2 0 568,-13 0 0,1 0-568,12 0 0,2 0 0,0 1 0,-2-2 0,-4-6 0,-1-1 0,6 6 0,0 0 0,-7-6 0,-1 0 0,-4 7 0,0 2 0,11-1 0,1 0 0,-3 0 0,2 0-305,-3 0 0,2 0 0,0 0 305,1 0 0,-1 0 0,2 0-391,-5 0 0,1 0 0,1 0 1,0 0 390,0 0 0,0 0 0,0 0 0,0 0 0,-1 0 0,-1 0 0,0 0 0,0 0 0,4 0 0,2 1 0,-1-1 0,-1-1 0,-4-2 0,0-2 0,0 1 0,1 0 0,4 3 0,1 1 0,1 0 0,-1-3 0,0-3 0,1-3 0,-1 0 0,-1 2 0,0 5 0,-1 1 0,0 1 0,0-1 0,2-2 0,0-2 0,0 1 0,-2 0 0,5 4 0,-2 0 0,1 0-228,0 0 0,0 0 1,-1 0 227,-9 0 0,-1 0 0,0 0 0,11 0 0,-2 0 0,-8 0 0,-2 0 405,-7 0 0,-3 0-405,12 0 1574,-1 0-1574,-10 0 0,1 0 777,13 0-777,-6 0 0,1 0 0,13 0 0,-13 0 0,0 0 0,13 0 0,-14 0 0,1 0 0,-8 0 0,3 0 0,7 0 0,5 0 0,-1 0 0,9 0 0,0 0 0,-9 0 0,2 0 0,-2 0 0,-5 0 0,-1 0 0,-1 0 0,4 0 0,0 0 0,-3 0 0,1 0 0,-2 0 0,1 0 0,-1 0 0,9 0 0,0 0 0,-10 0 0,-1 0 0,-4 0 0,1 0 0,5 0 0,0 0 0,-5 0 0,-1 0 0,8 0 0,1 0 0,-1 8 0,0 0 0,1-6 0,-1 0 0,0 6 0,0 0 0,1-8 0,-1 0 0,0 7 0,1 1 0,-1-6 0,0 0 0,1 6 0,-1 0 0,-8-7 0,1-2 0,2 1 0,-2 0 0,10 0 0,-10 0 0,2 0 0,-3 0 0,1 0 0,14-1 0,3 2 0,-1 7 0,2 0 0,-2-6 0,2 0 0,-12 3 0,0 1 0,0-2 0,11-3 0,0-2 0,-10 1 0,0 0 0,1 0 0,-1 0 0,1 0 0,-1 0 0,6 0 0,0 0 0,9 0 0,0 0 0,-9 0 0,0 0 0,4 0 0,0 0 0,-1 0 0,-1 0 0,-8 0 0,0 0 0,0 0 0,1 0 0,-1 0 0,0 0 0,0 0 0,1 0 0,6 0 0,2 0 0,-9 0 0,0 0 0,1 0-345,-3 0 0,0 0 1,3 0 344,0 0 0,2 0 0,1 0 0,-1 0 0,2 0 0,0 0 0,1 0 0,0 0 0,3 0 0,0 0 0,0 0-438,-4 0 1,0 0 0,0 0-1,0 0 438,4 0 0,1 0 0,-1 0 0,0 0 0,-5 0 0,-1 0 0,0 0 0,0 0-273,1 0 1,0-1 0,0 1-1,-2 1 273,8 4 0,-1 1 0,1-1 0,2-3 0,0-2 0,0 2 0,-5 3 0,0 1 0,-1-1-86,1-4 1,-1-2 0,-2 1 85,6 0 0,0 0 0,-11 0 0,1 0 0,-2 0 435,1 0 0,-2 0-435,10 0 0,1 0 0,4 0 0,0 0 0,-8 0 0,0 0 0,-5 0 0,1 0 0,-2 0 0,3 0 0,-1 0 851,0 0 0,0 0-851,-8 0 0,1 0 621,13 0 0,0 0-621,-12 0 0,1 0 0,3 0 0,2 0 0,-1 0 158,4 0 0,-1 0-158,2 0 0,0 0 0,-4 0 0,-1 0 0,13 0 0,-22 0 0,1 0 0,-1 0 0,1 0 0,0 0 0,2 0 0,7 0 0,1 0 0,-1 0 0,1 0 0,-1 0 0,0 0 0,-7 0 0,-1 0 0,6 0 0,1 0 0,-7 0 0,0 0 0,8 0 0,1 0 0,-1-1 0,1 2 0,7 6 0,0 1 0,-10-6 0,0 0 0,11 6 0,-3 0 0,6-8 0,2 0 0,0 0 0,-2 0 0,-5 7 0,-2 2 0,-5-6 0,-15 13 0,11-16 0,-11 0 0,15 0 0,1 0 0,-17 0 0,12 0 0,-27 16 0,28-12 0,-28 11 0,11-15 0,-15 0 0</inkml:trace>
  <inkml:trace contextRef="#ctx0" brushRef="#br0" timeOffset="21049">14093 11042 24575,'36'0'0,"-12"1"0,3-2 0,6-7 0,4 0 0,-4 7 0,3 1 0,1-3-770,6-6 1,2-3 0,0 2 769,3 5 0,0 3 0,-1-3 0,-1-4 0,-2-4 0,0 2 0,-3 1 0,-1 1 0,0 0 0,1 2 0,0 1 0,-1 0 140,-3 0 0,-1 1 0,0 0-140,5-1 0,1 1 0,-3 1 0,7 2 0,-2 0 0,-10-3 0,1-2 0,-2 3 227,1 3 1,-1 2-228,9-1 0,0 0 0,-10 0 0,-1 0 0,4 0 0,0 0 586,1 0 1,-1 0-587,1 0 0,-2 0 130,-6 0 0,-1 0-130,7 0 0,-1 0 0,6 0 0,-6 0 0,1 0 0,-7 0 0,1 0 0,7 0 0,0 0 0,-7 0 0,-1 0 0,7 0 0,-1 0 0,6 0 0,-14 0 0,1 0 0,17 0 0,-6-16 0,6 12 0,-23-11 0,11 15 0,-11 0 0,3 0 0,5 0 0,6 0 0,2 0 0,8 0 0,3 0 0,-13 0 0,2 0 0,-1 0 0,11 0 0,-2 0 0,-10 0 0,1 0 0,-2 0 0,13 0 0,-1 0 0,3 0 0,2 0 0,-16 0 0,2 0 0,-3 0 0,9 0 0,-1 0 0,3 0 0,-2 0 0,-13 0 0,-3 0 0,9 0 0,-4 0 0,-27 0 0,28 0 0,3 0 0,-2 0 0,5 0 0,6 0 0,2 0 0,-12 0 0,1 0 0,2 0-318,2 0 1,2 0-1,0 0 318,3 0 0,0 0 0,1 0 0,2 0 0,1 0 0,0 0-408,-7 0 1,1 0 0,-1 0 0,0 0 407,8 0 0,-1 0 0,0 0 0,0 0 0,-1 0 0,-1 0-108,-4 0 0,-1 0 1,-2 0 107,7 0 0,-2 0 0,1 0 0,-4 0 0,6 0 428,-15-8 1,1 0-429,14 4 839,-20-4 0,1 0-839,5 7 0,0 2 185,-6-1 0,1 0-185,4 0 0,3 0 0,0 0 0,1 0 0,0 0 0,2 0-298,0 0 0,2 0 0,0 0 0,-1 0 298,5 0 0,-2 0 0,1 0 0,1 0 0,-1 0 0,-1 0-9,-6 0 1,-1 0-1,-2 0 9,9 0 0,-1 0 0,-6 0 0,0 0 0,-1 0 0,-1 0 0,-6 0 0,1 0 0,6 0 0,2 0 595,0 0 1,-1 0-596,-8 0 0,1 0 13,4 0 1,2 0-14,1 0 0,1 0 0,1 0 0,0 0 0,6 0 0,1 0 0,-5 0 0,0 0 0,4 0 0,2 0 0,-3 0 0,2-1 0,-1 2 0,-4 4 0,-2 1 0,1-1-217,8-3 0,0-2 1,-1 2 216,-8 2 0,-3 2 0,1 0 0,0-1 0,1 1 0,-1-2 0,0-2 0,1-1 0,-1 0 0,1 4 0,-1 0 0,0 1 0,6 2 0,0 0 0,1-6 0,0 0 0,-2 5 0,-1 1 0,-3 1 0,2-2 0,-5-6 0,2-1 0,-1 3 0,11 12 0,0 1-248,-6-10 0,3-4 0,-1 2 248,-4 1 0,-1 1 0,0 1 0,5 1 0,0 1 0,-1-3 0,10-5 0,-2 2-112,-13 6 0,0 3 1,-1-2 111,7 1 0,0-2 0,2 0 0,0 2 0,1 4 0,-1 1 0,-6-6 0,0 0 307,7-2 1,-2 3-308,-6 6 0,-1-3 0,0-11 0,0-2 0,1 6 0,-1 2 377,0 0 0,1-2-377,-1-5 0,0 0 180,1 6 0,-1-1-180,12-7 0,-14 0 0,-2 0 0,1 0 0,1 0 0,0 0 0,7 0 0,-8 0 0,2 0 0,-7 0 0,1 0 0,14 0 0,2 0 0,0 0 0,3 0-531,-4 1 0,4-1 0,0-1 531,0-3 0,1-1 0,2-1 0,-6 1 0,3 1 0,0-1 0,-1-1 0,-1-2 0,0 0 0,0-2 0,-2 1 0,-3 0 0,-1-1 0,-2 1 0,0 2 0,6 0 0,-3 1 0,-1-1 0,6-10 0,-4 3 0,-12 12 0,-3 0 0,9-30 0,-4 28 0,-11-11 0,15-1 1593,1 12-1593,-11-7 0,1-1 0,13-6 0,-12 6 0,-3-4 0,-5-19 0,13 16 0,-28 3 0,11 16 0,-7 0 0,-6 0 0,6 0 0,-8 0 0,16 0 0,-13 0-820,13 0 1,-16 0 0,0 0 0</inkml:trace>
  <inkml:trace contextRef="#ctx0" brushRef="#br0" timeOffset="33116">23195 11254 24575,'0'11'0,"0"13"0,0 2 0,0 3 0,0-3 0,0-1 0,0 10 0,0-10 0,0 1 0,0 13 0,0-13 0,0-1 0,0 10 0,0-9 0,0-1 0,0 15 0,0-15 0,0 1 0,0-1 0,0 0 0,0 15 0,0-11 0,0 0 0,0-2 0,0-1 0,1 5 0,-2 1 0,-6 3 0,-2 1 0,7-2 0,1 2 0,-8 7 0,2 0 0,6-6 0,2 1 0,-1-5 0,0 2 0,0-1 0,0 3 0,0 0 0,1-3 0,-1 1 0,-1-2 0,-7 5 0,0-1 0,6 7 0,0-2 0,-6-13 0,1-3 0,7 17 0,0-10 0,0-21 0,0 4 0,0-16 0,0 15 0,0-11 0,0 12 0,0 0 0,0-12 0,0 11 0,0 1 0,0-12 0,15 12 0,-11-16 0,12 15 0,-16-11 0,0 12 0,16-16 0,-13 0 0,13-16 0,-16 12 0,0-11 0,0 15 0,0-16 0,0 12 0,0-12 0,0 16 0</inkml:trace>
  <inkml:trace contextRef="#ctx0" brushRef="#br0" timeOffset="38333">13670 14552 24575,'26'0'0,"-1"0"0,16 0 0,4 0 0,-10 0 0,2 0 0,1 0-820,-1 0 1,2 0 0,1 0 0,1 0 776,2 0 1,1 0 0,0 0-1,1 0-309,-5 0 0,1 0 1,0 0-1,0 0 0,0 0 352,2 0 0,-1 0 0,1 0 0,0 0 0,0 0 0,-2 0 0,-1 0 0,1 0 0,0 0 0,0 0 0,0 0 0,1 0 0,0 0 0,0 0 0,-2 0 0,6 0 0,0 0 0,-2 0 0,1 0 96,-2 0 1,0 0 0,-1 0 0,-2 0-97,3 0 0,-2 0 0,-1 0 0,9 0 0,-4 0 0,-16 0 0,-3 0 1511,9 0-1511,-19 0 2342,-1 0-2342,20 0 483,-9 0 0,3 0-483,13 0 0,3 0 0,-11 0 0,2 0 0,-1 0-230,1 1 0,1-1 0,0-1 230,9-3 0,1-3 0,-3 2 0,-9 4 0,-2 0 0,1-1 0,11-2 0,1-1 0,-1-1 0,-11 0 0,-1 1 0,1 0 0,7 3 0,0 2 0,-1-2 0,6-6 0,-2 1-43,-1 6 0,0 2 43,1-1 0,-1 0 0,-7 0 0,2 0 0,-5 0 0,2 0 0,-1 0 0,10 0 0,2 0 0,1 0 0,4 0 0,-4 0 0,4 0 0,-2 0 0,-11 0 0,0 0 0,-4 0 0,-6 0 0,-5 0 0,-4 0 686,-3 0-686,0 0 90,-12 0-90,11 0 0,-15 0 0,0 15 0,0-11 0,0 12 0</inkml:trace>
  <inkml:trace contextRef="#ctx0" brushRef="#br0" timeOffset="64534">29016 15998 24575,'46'0'0,"0"0"0,1 0 0,-1 0 0,0 0 0,-1 0 0,-1 0 0,0 0 0,0 0 0,-1 0 0,6 0 0,0 0 0,-1 0 0,0 0-808,-2 0 0,1 0 1,-1 0-1,-1 0 808,-4 0 0,-1 0 0,0 0 0,0 0 0,-1 0 0,1 0 0,0 0 0,-2 0 263,5 0 1,-1 0 0,-2 0-264,7 0 0,-4 0 290,-8 0 1,-3 0-291,3 0 0,0 0 0,8 0 1669,-5 0-1669,-10 0 0,2 0 95,-2 0 0,-1 0-95,9 0 0,-1 0 0,-7 0 0,-1 0 0,0 0 0,-3 0 0,-5 0 0,13 0 0,3 0 0,-9 0 0,3 0 0,13 0 0,2 0 0,1 0 0,0 0 0,-10 0 0,0 0 0,1 0 0,0 1 0,0 0 0,-2-3 0,8-5 0,-2-1 0,4 6 0,-4 0 0,7-14 0,-11 16 0,-5 0 0,-11 0 0,10 0 0,6 0 0,1 0 0,1 0 0,-1 0 0,0 0 0,-2 0 0,-3 0 0,3 0 0,-15 16 0,-4-12 0,-16 27 0,0-11 0,0 15 0,0-15 0,0-5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8:15:58.5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13670 11359 24575,'0'28'0,"0"-1"0,0 13 0,0 7 0,0-4 0,0 0 0,0 2 0,0 0 0,0 0 0,0 0 0,0-4 0,0-4 0,0-10 0,0-1 0,0 4 0,0-1 0,0-2 0,0 1 0,1 14 0,-2 2 0,-6 0 0,-2 2 0,8-6 0,1 1 0,-2 0-448,-5 0 0,-2 0 0,1 2 448,3-5 0,1 2 0,0 0 0,-1-1 0,-1-1 0,0 0 0,-2 0 0,1 1-494,-1 7 0,0 3 1,-1-1-1,-1-1 494,-2-4 0,-1-2 0,-1 1 0,2 5 0,3-8 0,1 3 0,1 2 0,-1 2 0,1-1 0,-1-1 0,0-3 0,-3 6 0,0-2 0,0-2 0,0 2 0,0 3-469,1-3 1,1 3 0,-1 1 0,0 1 0,1 1 0,0-2 0,-1-2 392,1 0 0,0-1 0,0-1 0,1 0 0,-2 0 0,0 1 76,1-4 0,-1 0 0,-1 0 0,1 0 0,-1 0 0,1 0 0,1 0-337,-1 6 1,1 0-1,0 0 1,0-1-1,0 0 1,0-1 336,0-2 0,0-1 0,0 0 0,0-1 0,1 0 0,1-1 0,2 3 0,0 0 0,2-1 0,0-2 0,-1-1 184,-1 11 0,-1-3 1,2-2-185,3-4 0,1-1 0,1-6 1376,-1 4-1376,0 8 3276,0-43-2843,0 11 2584,0 1-3017,0-12 416,0 12-416,0 7 0,0 2 0,0 3 0,0 11 0,0 4 0,-1-9 0,1 2 0,1 0 0,3 5 0,3 0 0,-3-1 0,-2 7 0,0 0 0,3-12 0,2 0 0,-3-3 0,-3-3 0,-2-3 0,1 9 0,0-19 0,0-16 0</inkml:trace>
  <inkml:trace contextRef="#ctx0" brushRef="#br0" timeOffset="5732">14852 9525 24575,'43'0'0,"0"0"0,-4 0 0,1 0 0,3 0 0,-5 0 0,1 0 0,2 0 0,1 0-656,0 0 1,1 1-1,1-1 1,1 0 0,1-1 175,-3 0 0,0-1 0,1-1 0,1 1 0,0-2 0,-1 0 480,2 0 0,1-1 0,-1-1 0,0 0 0,1-1 0,0 0 0,1-1 0,0 0 0,1-1 0,0-1 0,-1 0 0,0 0-394,-1-1 0,0 0 0,-1-1 0,1 0 0,-1-1 0,1 2 394,1-1 0,1 0 0,-1 0 0,1 1 0,-1-1 0,0 0 0,-2 0 0,-1 0 0,0 0 0,0 0 0,0 0 0,0 2 0,0-1 0,1 2 0,-1 0 0,1 0 0,-2 1 0,0-1-3,3-2 1,-1 0 0,0 0 0,-1 1 0,0 2 2,0 1 0,-1 2 0,0 0 0,0 0 0,-1-1 0,7-2 0,-1-1 0,0 0 0,-1 2-312,-2 3 1,0 2-1,0 0 1,0-2 311,2-3 0,-1-1 0,1-1 0,-1 2 0,0 1 0,-1 2 0,1 0 0,1-2 62,-3 0 0,0-1 0,1 0 0,0-1 0,0 1-62,-2 0 0,0 0 0,1 0 0,-1 0 0,2 0 76,-4 0 0,1 1 1,1 0-1,0 0 0,0 0 1,0 1-77,1 1 0,0 1 0,1 0 0,0 0 0,0 0 0,0 0-130,-3-1 0,0-1 0,0 1 0,1-1 0,-1 0 1,0 0-1,0 1 130,4 1 0,0-1 0,-1 1 0,0 0 0,0 0 0,0 0 0,1 0 0,0 0 0,-1 0 0,1 0 0,-2-1 0,0 0-47,1-2 0,-1-1 0,0 0 0,-1 1 0,-1 1 47,7 2 0,0 3 0,-2 0 0,0-1 198,-3-3 0,-2 0 0,0-1 0,-1 2-198,3 2 0,-1 2 0,0-1 508,2 0 0,1-1 0,-1 2-508,-1 3 0,-1 2 0,0 0 0,3 0 0,0 0 0,0 2 0,0 2 0,0 3 0,0-1 0,-8-3 0,1-1 0,0 1 0,-2 0 0,9 3 0,-2 0 0,0-1 0,1 1 0,0-1 0,2 2 0,-5-1 0,3 0 0,0 2 0,-5-1 0,-4 0 0,-4 0 0,3 0 0,1-2 0,2-1 0,0 1 0,-5 0 1539,3 6 1,-4-1-1540,3-2 0,-1 0 1114,-8 4 1,1-1-1115,13-7 0,0 0 0,-12 5 0,1 1 0,7-8 0,7-4 0,0 4-336,-6 2 1,0 4-1,2 0 1,3-2 335,1-2 0,4-3 0,1 0 0,0 1 0,0 0 0,-7 0 0,0 1 0,0 0 0,0 0 0,1-1 0,1 0-374,-2-2 1,0-1 0,2 0 0,0 0 0,-1-1 0,1 1 0,-1 0 373,5 1 0,-1 0 0,1 0 0,-1 1 0,0-2 0,0 0 0,0-1 0,-1-1 0,1 0 0,0 0 0,-1 0 0,-1 1-311,-1 1 0,-1 0 0,0 1 1,-1 0-1,0-1 0,-1-1 311,3-2 0,-1-2 0,-1-1 0,-1 2 0,-1 1-195,3 5 1,0 2 0,-2 0 0,0-3 194,-1-3 0,-1-3 0,0 0 0,0 1 0,1 2 0,-1 1 0,1 1 0,-2-1 0,6 2 0,-2-1 0,1 0 555,4-4 1,0-1 0,-4 3-556,0 5 0,-3-1 1638,2-6 0,0-2-1620,-2 1 1,-2 0-19,-1 0 0,1 0 0,-5 0 0,2 0 0,-1 0 0,10 0 0,2 0 620,-7 0 0,3 0 0,-2 0-620,-3 0 0,-1 0 0,1 0 0,4 0 0,0 0 0,-1 0 510,10 0 0,-2 0-510,-4 0 0,0 0 0,3 0 0,0 0 0,-10 0 0,0 0 165,7 0 1,-1 0-166,-15 0 0,-1 0 0,-1 0 0,-1 0 0,10 0 698,0 0-698,0 0 237,-15 0-237,11 0 0,-11 0 0,0 0 0,-5 0 0</inkml:trace>
  <inkml:trace contextRef="#ctx0" brushRef="#br0" timeOffset="11034">13988 11218 24575,'0'26'0,"0"-1"0,0 9 0,0 3 0,0 6 0,0 4-476,0-8 0,0 3 1,0-1 475,0-5 0,0 0 0,0 1 0,0 4 0,0 0 0,0-1 0,0 9 0,0 0 0,0-10 0,0 1 0,0 0 0,0 4 0,0 0 0,0 2-578,0-4 0,0 2 0,0 1 1,0 0 577,0 3 0,0 1 0,0 0 0,0 1 0,0-10 0,0 1 0,0 0 0,0 0 0,0 0 0,0 1 0,0 0 0,0 1 0,0-1 0,0-1 0,0 3 0,0-2 0,0 1 0,0 0-80,0 4 0,0 2 1,0-2-1,0-2 80,0 0 0,0-3 0,0 0-209,0 5 1,1-1 0,-2-1 208,-4-9 0,-1-1 0,1 0 0,3 14 0,0-1 0,-3-13 0,-1 0 0,1-1 0,4 15 0,2 0 0,-1-14 0,0 1 0,0-1 0,0 0 0,0 0 0,0 1 0,0 8 0,0 2 0,0 1-270,0-8 1,0 1 0,0 1 0,0 0 269,0 1 0,0 1 0,0 1 0,0-1 0,0 5 0,0 1 0,0-1 0,0-2 402,0 1 1,0-2-1,0 0-402,0-3 0,0-1 0,0-3 574,0-1 1,0-3-575,0-7 0,0-3 675,0-5-675,0-19 0,0-19 0</inkml:trace>
  <inkml:trace contextRef="#ctx0" brushRef="#br0" timeOffset="32616">16387 12153 24575,'35'0'0,"8"0"0,-11 0 0,5 0 0,10 0 0,4 0-386,-16 0 0,2 0 0,0 0 386,8 0 0,2 0 0,-2 0 0,-3 0 0,0 0 0,0 0 126,4 0 0,2 0 0,-1 0-126,-2 0 0,0 0 0,-2 0 0,-6 0 0,-2 0 0,1 0 64,2 0 0,0 0 0,-4 0-64,-4 0 0,-1 0 0,5 0 0,-2 0 0,4 0 588,-17 0-588,12 0 0,-27 0 0,12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6T18:17:41.9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14235 14693 24575,'0'35'0,"0"-7"0,0 5 0,0-5 0,0-4 0,0 3 0,0 0 0,0 1 0,-1 6 0,2 2 0,6 0 0,1-1 0,-7-7 0,2-2 0,13 0 0,0-1 0,-14 1 0,-1-1 0,15 15 0,-15-16 0,-2 3 0,9 14 0,0 0 0,-4 6 0,4 2 0,-1 0 0,-7-10 0,16-4 0,-12-3 0,12-28 0,-16 27 0,0-27 0,0 12 0</inkml:trace>
  <inkml:trace contextRef="#ctx0" brushRef="#br0" timeOffset="7719">16387 2381 24575,'35'0'0,"-7"0"0,3 0 0,11 0 0,4 0-676,-9 0 0,3 0 0,0 0 676,6 0 0,2 0 0,0 0 0,-1 0 0,0 0 0,0 0 0,0 0 0,0 0 0,0 0 0,0 0 0,0 0 0,0 0 0,2 0 0,1 0 0,0 0-541,-11 0 1,0 0 0,0 0 0,3 0 540,6 0 0,1 0 0,2 0 0,0 0 0,-5 0 0,0 0 0,1 0 0,-1 0 0,1 0 0,-2 0 0,0 0 0,1 0 0,-1 0 0,1 0 0,2 0 0,1 0 0,1 0 0,-2 0 0,-2 0 0,3 0 0,-1 0 0,-2 0 0,-1 0 0,-3 0 0,-1 0 0,-1 0 0,-2 0 319,5 0 1,-2 0 0,-4 0-320,1 0 0,-5 0 0,2 0 0,-3 0 923,-28 16-923,11-12 576,-15 12 1,0-16 0,0 0 0</inkml:trace>
  <inkml:trace contextRef="#ctx0" brushRef="#br0" timeOffset="9233">17727 4498 24575,'0'20'0,"0"-5"0,31-15 0,-6 0 0,5 0 0,9 0 0,9 0 0,2 0 0,-2 0 0,-10 0 0,-1 1 0,0-1 0,3-1-515,5-1 1,4-1-1,1-1 1,-1 0-1,-4 2 515,-5 0 0,-2 2 0,-2-1 0,2 0 0,5-3 0,1-1 0,0 1 0,-2 1 203,6 2 1,0 1 0,1 1-204,-3-1 0,3 0 0,-1 0 0,-3 0 0,-1 0 0,-4 0 0,2 0 0,4 0 0,0 0 0,-3 0 0,-2 0 0,-4 0 0,-2 0 0,1 0 0,7 0 0,0 0 0,-13 0 0,-1 0 0,5 0 0,-2 0 490,4 0 1,-17 0-1,-3 0 1</inkml:trace>
  <inkml:trace contextRef="#ctx0" brushRef="#br0" timeOffset="10688">18292 6932 24575,'30'0'0,"0"0"0,0 0 0,3 0 0,4 0 0,3 0 0,1 0 0,-5 0 0,1 0 0,3 0-656,-3 0 1,4 0-1,1 0 1,1 0 0,-2 0 352,5 0 0,-1 0 1,1 0-1,1 0 303,-1 0 0,0 0 0,2 0 0,0 0 0,0 0 0,-3 0 0,0 0 0,0 0 0,1 0 0,2 0 0,-1 0 0,2 0 0,1 0 0,-1 0 0,-2 0 0,-3 0 0,0 0 0,-3 0 0,-2 0 0,2 0 0,6 0 0,4 0 0,-5 0 0,-14 0 1374,-12 0-1374,-5 16 731,-15-12-731,0 27-820,0-27 1,0 12 0,0-16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9T17:30:40.2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26044 12515 20777,'-42'-26'0,"0"-1"0,10-5 0,7-2 1801,7-5-1801,62 45 0,-12 23 0,0 8 0,-3-5 0,-1-4 0,25-2 0,-53-26 0</inkml:trace>
  <inkml:trace contextRef="#ctx0" brushRef="#br0" timeOffset="6281">26559 14594 24575,'-33'27'0,"-6"-25"0,-2 2 0,13 23 0,-1-1 0,-14-19 0,-4-7 0,-6 1 0,3-2 0,17-1 0,-1-3 0,-2-3 0,-4-3 0,4 4 0,7 6 0,1 2 0,-3 1 0,5-4 0,8-25 0,46 24 0,15 0 0,3-22 0,4-3-552,-8 16 0,3 3 1,3-3 551,-2-5 0,3-3 0,1-1 0,1 2-721,-9 5 1,0 2 0,2 0 0,0 0 0,4-2 720,-4 1 0,2-2 0,2 0 0,1-1 0,0 0 0,1 2 0,0 0 0,3 1 0,0 0 0,1 2 0,0-1 0,0 1 0,0-1 0,-2 0 0,-1-1 0,0 0 0,-1 0 0,0-1 0,-1 1 0,-2 0 0,-1 2 0,4-1 0,-2 1 0,-1 1 0,-3 1 0,-4 0 0,3-1 0,-4 0 0,-9 4 0,-4 6 0,-52 0 0,-2 0 0,-4 0 0,-11 0 0,-6 0 0,6-1 0,-2 0 0,-4 3-174,4 3 0,-3 2 1,-2 0-1,0 0 174,5-2 0,-1-1 0,-1 0 0,0 1 0,-1 2 0,2 0 0,-1 2 0,-1 1 0,0 0 0,1 1 0,3-1 0,-11 2 0,3 0 0,1 0 0,2 2 859,5 0 0,1 2 0,3-1 0,7 0-859,1 1 0,13 1 0,19 9 0,24-26 0,3-12 0,3-2 0,21 7 0,-16 0 0,6-2 0,-5-1 0,-4-4 0,0 1 0,10 10 0,7 4 0,-3-5 0,-9-12 0,-1-4 0,1 3 0,1 7 0,1 3 0,0 0 0,1-3 0,0-1 0,-3 1 1257,4-1 1,-5 4-1258,-3 7 0,-7 0 0,-79 18 0,26-3 0,-3 1 0,-6-8 0,-6-2 0,4 4 0,-5 16 0,2 1 0,-5-11 0,6 1 0,7 16 0,33-7 0,35-21 0,16-10 0,-7-2 0,4-4 0,3 3-400,-3 5 0,3 4 0,1-1 0,-3-5 400,-4-5 0,-2-5 0,0 0 0,0 2 0,14 2 0,0 1 0,-8-2 0,-13-4 0,-6-1 0,3 0 0,-13 8 0,-47 35 0,0-10 0,-5 1 0,-8 13 0,-4 0 0,6-18 0,-2-3 0,2 3 0,-4 16 0,0-3 0,4-21 0,-2-5 0,6 4 0,-6 24 1600,-13-27-1600,106 0 0,-13 0 0,-11-13 0,1-1 0,23 8 0,-46-21 0,19 27 0,-26 0 0,0 0 0,0 0 0</inkml:trace>
  <inkml:trace contextRef="#ctx0" brushRef="#br0" timeOffset="93515">16656 5980 24575,'-16'-29'0,"-1"-1"0,-11 14 0,3-1 0,20-22 0,4-1 0,-26 0 0,24-10 0,6-3 0,-1 19 0,-4 4 0,-8 2 0,-6 5 0,-6 6 0,-7 8 0,-13 10 0,-9 9 0,1 5-780,4 7 0,0 4 0,-3 3 780,6-7 0,-5 1 0,-1 2 0,2 1 0,5 1-628,5 7 1,5 3 0,-1 0 0,-5-2 627,-1-6 0,-3-2 0,-4 0 0,0 0 0,-2-1 0,2 1-610,0 1 0,-1-1 1,0 1-1,0-1 0,-1 2 1,0 0 609,2-2 0,0 1 0,0 0 0,-1 0 0,0 2 0,1-1 0,0 1 0,0 0 0,-1 0 0,0 0 0,1 1 0,1 1 0,3 1 0,3 1-259,0 3 0,4 2 0,1 1 1,3 0-1,1 0 0,3-1 259,-4 10 0,4-2 0,2 2 0,-2 0 0,0-4 0,-2 1 0,1 0 0,0 0 0,3 0 0,2 3 0,3-1 0,-1 0 0,-5 0 0,0-10 0,-4 0 0,-2 0 0,-2 0 0,0-1 0,1 1-176,0 0 1,1 0-1,0 0 1,-2 0 0,0 0-1,-1-1 176,-5 0 0,-1 1 0,-1-2 0,-1 1 0,0-1 0,1 0 0,-2-1 0,-1-1 0,0 0 0,1 0 0,1 1 0,4 2 10,0 4 0,3 2 0,2 0 0,0 0 0,1 0-10,-1-3 0,0-1 0,1 0 0,3 1 0,5 2 0,7 1 0,6 2 0,2 1 0,-1 1 0,-2-1 0,-6 3 0,-3-1 0,0 2 0,0-1 0,3 1 0,4 1 0,1 1 0,2 0 0,0 1 0,-1-1 0,1 0 0,-1 0 0,0 0 0,2 0 0,1 0 0,3-3 0,2 1 0,1-1 0,0 1 0,-2-2 0,-2-2 0,0-1 0,-1 0 0,0 0 0,-1 1 0,-2 3 0,0 2 0,0 0 0,-2 0 0,0 0 0,-2-1 0,-1 1 0,-1-1 0,1 1 0,1 0 0,2 0 0,1 1 0,1 0 0,1 0 0,2 0 0,1-1 0,0 0 0,2 0 0,2 0 0,3-2 0,4 7 0,4-1 0,2 0 0,-1-1 337,-3-8 1,-1 1-1,1-1 1,2-1 0,5-2-338,8 3 0,5-3 0,4-1 0,0 1 0,-2-2 0,2 2 0,1-1 0,2 0 0,0-3-78,-1-6 0,1-1 0,1-2 0,1 0 0,3 1 78,2 1 0,3 2 0,1 0 0,1-1 0,0-1 0,-1-1 0,3 0 0,-2-2 0,0-1 0,2-1 0,1 1 0,-2-3 0,2 0 0,1-1 0,0 0 0,1-1 0,0-1 20,1-2 0,0-1 0,1-1 0,0-1 0,0 1 0,0 0-20,0 0 0,0 1 0,0-1 0,1 0 0,0 1 0,1-1-155,-2-2 1,0 0-1,2 0 1,0 1 0,0-1-1,-1 1 1,-2 1 154,-3 1 0,-2 0 0,-1 2 0,0-1 0,1 0 0,0 0 0,2-2 0,-1-2 0,1 0 0,1-1 0,1-1 0,0 1 0,-1-1 0,1-1 0,-2 0 0,2 2 0,-1 0 0,0-1 0,0 0 0,0-2 0,2 0 0,2-3-268,-3-3 0,0-1 0,2-1 0,2-2 0,-1 0 1,1-1-1,1-2 0,-1 1 0,0-2 268,1 0 0,0-2 0,0-1 0,1-1 0,0 0 0,0-1 0,0 0 0,0 0 0,1 1 0,-4 0 0,0-1 0,1 1 0,0-1 0,0 1 0,1-1 0,-1 0 0,0 1 0,1 0 0,-1 0 0,1 0 0,0 0 0,0 1 0,0-1 0,1 1 0,-1 0 0,0 0 0,0 1 0,-1-1 0,0 1 0,3 0 0,0 1 0,-1 1 0,-1-1 0,1 1 0,0 0 0,0-1 0,0 0 0,1-1 0,-3 0 0,1-1 0,-1 0 0,1 0 0,-1 0 0,1-1 0,1 0 0,-1 1 0,1-1 0,0 0-136,-3 1 0,0 0 0,1 1 0,1 0 0,-1-1 0,0 1 0,1-2 0,-1 0 0,0-2 0,0 0 0,0-3 136,0-2 0,-1-1 0,1-2 0,-1-1 0,0-1 0,0-1 0,0 0 0,0 0 0,0 0 0,1 1 0,0 1-83,-2 2 1,1 0-1,0 1 1,0 1-1,1-1 1,-1 0-1,0 1 1,0-2-1,0 0 1,-2-1-1,0-2 1,-2-1 82,1-2 0,-1-1 0,-1-1 0,-1-1 0,0-1 0,-1-1 0,-1 0 0,1 0 0,0 0 0,-1 0 0,1 1-61,4-2 1,1 0 0,-1 0 0,0 0-1,0 0 1,-1 0 0,0-1 0,-1 0-1,-1-1 1,-1-2 60,1-1 0,-1-2 0,-2-1 0,0 0 0,-1-1 0,0 0 0,0-1 0,0 0 0,0 0 0,-2 3 0,0-1 0,0 0 0,0 0 0,-1-1 0,1 0 0,-1 0 0,-1 0 0,-1 0 0,0-1 0,0-2 0,-1-1 0,0 1 0,-2-1 0,1-1 0,-1 1 0,0 0 0,1 0 0,1 0 19,1 0 1,1 1 0,0-1 0,1 1 0,-1-1 0,0 1 0,0-1 0,-1 1 0,-1-1-20,1-3 0,0 0 0,-1 0 0,-1 0 0,0 0 0,-1 0 0,-1-1 0,-1 0 98,-2 3 1,-1-1 0,-1 0 0,-1-1 0,0 1 0,-1 0-1,-1 0 1,-1 0-99,1-3 0,1 1 0,0 0 0,-3 0 0,-1 0 0,-4 0 0,-4-1 196,-4-5 0,-4-1 0,-4 0 0,-2 1 0,-2-1 0,-1 0-196,0 0 0,-1 0 0,-2 0 0,-2 1 0,-3-1 0,-3 1 0,-2 5 0,-4 1 0,-1-1 0,-3 1 0,0 0 0,-1 0 0,1 0 101,0-2 0,-1 0 1,1 0-1,-1 0 0,-2 0 1,-1 1-1,-2 1-101,0 4 0,-3 1 0,-1 1 0,-2 0 0,1 0 0,-1 0 0,1 1 0,1-1 0,-1-3 0,1 0 0,0 0 0,0 0 0,0 0 0,0 0 0,-1 1 0,0 0 0,-1 1 0,-1-1 0,1 1 0,-1 0 0,1-1 0,0 0 0,2-1 0,0-1 0,0 0 0,1 0 0,-1 1 0,-1 1 0,-1 2 0,1 3 0,-1 1 0,-1 1 0,0 1 0,-1 1 0,0 0 0,0 0 0,-1 0 0,1 1 0,-1-1 0,0 2 0,-2 0 0,-2 2 0,-2 2 0,1 4 0,-2 1 0,-2 1 0,-1 2 0,-1 0 0,-1 1 0,1 1 0,0 0 0,2 1 0,-7-2 0,1 2 0,0 0 0,1 2 0,-1-1 0,-1 0 0,-1-2 0,8 2 0,-2-2 0,0 1 0,-1-1 0,0 0 0,0 0 0,0 0 0,0 1 0,1 0-2,-4 0 0,-1-1 1,1 1-1,0 0 1,0 1-1,0-1 1,0 1-1,0 0 2,0 0 0,1 1 0,0 0 0,0 0 0,0 0 0,-1 0 0,0 0 0,-1 0-108,6 1 1,0 0 0,0-1-1,-1-1 1,0 1 0,-1 1-1,0 0 1,-1 2 0,-1 2-1,0 1 108,0 2 0,-2 2 0,0 2 0,-1 0 0,0 2 0,-1 1 0,0 0 0,0 1 0,0 0 0,1 1 0,-1 0-93,5-1 1,0 2 0,1-1 0,-1 2 0,0-1 0,1 1 0,-1 1 0,0 0-1,-1-1 1,0 2 0,0-1 0,-1 0 92,4 0 0,-1 0 0,-1 1 0,1 0 0,-2-1 0,1 2 0,0-1 0,-1 0 0,0 1 0,1 0 0,0 0 0,0 0 0,0 0 0,1 0-45,-3 1 0,1 1 0,-1 0 0,0 0 0,0 1 1,1-1-1,0 1 0,0-1 0,1 1 0,0-1 0,2-1 1,0 0-1,2-1 45,-9 2 0,3-2 0,1 0 0,1-1 0,1 1 0,0-1 0,-2 1 0,0 0 0,-3 0 0,7 0 0,-2 0 0,0 0 0,-2 1 0,0 0 0,0-1 0,-1 1 0,1 1 0,1-1 0,1 0 0,1 1 0,2-1 0,-2 3 0,-1 0 0,1 0 0,-1 0 0,1 0 0,0 0 0,-1 0 0,1 0 0,0 0 0</inkml:trace>
  <inkml:trace contextRef="#ctx0" brushRef="#br0" timeOffset="157565">24360 6040 24575,'-39'7'0,"0"0"0,1 1 0,-19-4 0,-3-2 0,14-8 0,8-25 0,-4 22 0,5-6 0,31-34 0,12-8 0,-6 21 0,0-1 0,0-11 0,0 0 0,0-1 0</inkml:trace>
  <inkml:trace contextRef="#ctx0" brushRef="#br0" timeOffset="158315">23964 5584 24575,'-38'0'0,"-1"0"0,2 0 0,10-26 0,58-7 0,-7 17 0,3-1 0,1-11 0,3 3 0,13 18 0,-2 7 0,-2 0 0,-3 22 0,-4 16 0,-17 7 0,-8 11 0,-1 6-959,-2-15 1,0 5-1,-2 3 1,1 3-1,-1 1 1,1 0 958,0-7 0,-1 1 0,1 1 0,0 1 0,-1 1 0,1 1 0,-2-1 0,0 1 0,0-4 0,-2 2 0,1 1 0,-2 0 0,1-1 0,-1 0 0,1-1 0,0-2 0,-1-2 0,1 9 0,-1 0 0,0-3 0,0-2 0,2-3 0,1-4 0,5 20 0,2-5 0,2-35 0,5-63 0,1-32 0,-9 28 0,-1-5 0,-1-3 0,0-2 0,0 0-537,0-2 1,1-2-1,-1 0 1,-1-1-1,-3-3 537,-2 10 0,-3-3 0,0-1 0,-2 0 0,0 0 0,0 2 0,0 3 0,-1-4 0,-1 3 0,0 2 0,1-1 0,-1 0-236,0-4 1,-1-1 0,0 0 0,2 2-1,2 1 236,1 0 0,2 2 0,2 1 0,2 1 1151,5-6 1,3 2-1,3 0-1151,4-3 0,2 0 0,1 2 0,-1 7 0,1 1 0,-2 4 0,-2-5 0,-1 2 0,-4-4 0,2 11 3190,4 27-3190,6-29 0,9-7 0,6 26 0,8 7 0,3-3-288,-8 0 0,2-2 1,3-2-1,1 1 1,0 0 287,-2 2 0,2 0 0,0 0 0,2 0 0,0 0 0,1 1-411,-2 0 0,1 2 1,0-1-1,2 0 1,-1 0-1,0 0 1,0 0 410,0-1 0,1 0 0,-1-1 0,1 0 0,-2 1 0,-2 0 0,-2 1 0,5-5 0,1-2 0,-4 2 0,-6 7 0,-11 13 0,1 31 0,-24 12 0,-42-13 0,0 0 0,0 0 0,0 0 0</inkml:trace>
  <inkml:trace contextRef="#ctx0" brushRef="#br0" timeOffset="158615">24875 5683 24575,'-47'31'0,"0"-1"0,0 0 0,0 1 0,0-1 0,0 2 0,1-1 0,3-1 0,3-4 0,-1-5 0,3-3 0,13 2 0,19 24 0,12-39 0,28 4 0,9-1 0,-11-6 0,0-4 0,18-6 0,3-1 0,-14 7 0,0 2 0,2-3-892,-1-4 1,0-3 0,3-3 0,4-1 891,-7 1 0,4-2 0,2-2 0,1 0 0,2-1 0,0 2 0,-1 0-801,5 1 1,1 2-1,1 0 1,0 1 0,1-1-1,-2-2 1,0-1 800,-2-2 0,1-3 0,-1-1 0,-1 0 0,0 0 0,-2 2 0,-1 2 0,10 1 0,0 1 0,-3 2 0,-3 0 0,-8-2 0,-11-4 0,1 1 0,0-1 0</inkml:trace>
  <inkml:trace contextRef="#ctx0" brushRef="#br0" timeOffset="160215">26658 6317 24575,'-28'-13'0,"1"0"0,1-15 0,8-4 0,14 0 0,8-2 0,8-6 0,2 3 0,-7 6 0,19 31 0,-26 31 0,0 5 0,0 5 0,0 11 0,0 6 0,0-13 0,1 3 0,-1 5 0,-1 4-848,-1-13 0,-1 4 0,-1 2 0,0 3 0,0 0 0,1 0 0,-1-1 0,2-3 848,-1 8 0,2-3 0,0 0 0,0 0 0,1 1 0,-1 1 0,1-5 0,-1 2 0,1 3 0,0-1 0,0 0 0,0-4 0,0-4 0,1-6 0,1 23 0,1-8 0,-1-32 0,-2-51 0,-5-5 0,-4-11 0,-2-7 0,3-1-708,1 4 1,1-5 0,1-2 0,0-1 0,0-1 0,0 1 707,0 7 0,0 0 0,0 0 0,1-1 0,0 0 0,1-1 0,2-1 0,1-1 0,2-3 0,0 0 0,1-1 0,1 0 0,1 1 0,0 1 0,1 3-202,0-4 1,2 2 0,0 2-1,1 0 1,0 1 0,1 0 201,0-8 0,-1-1 0,1 1 0,5 5 0,5 8 940,8 9 0,5 5 0,2 6 0,-1 5-940,9 2 0,4 10 0,-8 6 0,5 3 0,1 1 0,-3-3 0,-3-7 0,-1-1 0,1-1 0,16 3 0,3 0 0,-8-3 0,-13-8 0,-4 5 0,7 20 0,-9 13 0,-31 35 0</inkml:trace>
  <inkml:trace contextRef="#ctx0" brushRef="#br0" timeOffset="160815">27450 5980 24575,'18'46'0,"1"1"0,-1-1 0,1 0 0,-1 0 0,4 6 0,-1-1 0,1-4 0,-1-10 0,4-4 0,1-15 0,3-20 0,-1-14 0,-8-14 0,-4-13 0,-1 0 0,-3 6 0,-1-1 0,-1-2 0,-2 0 0,-1-4 0,0 0 0,-3 3 0,-1-17 0,-6 6 0,-6 15 0,-8 8 0,-19 9 0,-5 13 0,7 19 0,-3 9-354,1-4 1,-7 1 0,1 5 0,7 5 353,7 12 0,6 7 0,3 3 0,-2 3-645,1-12 0,-2 1 0,0 1 1,2 2-1,1 2 0,5 1 645,4 0 0,3 3 0,3 2 0,1 1 0,2-1 0,1-1 0,1-2 0,-1 7 0,2-2 0,1-1 0,4-1 0,5-2 0,4 2 0,3 3 0,3-4 0,6-8 0,4-16-431,9-17 0,7-16 0,2-6 0,-2 3 431,7 9 0,0 0 0,-2-14 0,-14-12 0,0-12 0,-1-6 0,-4-3 0,-4 1 0,-6 4 0,-4-2 0,-3-2 0,-2 0 0,-1-1 0,0 0 0,-2-1 0,-2-1 0,-2-1 0,-1 0 0,-3-8 0,-2-2 0,-2 0 0,-3 3 0,0 7 0,-3 3 0,-3 6 0,0 3 0,-6-14 0,-1 23 0,-8 58 0,4 26 0,14-20 0,5 3 0,1 2-39,-1 0 1,0 2 0,2 2 0,0 2 38,1-1 0,1 2 0,1 2 0,2-1 0,3-2 166,5-3 1,4-2-1,1 0 1,0 0 0,-5 1-167,-7 4 0,-5 3 0,0-1 0,3-5 0,10-7 0,24 3 0,12-11 0,-9-14 116,-5-22 1,-10-14-1,7-14 1,2-8-1,-1-3 1,-4 2 0,-8-4-1,1 0 1,-1 0-1,0 0 1,1 0 0</inkml:trace>
  <inkml:trace contextRef="#ctx0" brushRef="#br0" timeOffset="160899">28698 6654 24575,'35'-35'0,"0"1"0,0 0 0,0 0 0,4-7 0,-3 1 0,-1-2 0,-7 8 0,-2-1 0,0 0 0,-2 3 0,-2-1 0,-2 3 0,2 0 0,3 2 0,1-1 0,0 0 0</inkml:trace>
  <inkml:trace contextRef="#ctx0" brushRef="#br0" timeOffset="161182">29430 5861 24575,'-49'-8'0,"0"0"0,0 0 0,0-1 0,3 6 0,1 1 0,-1 3 0,1 3 0,-4 5 0,-1 4 0,3 3 0,6 6-790,3 9 0,7 6 1,3 5 789,4-2 0,2 3 0,5 3 0,10 1-535,10-5 1,9 2 0,6 0-1,1 1 1,-1 0 534,-2 2 0,0 1 0,2 0 0,3-2 0,5-2 0,2-6 0,5-2 0,2-1 0,3-2 0,1-2 0,1-4-493,0-3 1,2-2 0,2-4 0,0-1 0,1-2 0,0-1 492,0 0 0,1-1 0,0-1 0,1-3 0,2-4 0,2-5 0,-5-4 0,4-3 0,2-4 0,2-2 0,-1-3 0,0-1 0,-1-1 0,-4 0 0,-3-1 0,5-4 0,-4-2 0,-3-1 0,0-2 0,0-1 0,3-3 0,-5 0 0,0 0 0,1 0 0,-1 0 0,0 0 0,1 0 0,-1 0 0,0 0 0,1 0 0</inkml:trace>
  <inkml:trace contextRef="#ctx0" brushRef="#br0" timeOffset="161500">30539 4792 24575,'0'56'0,"1"-1"0,-1 1 0,0-1 0,0 0 0,0 1 0,0-1 0,0 1 0,0-1 0,0 1 0,0-1 0,0 1 0,0-1 0,0 1 0,1-1 0,-1 1 0,0-1 0,0 0 0,0 1 0,0-1 0,0 1 0,0-1 0,0 1 0,0-1 0,0 1 0,0-1 0,0 1 0,1-1 0,-1 1 0,-2-1 0,0 0 0,0 0 0,1 0 0,-1 0 0,0 0 0,0 0 0,1 0 0,-1 0 0,0 1 0,0-1 0,1 0 0,-1 0 0,0 0 0,0 0 0,1 0 0,-1 0 0,0 0 0,1 0 0,-1 1 0,0-1 0,0 0 0,1 0 0,-1 0 0</inkml:trace>
  <inkml:trace contextRef="#ctx0" brushRef="#br0" timeOffset="161582">30440 7723 24575,'-54'0'0,"0"0"0,0 0 0,9 3 0,3 1 0,-1-11 0,5-11 0,-1-10 0,0-5 0,1-3 0,2 1 0,6-2 0,0-1 0,-1 1 0,1 0 0,0-1 0</inkml:trace>
  <inkml:trace contextRef="#ctx0" brushRef="#br0" timeOffset="161798">30104 6654 24575,'25'-17'0,"0"1"0,13 1 0,8 3 0,-7 5 0,5 2 0,4-1 0,1-2-1532,-4-2 0,1-1 0,3-1 0,1-1 0,1-2 0,1-1 1532,-5 0 0,2-2 0,1 0 0,0-2 0,1 0 0,1 0 0,0 1 0,0 0 0,-4 3 0,2 0 0,0 1 0,1-1 0,-1 1 0,1 0 0,-1-1 0,-1 1 0,-2-2 0,2-1 0,0-1 0,-1 0 0,-1-1 0,-1 1 0,0 1 0,-1 2 0,0 2 0,4 2 0,0 2 0,-1 2 0,-1 1 0,-3 1 0,-4-1 0,11-4 0,-5 1 0,-7 4 0,14 6 0</inkml:trace>
  <inkml:trace contextRef="#ctx0" brushRef="#br0" timeOffset="162698">32243 6198 24575,'-30'-13'0,"0"0"0,-11 6 0,-4 7 0,10 5 0,-1 4 0,-3 4-1036,-4 1 0,-4 4 0,1 4 1,6 7 1035,13 4 0,4 7 0,2 3 0,1 2 0,-3-3 0,-5-3 0,-3 0 0,1 0 0,3 1 0,6 3 0,9 2 0,6 3 0,3 1 0,2-1 0,-1-3 0,-2 11 0,2-3 0,8-1 0,6-7 0,5 1 0,5-3 0,4-8 55,11-7 0,5-9 1,3-2-56,-7 1 0,2 0 0,1-4 0,0-11 0,5-16 0,0-12 0,-1-7 0,-6-2-244,-7 0 0,-5-4 1,-3-3-1,1-2 244,-1 2 0,1-2 0,-1-2 0,-3-1 0,-5 1 0,-5-8 0,-6-1 0,-2 2 0,2 2 0,7-2 0,0 3 0,-9 7 0,-16 3 0,-1 19 1858,8 53-1858,-3 4 0,-1 11 0,2 3 0,6-1 0,2 3 0,1 1 0,0-2 117,-2-7 0,-1-2 1,2 0-1,3 0-117,8 2 0,4 1 0,0-3 0,-3-8 271,1 16 1,16-65-1,12-25 1,-5-5 0,-14-7-1,0 0 1,0-1-1</inkml:trace>
  <inkml:trace contextRef="#ctx0" brushRef="#br0" timeOffset="163048">32916 4574 24575,'-46'0'0,"0"0"0,12 17 0,8 10 0,12 6 0,5 7 0,6 4-1525,5 0 0,5 3 0,2 3 1,-1 3 1524,-3-6 0,-1 2 0,1 3 0,0 1 0,1 2 0,2 1-508,1-10 0,1 1 0,2 1 1,0 1-1,1 0 0,0 1 1,0 1-1,-2-1 0,0 0 508,-2 2 0,-1 0 0,0 0 0,-1 1 0,0 0 0,0 0 0,0 0 0,1-1 0,1 1 0,1 1 0,2 1 0,1 0 0,0 0 0,-1-1 0,1 0 0,-1-1 0,-2-2 0,-2-2 0,2 7 0,1-1 0,-2-1 0,-3-3 0,-4-3 0,-7-2 0,-9 8 0,-8-4 0,-6-5 0,-4-7 0,-7-19 0,1 1 0,-1-1 0,1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8162804-B246-4973-81E8-228E8D571902}" type="datetimeFigureOut">
              <a:rPr lang="en-AU" smtClean="0"/>
              <a:t>9/2/2026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F9F5347-3E6A-4C40-928A-729612897D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4204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74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3398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34138-6F8F-D4A9-378F-BBD4A2D56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6D71B6-DF77-F017-C129-85BAF0EB97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AFCCBA-83E4-1189-E8F3-3292C4E144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F9C79-3C95-E628-950E-A7C2E9CB4F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75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73988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B0296-131E-1B11-4459-F03E29CD9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BC8D8A-4013-6EE3-1C4A-12D5E469DA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A40CF5-098E-AAB7-80C2-7414CD36DD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DB2A2-49D7-2960-BB93-E61CC509FA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76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68500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AB9B3-233B-9296-783C-4D15C60BE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04D8DD-24D4-AEE5-61B8-E73745223F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1695C6-31C5-115A-72C9-60E2C9CD9F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9B73EF-1A50-372E-2380-D4337F4BF2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77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58830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7ECAA-223E-5109-DBFF-9EDBC41B0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B6CF72-4BAB-F883-2A4B-D5081ED54B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8A1875-06BC-E8C6-DB60-F9E342DB3D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500CFC-750D-FB5B-A636-B4EC5B0CDE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78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58939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3290E-2F1E-BCD0-A027-1F472FB66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5E866A-C7FD-A675-2CA1-A62A7FEF78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799ECE-8B1D-39BE-FD6A-49CE962E54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6E3B2B-F733-0286-0A1E-1426A73A9A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79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52272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88CC0-9777-12A9-F2C0-796916657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E4ED9C-84E7-7FA8-DE58-13844B3965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3CE7FC-6191-06B5-12A5-7CFB1FB68C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FCA055-4BF3-7812-CE68-BE66E4C4B7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80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58755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D5EDC-C488-3400-39DD-CF29402C4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9D8D6E-F0CC-1314-1542-CA6B7E7040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A30732-8C07-58E9-12BB-074ECA60E4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F5414A-F419-3556-93DE-5047B077A0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81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39073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1E9C7-5658-5B67-B2C2-C42D7B1F8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6CB5BE-7DAD-5489-79EF-08688E585F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D8772F-032A-45A1-CB80-B20A62771A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78D982-5DA7-AB4B-7241-61B9B24348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82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71702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FA2B2-C766-0938-D011-D4F7946CE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E957C6-17D7-FF0B-9F33-E94BB47E90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2D396C-6908-0E13-2462-943E27D3FC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87C76A-9783-8C65-1F27-350368794E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83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5171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ACD8A-2400-2C00-6F2C-9190B21E0E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EF36F3-3952-0133-0278-20C6F53FE0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02343-E86A-8C0B-3B90-836BF68C5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EF993-8C17-4AA1-A568-B2EE0046F6BB}" type="datetime1">
              <a:rPr lang="en-AU" smtClean="0"/>
              <a:t>9/2/2026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D854B-C511-D8BC-0994-D98601142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B54A2-AE0B-1668-59E8-E383EDFCD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0945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781CB-AB4A-925E-7597-0EABFE98E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59CD2-5433-7357-4B3B-143197775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05232-1743-FEF0-6814-58C4BB843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3F544-1CF7-4940-8A71-C151BB078596}" type="datetime1">
              <a:rPr lang="en-AU" smtClean="0"/>
              <a:t>9/2/2026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15800-5861-AFF9-E5AF-DE6806CA8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3E062-97C8-5008-312A-C67B6C7C1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4450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76FF2-3DA3-89BE-1658-5AE3BA066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10EF4-6A5F-800A-87E3-F2832E2AB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43256-7716-AE2D-06F1-F4AD4D13A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9A0B8-47BE-4EBE-895C-4C62B36C50AF}" type="datetime1">
              <a:rPr lang="en-AU" smtClean="0"/>
              <a:t>9/2/2026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E324F-A5F7-4E25-5FC6-AB38053C2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6BDA5-F861-569B-F4BC-9F9206E77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2014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C4ED9-516B-04BC-DD47-08E42CB00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0AB43-7127-38D8-EBC3-A5FDA6868E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1D0094-E82C-80BC-B5E5-B5F4233431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93F4A-D2C6-6C74-52CA-7E2860EC1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689D-5032-4671-91C5-541D88033229}" type="datetime1">
              <a:rPr lang="en-AU" smtClean="0"/>
              <a:t>9/2/2026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B25A6-C4CE-3CFD-B4DF-B60FC6A8E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3695D8-7E92-05EC-E0AA-B17C8963A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8049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35F26-DB6A-E18B-72E4-58A300DF4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140866-3E32-3CE1-7436-F834AA167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B4D0E-C11C-C427-604D-4278845B02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4F3FDC-6D83-F9F9-CB63-1FE6ADD159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6E5395-6A27-69D5-410F-96074F0722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AB417F-E1AB-973C-D654-E47D70A8B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A03C3-44F2-41B6-ADB8-009D9A974BEC}" type="datetime1">
              <a:rPr lang="en-AU" smtClean="0"/>
              <a:t>9/2/2026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E0E4D8-8355-AAC5-6E67-C4DA0E413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AAED98-6E2A-2155-0BD1-0D8287C40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5343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F7E38-69D8-C4EE-DE3C-5696CFC96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E5530-6714-3CAA-A237-6FA35E6C9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176C-6D36-44C4-8474-01BB2AF97904}" type="datetime1">
              <a:rPr lang="en-AU" smtClean="0"/>
              <a:t>9/2/2026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C7EE88-A0F0-7D7B-4320-5B4CCBF3A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DB7C3F-6305-9FC7-AA11-F6BFE8E35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8746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5D3BAB-E3C9-4760-326D-4F49396B2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F4B4C-1DF1-4DDF-8F39-0671CF1075AF}" type="datetime1">
              <a:rPr lang="en-AU" smtClean="0"/>
              <a:t>9/2/2026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EE3234-1395-F931-ED26-551D35D35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51403-1008-EF7A-234F-E31AA9D50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9547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F9620-5DFA-6923-FF3B-9E16804DA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D3061-0349-6DA2-FC5E-2E9ADCE7A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8E0021-E475-AC83-B5E1-EFD885A8F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48A428-22B5-DF09-F753-147361477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863CD-B029-4C34-BC29-C1A363BBC9B9}" type="datetime1">
              <a:rPr lang="en-AU" smtClean="0"/>
              <a:t>9/2/2026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8D4997-A974-A215-E061-68CF34200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DF231-3C4D-0EB8-B350-CAC3072E6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9242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AE0A9-027D-D539-DB2D-883C0A266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A47153-C891-A893-A30B-A82039C911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AA4B1-546F-6BE1-B72D-3DED5567C9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6BCB47-C75C-5ECA-9313-341F48890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F883F-65A2-4D24-B482-47EA72C1614F}" type="datetime1">
              <a:rPr lang="en-AU" smtClean="0"/>
              <a:t>9/2/2026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FCDEA-1AEB-2B86-8766-4759BFC0A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920C5-5DD4-FCC5-B147-3E1321326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489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D111D-F52E-C6AB-6AB5-75792C5B5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3B63AC-66B2-C3D9-5F9B-0FE74B937A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E133F-4A43-D603-1902-8699F1E96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88EE-5698-4527-9DB2-ACD518686AB3}" type="datetime1">
              <a:rPr lang="en-AU" smtClean="0"/>
              <a:t>9/2/2026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4ABFF-7114-0E6E-F699-476DEDB48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33E27-1DD4-4A74-4AE5-CEC262C6F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1627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99EDDC-35F9-651B-C758-222A4C63E8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AB0BCE-B8B5-E416-22A0-76CFC8EBA5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114BC-A925-2C44-153F-7F6446146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AEAFD-673C-49C9-9E87-345916F4966D}" type="datetime1">
              <a:rPr lang="en-AU" smtClean="0"/>
              <a:t>9/2/2026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52B30-89B8-7495-FB74-F99674BBD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7DB80-C397-B407-8682-2264DDA92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5094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446106-232E-9C9F-A17C-1A1F64DCB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AECC97-54D5-9DBE-2C28-6D223DA21D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8168-8EB8-BBC6-8D20-3F5436EDF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6482F6-BAC0-4446-873D-C3498BDB5CA0}" type="datetime1">
              <a:rPr lang="en-AU" smtClean="0"/>
              <a:t>9/2/2026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E1A4E-FDE6-0348-810F-99E3E87CFE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29D13-3CF7-1E3C-5E2F-D830C41475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2593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C5772175-955A-4811-B3D9-A03023BEF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80619" y="381383"/>
            <a:ext cx="6858000" cy="6095233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24724" y="126724"/>
            <a:ext cx="6346209" cy="6113044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792937" y="2554938"/>
            <a:ext cx="2501979" cy="6104139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Oval 1038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1245782" y="1257085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85457" y="385455"/>
            <a:ext cx="6858001" cy="608709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00C86EF7-5EC4-4682-A7BD-444DA4916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760" y="10141"/>
            <a:ext cx="5608469" cy="6858864"/>
          </a:xfrm>
          <a:prstGeom prst="rect">
            <a:avLst/>
          </a:prstGeom>
          <a:gradFill>
            <a:gsLst>
              <a:gs pos="21000">
                <a:schemeClr val="accent1">
                  <a:lumMod val="75000"/>
                  <a:alpha val="6000"/>
                </a:schemeClr>
              </a:gs>
              <a:gs pos="99000">
                <a:schemeClr val="accent1">
                  <a:lumMod val="50000"/>
                  <a:alpha val="33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D35B3B-97F8-53B4-0820-5D8414186F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00" y="457199"/>
            <a:ext cx="4494652" cy="3465177"/>
          </a:xfrm>
        </p:spPr>
        <p:txBody>
          <a:bodyPr anchor="b">
            <a:normAutofit/>
          </a:bodyPr>
          <a:lstStyle/>
          <a:p>
            <a:pPr algn="l"/>
            <a:r>
              <a:rPr lang="en-CA" sz="4400">
                <a:solidFill>
                  <a:srgbClr val="FFFFFF"/>
                </a:solidFill>
              </a:rPr>
              <a:t>Chapter 5</a:t>
            </a:r>
            <a:br>
              <a:rPr lang="en-CA" sz="4400">
                <a:solidFill>
                  <a:srgbClr val="FFFFFF"/>
                </a:solidFill>
              </a:rPr>
            </a:br>
            <a:r>
              <a:rPr lang="en-CA" sz="4400">
                <a:solidFill>
                  <a:srgbClr val="FFFFFF"/>
                </a:solidFill>
              </a:rPr>
              <a:t>Booleans, if-statements, and recursion</a:t>
            </a:r>
            <a:endParaRPr lang="en-AU" sz="44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7724C6-6D98-F980-728B-C2BA02D797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499" y="4745318"/>
            <a:ext cx="4506605" cy="1266530"/>
          </a:xfrm>
        </p:spPr>
        <p:txBody>
          <a:bodyPr>
            <a:normAutofit/>
          </a:bodyPr>
          <a:lstStyle/>
          <a:p>
            <a:pPr algn="l"/>
            <a:r>
              <a:rPr lang="en-CA" sz="2000" dirty="0">
                <a:solidFill>
                  <a:srgbClr val="FFFFFF"/>
                </a:solidFill>
              </a:rPr>
              <a:t>CMPT 120-D2 Spring 2026</a:t>
            </a:r>
            <a:endParaRPr lang="en-AU" sz="2000" dirty="0">
              <a:solidFill>
                <a:srgbClr val="FFFFFF"/>
              </a:solidFill>
            </a:endParaRPr>
          </a:p>
        </p:txBody>
      </p:sp>
      <p:pic>
        <p:nvPicPr>
          <p:cNvPr id="1026" name="Picture 2" descr="Recursion Explained in Painting: The fundamentals and break down of  recursion. | by V.O.R.D | Medium">
            <a:extLst>
              <a:ext uri="{FF2B5EF4-FFF2-40B4-BE49-F238E27FC236}">
                <a16:creationId xmlns:a16="http://schemas.microsoft.com/office/drawing/2014/main" id="{D7CF5703-6B8F-799B-33FD-360088ED03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7872" y="1545108"/>
            <a:ext cx="6030064" cy="3742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315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0352C6-F5BE-E3C9-CA3C-283677BA85A6}"/>
              </a:ext>
            </a:extLst>
          </p:cNvPr>
          <p:cNvSpPr txBox="1"/>
          <p:nvPr/>
        </p:nvSpPr>
        <p:spPr>
          <a:xfrm>
            <a:off x="3987801" y="622359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D75887-15B7-8930-865A-BA394CBEB46A}"/>
              </a:ext>
            </a:extLst>
          </p:cNvPr>
          <p:cNvSpPr txBox="1"/>
          <p:nvPr/>
        </p:nvSpPr>
        <p:spPr>
          <a:xfrm>
            <a:off x="6663558" y="1871722"/>
            <a:ext cx="2114772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Python uses == to mean “equals”.</a:t>
            </a:r>
            <a:endParaRPr lang="en-AU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51EB173-558D-A33E-53C8-A4AE1CBF3F57}"/>
              </a:ext>
            </a:extLst>
          </p:cNvPr>
          <p:cNvCxnSpPr/>
          <p:nvPr/>
        </p:nvCxnSpPr>
        <p:spPr>
          <a:xfrm flipH="1" flipV="1">
            <a:off x="6096000" y="1250731"/>
            <a:ext cx="546538" cy="5675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8921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ED034-7756-579A-0792-0C435C8B5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2174B-790E-7AB6-D1BA-6E1DBE4D9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204403-886A-F62A-379B-A5DEF45D5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EF2086-C10A-BAB6-73B2-83D428404ACA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N % A is how much is “left over” when A is divided into N.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DF6308-D356-DF5F-EF99-E7231679417C}"/>
              </a:ext>
            </a:extLst>
          </p:cNvPr>
          <p:cNvSpPr txBox="1"/>
          <p:nvPr/>
        </p:nvSpPr>
        <p:spPr>
          <a:xfrm>
            <a:off x="3987801" y="622359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</p:spTree>
    <p:extLst>
      <p:ext uri="{BB962C8B-B14F-4D97-AF65-F5344CB8AC3E}">
        <p14:creationId xmlns:p14="http://schemas.microsoft.com/office/powerpoint/2010/main" val="285988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22113-ACF6-A9D0-BAB8-E97264D79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9A64E-9660-531E-5105-A25B1FECD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EE44A2-D2D8-EED8-82E9-FC327C42D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17CB85-6DE8-2CDE-AE9F-E5BA3D7D32B6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N % A is how much is “left over” when A is divided into N.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903993-764B-960B-EB57-4FA95F1796DA}"/>
              </a:ext>
            </a:extLst>
          </p:cNvPr>
          <p:cNvSpPr txBox="1"/>
          <p:nvPr/>
        </p:nvSpPr>
        <p:spPr>
          <a:xfrm>
            <a:off x="3987801" y="622359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BAD06B-3548-BA40-85C5-0651BB675F0E}"/>
              </a:ext>
            </a:extLst>
          </p:cNvPr>
          <p:cNvSpPr txBox="1"/>
          <p:nvPr/>
        </p:nvSpPr>
        <p:spPr>
          <a:xfrm>
            <a:off x="7238510" y="714691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1 goes into 7 seven times, with </a:t>
            </a:r>
            <a:r>
              <a:rPr lang="en-CA" b="1"/>
              <a:t>0</a:t>
            </a:r>
            <a:r>
              <a:rPr lang="en-CA"/>
              <a:t> left over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1245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E71BF-2E69-2BE9-5120-4B291EC3F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3E4DF-C132-2886-4780-1354F96C6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DA8CE6-E450-E816-3FF6-25FDF863D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56207A-8A1A-D87C-C2AA-1839C25E6ED8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 % A is how much is “left over” when A is divided into N.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813BDE-D0BE-B8F1-7991-A41F9AC7C506}"/>
              </a:ext>
            </a:extLst>
          </p:cNvPr>
          <p:cNvSpPr txBox="1"/>
          <p:nvPr/>
        </p:nvSpPr>
        <p:spPr>
          <a:xfrm>
            <a:off x="3987801" y="6223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07170D-E1D6-44D5-F795-04988FF51E3E}"/>
              </a:ext>
            </a:extLst>
          </p:cNvPr>
          <p:cNvSpPr txBox="1"/>
          <p:nvPr/>
        </p:nvSpPr>
        <p:spPr>
          <a:xfrm>
            <a:off x="7238510" y="714691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1 goes into 7 seven times, with </a:t>
            </a:r>
            <a:r>
              <a:rPr lang="en-CA" b="1"/>
              <a:t>0</a:t>
            </a:r>
            <a:r>
              <a:rPr lang="en-CA"/>
              <a:t> left over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5964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639F4-226C-87E2-5FD8-3F483F770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02C68-A78D-9746-672C-131F4188B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7ED4E4-0B48-30D5-E0EA-972C65C55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4EE914-98E0-2D45-8C35-A4F600987F5E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 % A is how much is “left over” when A is divided into N.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B74961-AD39-B8CE-07DC-816032A552DA}"/>
              </a:ext>
            </a:extLst>
          </p:cNvPr>
          <p:cNvSpPr txBox="1"/>
          <p:nvPr/>
        </p:nvSpPr>
        <p:spPr>
          <a:xfrm>
            <a:off x="3987801" y="6223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FB9A43-0A2C-08AA-1DDD-EAB27CC91445}"/>
              </a:ext>
            </a:extLst>
          </p:cNvPr>
          <p:cNvSpPr txBox="1"/>
          <p:nvPr/>
        </p:nvSpPr>
        <p:spPr>
          <a:xfrm>
            <a:off x="7238510" y="714691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1 goes into 7 seven times, with </a:t>
            </a:r>
            <a:r>
              <a:rPr lang="en-CA" b="1"/>
              <a:t>0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575518-8E59-4A8A-8B85-06BA0385C912}"/>
              </a:ext>
            </a:extLst>
          </p:cNvPr>
          <p:cNvSpPr txBox="1"/>
          <p:nvPr/>
        </p:nvSpPr>
        <p:spPr>
          <a:xfrm>
            <a:off x="3987801" y="1411239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2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</p:spTree>
    <p:extLst>
      <p:ext uri="{BB962C8B-B14F-4D97-AF65-F5344CB8AC3E}">
        <p14:creationId xmlns:p14="http://schemas.microsoft.com/office/powerpoint/2010/main" val="3016795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7CCF7-A061-F897-45DB-7670E531A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31C0-1357-4448-A353-4E4FD65B8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F9D16E-2359-0572-3ECE-E1019A3D3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EC9BE2-8A81-5532-C46B-55944CBADC2F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 % A is how much is “left over” when A is divided into N.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2A9602-8895-67B2-3FA5-884C01B5A80B}"/>
              </a:ext>
            </a:extLst>
          </p:cNvPr>
          <p:cNvSpPr txBox="1"/>
          <p:nvPr/>
        </p:nvSpPr>
        <p:spPr>
          <a:xfrm>
            <a:off x="3987801" y="6223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BB8FF30-F348-B958-D269-51FD57255192}"/>
              </a:ext>
            </a:extLst>
          </p:cNvPr>
          <p:cNvSpPr txBox="1"/>
          <p:nvPr/>
        </p:nvSpPr>
        <p:spPr>
          <a:xfrm>
            <a:off x="7238510" y="714691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1 goes into 7 seven times, with </a:t>
            </a:r>
            <a:r>
              <a:rPr lang="en-CA" b="1"/>
              <a:t>0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CD3AC8-6B85-3EEA-5EF0-14406448463C}"/>
              </a:ext>
            </a:extLst>
          </p:cNvPr>
          <p:cNvSpPr txBox="1"/>
          <p:nvPr/>
        </p:nvSpPr>
        <p:spPr>
          <a:xfrm>
            <a:off x="3987801" y="141123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2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D99455-B581-265A-2F63-30E73963547E}"/>
              </a:ext>
            </a:extLst>
          </p:cNvPr>
          <p:cNvSpPr txBox="1"/>
          <p:nvPr/>
        </p:nvSpPr>
        <p:spPr>
          <a:xfrm>
            <a:off x="7238510" y="1529556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2 goes into 7 three times, with </a:t>
            </a:r>
            <a:r>
              <a:rPr lang="en-CA" b="1"/>
              <a:t>1</a:t>
            </a:r>
            <a:r>
              <a:rPr lang="en-CA"/>
              <a:t> left over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2195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95489-4C41-A031-2E6C-642885538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22525-90BC-ABFB-E1DE-7DD84703C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2E5903-978C-847D-0ADD-DDB4DBDB5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8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D45BF9-6C0C-C8D5-D1D8-070C9E7C5522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 % A is how much is “left over” when A is divided into N.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AACA56-0CAF-DCC6-370B-D831A1D10F4E}"/>
              </a:ext>
            </a:extLst>
          </p:cNvPr>
          <p:cNvSpPr txBox="1"/>
          <p:nvPr/>
        </p:nvSpPr>
        <p:spPr>
          <a:xfrm>
            <a:off x="3987801" y="6223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252AAE-33B8-00BD-36F7-D84CB3CBD33B}"/>
              </a:ext>
            </a:extLst>
          </p:cNvPr>
          <p:cNvSpPr txBox="1"/>
          <p:nvPr/>
        </p:nvSpPr>
        <p:spPr>
          <a:xfrm>
            <a:off x="7238510" y="714691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1 goes into 7 seven times, with </a:t>
            </a:r>
            <a:r>
              <a:rPr lang="en-CA" b="1"/>
              <a:t>0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BAE31DB-AA76-9F93-40D9-B2363E1FD630}"/>
              </a:ext>
            </a:extLst>
          </p:cNvPr>
          <p:cNvSpPr txBox="1"/>
          <p:nvPr/>
        </p:nvSpPr>
        <p:spPr>
          <a:xfrm>
            <a:off x="3987801" y="141123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2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91DECB-3CCC-E8C0-917A-204455EC9E20}"/>
              </a:ext>
            </a:extLst>
          </p:cNvPr>
          <p:cNvSpPr txBox="1"/>
          <p:nvPr/>
        </p:nvSpPr>
        <p:spPr>
          <a:xfrm>
            <a:off x="7238510" y="1529556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2 goes into 7 three times, with </a:t>
            </a:r>
            <a:r>
              <a:rPr lang="en-CA" b="1"/>
              <a:t>1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966C3E5-6654-94F2-4527-88954CB8FCEC}"/>
              </a:ext>
            </a:extLst>
          </p:cNvPr>
          <p:cNvSpPr txBox="1"/>
          <p:nvPr/>
        </p:nvSpPr>
        <p:spPr>
          <a:xfrm>
            <a:off x="3987801" y="2200119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3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</p:spTree>
    <p:extLst>
      <p:ext uri="{BB962C8B-B14F-4D97-AF65-F5344CB8AC3E}">
        <p14:creationId xmlns:p14="http://schemas.microsoft.com/office/powerpoint/2010/main" val="2175829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05C9B-9A57-E933-966D-2CFFF133B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59DD6-4948-0DAB-61BC-8C204CE5D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11CB0F-90F8-26F9-288B-5D6D1D6F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9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62160D-267A-18E0-E3CE-B32354B27B90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 % A is how much is “left over” when A is divided into N.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1C5DA6-63DC-B668-9F5D-39DB566D77FE}"/>
              </a:ext>
            </a:extLst>
          </p:cNvPr>
          <p:cNvSpPr txBox="1"/>
          <p:nvPr/>
        </p:nvSpPr>
        <p:spPr>
          <a:xfrm>
            <a:off x="3987801" y="6223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2D381C-834E-19E2-F0C4-1A73AA71DAE4}"/>
              </a:ext>
            </a:extLst>
          </p:cNvPr>
          <p:cNvSpPr txBox="1"/>
          <p:nvPr/>
        </p:nvSpPr>
        <p:spPr>
          <a:xfrm>
            <a:off x="7238510" y="714691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1 goes into 7 seven times, with </a:t>
            </a:r>
            <a:r>
              <a:rPr lang="en-CA" b="1"/>
              <a:t>0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36B0F9-0542-DA2A-656A-709904E0B036}"/>
              </a:ext>
            </a:extLst>
          </p:cNvPr>
          <p:cNvSpPr txBox="1"/>
          <p:nvPr/>
        </p:nvSpPr>
        <p:spPr>
          <a:xfrm>
            <a:off x="3987801" y="141123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2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9F1428-35B2-9625-032E-A978C3BF9C98}"/>
              </a:ext>
            </a:extLst>
          </p:cNvPr>
          <p:cNvSpPr txBox="1"/>
          <p:nvPr/>
        </p:nvSpPr>
        <p:spPr>
          <a:xfrm>
            <a:off x="7238510" y="1529556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2 goes into 7 three times, with </a:t>
            </a:r>
            <a:r>
              <a:rPr lang="en-CA" b="1"/>
              <a:t>1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675DDA-3BD0-5C62-ABCF-E1B5D73D2878}"/>
              </a:ext>
            </a:extLst>
          </p:cNvPr>
          <p:cNvSpPr txBox="1"/>
          <p:nvPr/>
        </p:nvSpPr>
        <p:spPr>
          <a:xfrm>
            <a:off x="3987801" y="220011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3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7FE443-F060-069E-3773-232769F9F5C4}"/>
              </a:ext>
            </a:extLst>
          </p:cNvPr>
          <p:cNvSpPr txBox="1"/>
          <p:nvPr/>
        </p:nvSpPr>
        <p:spPr>
          <a:xfrm>
            <a:off x="7238509" y="2344421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3 goes into 7 two times, with </a:t>
            </a:r>
            <a:r>
              <a:rPr lang="en-CA" b="1"/>
              <a:t>1</a:t>
            </a:r>
            <a:r>
              <a:rPr lang="en-CA"/>
              <a:t> left over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3907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D06F4-5681-A76F-2B6E-64D9F491B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B999F-61D6-1DF7-32FB-B81C47516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217454-945B-8097-12DE-3D17F6017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10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AED034-C6EC-5263-AEE3-0D0CEFA18CD7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 % A is how much is “left over” when A is divided into N.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A8E6AC-046B-1D8E-9209-50B5511D134D}"/>
              </a:ext>
            </a:extLst>
          </p:cNvPr>
          <p:cNvSpPr txBox="1"/>
          <p:nvPr/>
        </p:nvSpPr>
        <p:spPr>
          <a:xfrm>
            <a:off x="3987801" y="6223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6BF06A-3861-134D-32C5-CC5F84F0CC0E}"/>
              </a:ext>
            </a:extLst>
          </p:cNvPr>
          <p:cNvSpPr txBox="1"/>
          <p:nvPr/>
        </p:nvSpPr>
        <p:spPr>
          <a:xfrm>
            <a:off x="7238510" y="714691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1 goes into 7 seven times, with </a:t>
            </a:r>
            <a:r>
              <a:rPr lang="en-CA" b="1"/>
              <a:t>0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7EA9C6A-5B99-4379-48E3-E7ED34E7D746}"/>
              </a:ext>
            </a:extLst>
          </p:cNvPr>
          <p:cNvSpPr txBox="1"/>
          <p:nvPr/>
        </p:nvSpPr>
        <p:spPr>
          <a:xfrm>
            <a:off x="3987801" y="141123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2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393B1F5-5CD2-DD92-BB04-5FB0F14E13B8}"/>
              </a:ext>
            </a:extLst>
          </p:cNvPr>
          <p:cNvSpPr txBox="1"/>
          <p:nvPr/>
        </p:nvSpPr>
        <p:spPr>
          <a:xfrm>
            <a:off x="7238510" y="1529556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2 goes into 7 three times, with </a:t>
            </a:r>
            <a:r>
              <a:rPr lang="en-CA" b="1"/>
              <a:t>1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8FBDF2-BF69-C09F-F6E3-83EB0E063CC7}"/>
              </a:ext>
            </a:extLst>
          </p:cNvPr>
          <p:cNvSpPr txBox="1"/>
          <p:nvPr/>
        </p:nvSpPr>
        <p:spPr>
          <a:xfrm>
            <a:off x="3987801" y="220011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3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B7E267-3AA3-118D-2C3D-5DDDF721ED2B}"/>
              </a:ext>
            </a:extLst>
          </p:cNvPr>
          <p:cNvSpPr txBox="1"/>
          <p:nvPr/>
        </p:nvSpPr>
        <p:spPr>
          <a:xfrm>
            <a:off x="7238509" y="2344421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3 goes into 7 two times, with </a:t>
            </a:r>
            <a:r>
              <a:rPr lang="en-CA" b="1"/>
              <a:t>1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F3FA57-2684-7E05-316E-D9E065E38373}"/>
              </a:ext>
            </a:extLst>
          </p:cNvPr>
          <p:cNvSpPr txBox="1"/>
          <p:nvPr/>
        </p:nvSpPr>
        <p:spPr>
          <a:xfrm>
            <a:off x="3987801" y="2988999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4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0A04AD-ADB7-9E29-8BCF-5D3D5FFEC764}"/>
              </a:ext>
            </a:extLst>
          </p:cNvPr>
          <p:cNvSpPr txBox="1"/>
          <p:nvPr/>
        </p:nvSpPr>
        <p:spPr>
          <a:xfrm>
            <a:off x="3987801" y="3777879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5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88613D-8D74-E39E-2FD2-4097C83207A2}"/>
              </a:ext>
            </a:extLst>
          </p:cNvPr>
          <p:cNvSpPr txBox="1"/>
          <p:nvPr/>
        </p:nvSpPr>
        <p:spPr>
          <a:xfrm>
            <a:off x="3987801" y="4566759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6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CC43EB-7C62-0A6D-BCD4-CD9610CD2B40}"/>
              </a:ext>
            </a:extLst>
          </p:cNvPr>
          <p:cNvSpPr txBox="1"/>
          <p:nvPr/>
        </p:nvSpPr>
        <p:spPr>
          <a:xfrm>
            <a:off x="3987801" y="5355637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7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</p:spTree>
    <p:extLst>
      <p:ext uri="{BB962C8B-B14F-4D97-AF65-F5344CB8AC3E}">
        <p14:creationId xmlns:p14="http://schemas.microsoft.com/office/powerpoint/2010/main" val="32426731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7B84C-6C39-F450-1EA7-963D9A0D3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67374-E18A-0AC5-FFB6-3554C3640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15690A-C299-6959-DF9E-3AB8F48E1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11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08DACE-1BE8-44DF-E23A-BC737DF568F7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 % A is how much is “left over” when A is divided into N.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769DEA-D8E3-BB44-5875-18ABD6FE24E0}"/>
              </a:ext>
            </a:extLst>
          </p:cNvPr>
          <p:cNvSpPr txBox="1"/>
          <p:nvPr/>
        </p:nvSpPr>
        <p:spPr>
          <a:xfrm>
            <a:off x="3987801" y="6223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180D4E-AE46-38EF-24B8-F755F4507D6C}"/>
              </a:ext>
            </a:extLst>
          </p:cNvPr>
          <p:cNvSpPr txBox="1"/>
          <p:nvPr/>
        </p:nvSpPr>
        <p:spPr>
          <a:xfrm>
            <a:off x="7238510" y="714691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1 goes into 7 seven times, with </a:t>
            </a:r>
            <a:r>
              <a:rPr lang="en-CA" b="1"/>
              <a:t>0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3A814B-5F15-6745-ACBD-D404651FC7E2}"/>
              </a:ext>
            </a:extLst>
          </p:cNvPr>
          <p:cNvSpPr txBox="1"/>
          <p:nvPr/>
        </p:nvSpPr>
        <p:spPr>
          <a:xfrm>
            <a:off x="3987801" y="141123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2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220CB3-BAFA-32B4-56CD-0295DA039661}"/>
              </a:ext>
            </a:extLst>
          </p:cNvPr>
          <p:cNvSpPr txBox="1"/>
          <p:nvPr/>
        </p:nvSpPr>
        <p:spPr>
          <a:xfrm>
            <a:off x="7238510" y="1529556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2 goes into 7 three times, with </a:t>
            </a:r>
            <a:r>
              <a:rPr lang="en-CA" b="1"/>
              <a:t>1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1F36F2-0E25-3E90-D5CD-C6F842709952}"/>
              </a:ext>
            </a:extLst>
          </p:cNvPr>
          <p:cNvSpPr txBox="1"/>
          <p:nvPr/>
        </p:nvSpPr>
        <p:spPr>
          <a:xfrm>
            <a:off x="3987801" y="220011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3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D1E5B78-F633-FFFE-E7C6-AD49ED075294}"/>
              </a:ext>
            </a:extLst>
          </p:cNvPr>
          <p:cNvSpPr txBox="1"/>
          <p:nvPr/>
        </p:nvSpPr>
        <p:spPr>
          <a:xfrm>
            <a:off x="7238509" y="2344421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3 goes into 7 two times, with </a:t>
            </a:r>
            <a:r>
              <a:rPr lang="en-CA" b="1"/>
              <a:t>1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7BF74E-54C5-2E7A-6A96-4093DFEFBDB5}"/>
              </a:ext>
            </a:extLst>
          </p:cNvPr>
          <p:cNvSpPr txBox="1"/>
          <p:nvPr/>
        </p:nvSpPr>
        <p:spPr>
          <a:xfrm>
            <a:off x="3987801" y="298899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4 == </a:t>
            </a:r>
            <a:r>
              <a:rPr lang="en-CA" sz="4800">
                <a:solidFill>
                  <a:srgbClr val="FF0000"/>
                </a:solidFill>
              </a:rPr>
              <a:t>3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1D82FB-8B8F-DA52-2028-84B49D784187}"/>
              </a:ext>
            </a:extLst>
          </p:cNvPr>
          <p:cNvSpPr txBox="1"/>
          <p:nvPr/>
        </p:nvSpPr>
        <p:spPr>
          <a:xfrm>
            <a:off x="3987801" y="3777879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5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3D5DA7-2135-5E93-EFEA-0C6BB94024ED}"/>
              </a:ext>
            </a:extLst>
          </p:cNvPr>
          <p:cNvSpPr txBox="1"/>
          <p:nvPr/>
        </p:nvSpPr>
        <p:spPr>
          <a:xfrm>
            <a:off x="3987801" y="4566759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6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17161E-A94F-F911-CE57-EBCD3AF8E3F2}"/>
              </a:ext>
            </a:extLst>
          </p:cNvPr>
          <p:cNvSpPr txBox="1"/>
          <p:nvPr/>
        </p:nvSpPr>
        <p:spPr>
          <a:xfrm>
            <a:off x="3987801" y="5355637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7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</p:spTree>
    <p:extLst>
      <p:ext uri="{BB962C8B-B14F-4D97-AF65-F5344CB8AC3E}">
        <p14:creationId xmlns:p14="http://schemas.microsoft.com/office/powerpoint/2010/main" val="521494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FD71D-C2FE-4930-6044-0EF1D5382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644A9-ED03-0CC9-0455-9212BDEE4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A1FD11-610F-C063-BCE5-F36957CA2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12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DF3B0A-ACEC-7839-FC76-DC34FE6F9499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 % A is how much is “left over” when A is divided into N.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7DB854-A1FC-3C4D-4B44-58D5DCF9D1ED}"/>
              </a:ext>
            </a:extLst>
          </p:cNvPr>
          <p:cNvSpPr txBox="1"/>
          <p:nvPr/>
        </p:nvSpPr>
        <p:spPr>
          <a:xfrm>
            <a:off x="3987801" y="6223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A6F08B-FE18-12C8-FCF4-A4E41B4C01B2}"/>
              </a:ext>
            </a:extLst>
          </p:cNvPr>
          <p:cNvSpPr txBox="1"/>
          <p:nvPr/>
        </p:nvSpPr>
        <p:spPr>
          <a:xfrm>
            <a:off x="7238510" y="714691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1 goes into 7 seven times, with </a:t>
            </a:r>
            <a:r>
              <a:rPr lang="en-CA" b="1"/>
              <a:t>0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5FE595-73B4-62C4-444C-71931ABC924A}"/>
              </a:ext>
            </a:extLst>
          </p:cNvPr>
          <p:cNvSpPr txBox="1"/>
          <p:nvPr/>
        </p:nvSpPr>
        <p:spPr>
          <a:xfrm>
            <a:off x="3987801" y="141123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2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3D8ED7-2E3F-FAF6-C6DC-B922B92F96DD}"/>
              </a:ext>
            </a:extLst>
          </p:cNvPr>
          <p:cNvSpPr txBox="1"/>
          <p:nvPr/>
        </p:nvSpPr>
        <p:spPr>
          <a:xfrm>
            <a:off x="7238510" y="1529556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2 goes into 7 three times, with </a:t>
            </a:r>
            <a:r>
              <a:rPr lang="en-CA" b="1"/>
              <a:t>1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1C0F87D-E67E-324C-2E3B-78CE41B9842B}"/>
              </a:ext>
            </a:extLst>
          </p:cNvPr>
          <p:cNvSpPr txBox="1"/>
          <p:nvPr/>
        </p:nvSpPr>
        <p:spPr>
          <a:xfrm>
            <a:off x="3987801" y="220011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3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15B65F-6812-CAA2-1C91-2607BD35F52E}"/>
              </a:ext>
            </a:extLst>
          </p:cNvPr>
          <p:cNvSpPr txBox="1"/>
          <p:nvPr/>
        </p:nvSpPr>
        <p:spPr>
          <a:xfrm>
            <a:off x="7238509" y="2344421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3 goes into 7 two times, with </a:t>
            </a:r>
            <a:r>
              <a:rPr lang="en-CA" b="1"/>
              <a:t>1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8A15E6-6558-52DB-54FA-3136F052E3E6}"/>
              </a:ext>
            </a:extLst>
          </p:cNvPr>
          <p:cNvSpPr txBox="1"/>
          <p:nvPr/>
        </p:nvSpPr>
        <p:spPr>
          <a:xfrm>
            <a:off x="3987801" y="298899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4 == </a:t>
            </a:r>
            <a:r>
              <a:rPr lang="en-CA" sz="4800">
                <a:solidFill>
                  <a:srgbClr val="FF0000"/>
                </a:solidFill>
              </a:rPr>
              <a:t>3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3D590D-516A-D69D-A88E-F24E701D2230}"/>
              </a:ext>
            </a:extLst>
          </p:cNvPr>
          <p:cNvSpPr txBox="1"/>
          <p:nvPr/>
        </p:nvSpPr>
        <p:spPr>
          <a:xfrm>
            <a:off x="3987801" y="377787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5 == </a:t>
            </a:r>
            <a:r>
              <a:rPr lang="en-CA" sz="4800">
                <a:solidFill>
                  <a:srgbClr val="FF0000"/>
                </a:solidFill>
              </a:rPr>
              <a:t>2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F938DB-E8D4-D10F-9D8D-BA6D89134DB7}"/>
              </a:ext>
            </a:extLst>
          </p:cNvPr>
          <p:cNvSpPr txBox="1"/>
          <p:nvPr/>
        </p:nvSpPr>
        <p:spPr>
          <a:xfrm>
            <a:off x="3987801" y="4566759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6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253936-6956-C0AE-49A2-21D5ABB20E8E}"/>
              </a:ext>
            </a:extLst>
          </p:cNvPr>
          <p:cNvSpPr txBox="1"/>
          <p:nvPr/>
        </p:nvSpPr>
        <p:spPr>
          <a:xfrm>
            <a:off x="3987801" y="5355637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7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</p:spTree>
    <p:extLst>
      <p:ext uri="{BB962C8B-B14F-4D97-AF65-F5344CB8AC3E}">
        <p14:creationId xmlns:p14="http://schemas.microsoft.com/office/powerpoint/2010/main" val="4062493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06CDD-925D-776E-4E24-857218B42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04A56-B8BE-E6C4-CEF1-CA013966D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FA12AE-EF11-AADA-96C6-EE6747FC1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13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41817C-C02B-EB0C-E89C-C7B96D2BDF8F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 % A is how much is “left over” when A is divided into N.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EC1174-C266-F445-8C78-98FA883B8B5D}"/>
              </a:ext>
            </a:extLst>
          </p:cNvPr>
          <p:cNvSpPr txBox="1"/>
          <p:nvPr/>
        </p:nvSpPr>
        <p:spPr>
          <a:xfrm>
            <a:off x="3987801" y="6223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66001A-5638-DD1F-55EB-1F3F9BA6B717}"/>
              </a:ext>
            </a:extLst>
          </p:cNvPr>
          <p:cNvSpPr txBox="1"/>
          <p:nvPr/>
        </p:nvSpPr>
        <p:spPr>
          <a:xfrm>
            <a:off x="7238510" y="714691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1 goes into 7 seven times, with </a:t>
            </a:r>
            <a:r>
              <a:rPr lang="en-CA" b="1"/>
              <a:t>0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4DE357-9AC5-DD78-CEFF-3956DDCA5469}"/>
              </a:ext>
            </a:extLst>
          </p:cNvPr>
          <p:cNvSpPr txBox="1"/>
          <p:nvPr/>
        </p:nvSpPr>
        <p:spPr>
          <a:xfrm>
            <a:off x="3987801" y="141123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2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4C1088E-E724-BA18-F20A-D3F4CD0204A2}"/>
              </a:ext>
            </a:extLst>
          </p:cNvPr>
          <p:cNvSpPr txBox="1"/>
          <p:nvPr/>
        </p:nvSpPr>
        <p:spPr>
          <a:xfrm>
            <a:off x="7238510" y="1529556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2 goes into 7 three times, with </a:t>
            </a:r>
            <a:r>
              <a:rPr lang="en-CA" b="1"/>
              <a:t>1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793759-C032-C2D4-C28A-5C9E651445C4}"/>
              </a:ext>
            </a:extLst>
          </p:cNvPr>
          <p:cNvSpPr txBox="1"/>
          <p:nvPr/>
        </p:nvSpPr>
        <p:spPr>
          <a:xfrm>
            <a:off x="3987801" y="220011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3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F35A02C-45D7-2F4D-DA55-E0F16D1EA6C9}"/>
              </a:ext>
            </a:extLst>
          </p:cNvPr>
          <p:cNvSpPr txBox="1"/>
          <p:nvPr/>
        </p:nvSpPr>
        <p:spPr>
          <a:xfrm>
            <a:off x="7238509" y="2344421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3 goes into 7 two times, with </a:t>
            </a:r>
            <a:r>
              <a:rPr lang="en-CA" b="1"/>
              <a:t>1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90E7EE-81DA-66B1-A41F-B275283F170F}"/>
              </a:ext>
            </a:extLst>
          </p:cNvPr>
          <p:cNvSpPr txBox="1"/>
          <p:nvPr/>
        </p:nvSpPr>
        <p:spPr>
          <a:xfrm>
            <a:off x="3987801" y="298899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4 == </a:t>
            </a:r>
            <a:r>
              <a:rPr lang="en-CA" sz="4800">
                <a:solidFill>
                  <a:srgbClr val="FF0000"/>
                </a:solidFill>
              </a:rPr>
              <a:t>3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EABE2D-BBB2-027E-430C-0D403800E388}"/>
              </a:ext>
            </a:extLst>
          </p:cNvPr>
          <p:cNvSpPr txBox="1"/>
          <p:nvPr/>
        </p:nvSpPr>
        <p:spPr>
          <a:xfrm>
            <a:off x="3987801" y="377787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5 == </a:t>
            </a:r>
            <a:r>
              <a:rPr lang="en-CA" sz="4800">
                <a:solidFill>
                  <a:srgbClr val="FF0000"/>
                </a:solidFill>
              </a:rPr>
              <a:t>2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9B751A-83F5-84B0-87C6-70CD8E4C0785}"/>
              </a:ext>
            </a:extLst>
          </p:cNvPr>
          <p:cNvSpPr txBox="1"/>
          <p:nvPr/>
        </p:nvSpPr>
        <p:spPr>
          <a:xfrm>
            <a:off x="3987801" y="45667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6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50B0A6-F4D5-AC50-A6F1-E001CDE54A01}"/>
              </a:ext>
            </a:extLst>
          </p:cNvPr>
          <p:cNvSpPr txBox="1"/>
          <p:nvPr/>
        </p:nvSpPr>
        <p:spPr>
          <a:xfrm>
            <a:off x="3987801" y="5355637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7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</p:spTree>
    <p:extLst>
      <p:ext uri="{BB962C8B-B14F-4D97-AF65-F5344CB8AC3E}">
        <p14:creationId xmlns:p14="http://schemas.microsoft.com/office/powerpoint/2010/main" val="985379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02610-3003-393B-8E69-9747517C5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51356-423E-1FA4-DFB3-9B831270F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B96EC-D4C8-AF0C-0BBF-A1EB53DF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14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C0162E-BC06-D2D5-21A2-8340BD3E923D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 % A is how much is “left over” when A is divided into N.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E564D6-6A0B-D00F-F942-E2ADA000C373}"/>
              </a:ext>
            </a:extLst>
          </p:cNvPr>
          <p:cNvSpPr txBox="1"/>
          <p:nvPr/>
        </p:nvSpPr>
        <p:spPr>
          <a:xfrm>
            <a:off x="3987801" y="6223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9D1FA5-0F55-38CA-D97C-5FD70D62BDC1}"/>
              </a:ext>
            </a:extLst>
          </p:cNvPr>
          <p:cNvSpPr txBox="1"/>
          <p:nvPr/>
        </p:nvSpPr>
        <p:spPr>
          <a:xfrm>
            <a:off x="7238510" y="714691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1 goes into 7 seven times, with </a:t>
            </a:r>
            <a:r>
              <a:rPr lang="en-CA" b="1"/>
              <a:t>0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F43AB2-540F-FD87-DAA9-6FABE2CB4D2E}"/>
              </a:ext>
            </a:extLst>
          </p:cNvPr>
          <p:cNvSpPr txBox="1"/>
          <p:nvPr/>
        </p:nvSpPr>
        <p:spPr>
          <a:xfrm>
            <a:off x="3987801" y="141123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2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27F5FD-6762-8FCB-CFBE-4A06B9B6AA4B}"/>
              </a:ext>
            </a:extLst>
          </p:cNvPr>
          <p:cNvSpPr txBox="1"/>
          <p:nvPr/>
        </p:nvSpPr>
        <p:spPr>
          <a:xfrm>
            <a:off x="7238510" y="1529556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2 goes into 7 three times, with </a:t>
            </a:r>
            <a:r>
              <a:rPr lang="en-CA" b="1"/>
              <a:t>1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0BBEBEF-4D55-9DE5-45E3-87F830EFAC82}"/>
              </a:ext>
            </a:extLst>
          </p:cNvPr>
          <p:cNvSpPr txBox="1"/>
          <p:nvPr/>
        </p:nvSpPr>
        <p:spPr>
          <a:xfrm>
            <a:off x="3987801" y="220011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3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60A325C-5625-D430-F173-8383D07F302E}"/>
              </a:ext>
            </a:extLst>
          </p:cNvPr>
          <p:cNvSpPr txBox="1"/>
          <p:nvPr/>
        </p:nvSpPr>
        <p:spPr>
          <a:xfrm>
            <a:off x="7238509" y="2344421"/>
            <a:ext cx="250059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3 goes into 7 two times, with </a:t>
            </a:r>
            <a:r>
              <a:rPr lang="en-CA" b="1"/>
              <a:t>1</a:t>
            </a:r>
            <a:r>
              <a:rPr lang="en-CA"/>
              <a:t> left over</a:t>
            </a:r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CAD19F-3A22-4520-AFDC-7F22281FBF89}"/>
              </a:ext>
            </a:extLst>
          </p:cNvPr>
          <p:cNvSpPr txBox="1"/>
          <p:nvPr/>
        </p:nvSpPr>
        <p:spPr>
          <a:xfrm>
            <a:off x="3987801" y="298899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4 == </a:t>
            </a:r>
            <a:r>
              <a:rPr lang="en-CA" sz="4800">
                <a:solidFill>
                  <a:srgbClr val="FF0000"/>
                </a:solidFill>
              </a:rPr>
              <a:t>3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71F4D1-692F-C3EB-ADB3-3EB6A51EF79F}"/>
              </a:ext>
            </a:extLst>
          </p:cNvPr>
          <p:cNvSpPr txBox="1"/>
          <p:nvPr/>
        </p:nvSpPr>
        <p:spPr>
          <a:xfrm>
            <a:off x="3987801" y="377787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5 == </a:t>
            </a:r>
            <a:r>
              <a:rPr lang="en-CA" sz="4800">
                <a:solidFill>
                  <a:srgbClr val="FF0000"/>
                </a:solidFill>
              </a:rPr>
              <a:t>2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6FDBD3-5F91-DCD5-BD18-24E332E47A23}"/>
              </a:ext>
            </a:extLst>
          </p:cNvPr>
          <p:cNvSpPr txBox="1"/>
          <p:nvPr/>
        </p:nvSpPr>
        <p:spPr>
          <a:xfrm>
            <a:off x="3987801" y="45667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6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5B4862-639D-DB93-47A8-28A59ADC0193}"/>
              </a:ext>
            </a:extLst>
          </p:cNvPr>
          <p:cNvSpPr txBox="1"/>
          <p:nvPr/>
        </p:nvSpPr>
        <p:spPr>
          <a:xfrm>
            <a:off x="3987801" y="5355637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7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</p:spTree>
    <p:extLst>
      <p:ext uri="{BB962C8B-B14F-4D97-AF65-F5344CB8AC3E}">
        <p14:creationId xmlns:p14="http://schemas.microsoft.com/office/powerpoint/2010/main" val="36791409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D399D-E92A-D4B4-BFB5-0BE5EC85A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95E14-9DB6-FEAD-EFDC-04B739D7B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49314C-1C79-C363-B6EB-7F296DE85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15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5129C0-E465-9C0D-39C8-4532D6F128F3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 % A is how much is “left over” when A is divided into N.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765ED2-70F5-2A56-05B2-5AE326083876}"/>
              </a:ext>
            </a:extLst>
          </p:cNvPr>
          <p:cNvSpPr txBox="1"/>
          <p:nvPr/>
        </p:nvSpPr>
        <p:spPr>
          <a:xfrm>
            <a:off x="3987801" y="6223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BA55BF-15B1-2784-DB14-92C23C93C5FA}"/>
              </a:ext>
            </a:extLst>
          </p:cNvPr>
          <p:cNvSpPr txBox="1"/>
          <p:nvPr/>
        </p:nvSpPr>
        <p:spPr>
          <a:xfrm>
            <a:off x="3987801" y="141123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2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1B3395-23EF-5B65-8A03-E4A752371BDD}"/>
              </a:ext>
            </a:extLst>
          </p:cNvPr>
          <p:cNvSpPr txBox="1"/>
          <p:nvPr/>
        </p:nvSpPr>
        <p:spPr>
          <a:xfrm>
            <a:off x="3987801" y="220011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3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F838FA-5D24-BD97-0DC3-F102CC3F1107}"/>
              </a:ext>
            </a:extLst>
          </p:cNvPr>
          <p:cNvSpPr txBox="1"/>
          <p:nvPr/>
        </p:nvSpPr>
        <p:spPr>
          <a:xfrm>
            <a:off x="3987801" y="298899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4 == </a:t>
            </a:r>
            <a:r>
              <a:rPr lang="en-CA" sz="4800">
                <a:solidFill>
                  <a:srgbClr val="FF0000"/>
                </a:solidFill>
              </a:rPr>
              <a:t>3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66B38A-E7DB-D377-C609-B1D5EDF05CD8}"/>
              </a:ext>
            </a:extLst>
          </p:cNvPr>
          <p:cNvSpPr txBox="1"/>
          <p:nvPr/>
        </p:nvSpPr>
        <p:spPr>
          <a:xfrm>
            <a:off x="3987801" y="377787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5 == </a:t>
            </a:r>
            <a:r>
              <a:rPr lang="en-CA" sz="4800">
                <a:solidFill>
                  <a:srgbClr val="FF0000"/>
                </a:solidFill>
              </a:rPr>
              <a:t>2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9FF8FF-0096-58D8-5B85-A9AA19B873AF}"/>
              </a:ext>
            </a:extLst>
          </p:cNvPr>
          <p:cNvSpPr txBox="1"/>
          <p:nvPr/>
        </p:nvSpPr>
        <p:spPr>
          <a:xfrm>
            <a:off x="3987801" y="45667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6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13C91A-30E6-CF45-A1CE-31057736A9E1}"/>
              </a:ext>
            </a:extLst>
          </p:cNvPr>
          <p:cNvSpPr txBox="1"/>
          <p:nvPr/>
        </p:nvSpPr>
        <p:spPr>
          <a:xfrm>
            <a:off x="3987801" y="5355637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7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C6FB2D-7DCB-8BCC-F4D4-F75EA9A4A098}"/>
              </a:ext>
            </a:extLst>
          </p:cNvPr>
          <p:cNvSpPr txBox="1"/>
          <p:nvPr/>
        </p:nvSpPr>
        <p:spPr>
          <a:xfrm>
            <a:off x="7857069" y="622359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8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F4A274-ED6C-11DF-4961-FFA66909636E}"/>
              </a:ext>
            </a:extLst>
          </p:cNvPr>
          <p:cNvSpPr txBox="1"/>
          <p:nvPr/>
        </p:nvSpPr>
        <p:spPr>
          <a:xfrm>
            <a:off x="7857069" y="1411239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9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5BE766-070C-8A0F-2485-79D3A9163AEE}"/>
              </a:ext>
            </a:extLst>
          </p:cNvPr>
          <p:cNvSpPr txBox="1"/>
          <p:nvPr/>
        </p:nvSpPr>
        <p:spPr>
          <a:xfrm>
            <a:off x="7857069" y="2200119"/>
            <a:ext cx="35798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10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</p:spTree>
    <p:extLst>
      <p:ext uri="{BB962C8B-B14F-4D97-AF65-F5344CB8AC3E}">
        <p14:creationId xmlns:p14="http://schemas.microsoft.com/office/powerpoint/2010/main" val="1697090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97913-00D9-0B98-1C18-2C434BBB2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B2F3D-DC7B-6295-264A-D5AF1D0D0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E9631-3D73-82B4-0064-1276F1945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16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A1B44E-1917-2634-64F8-BD45B571842E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 % A is how much is “left over” when A is divided into N.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3C2B65-A8E9-94BC-AE9F-90C8E23305B8}"/>
              </a:ext>
            </a:extLst>
          </p:cNvPr>
          <p:cNvSpPr txBox="1"/>
          <p:nvPr/>
        </p:nvSpPr>
        <p:spPr>
          <a:xfrm>
            <a:off x="3987801" y="6223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42A347-7CB9-E799-671F-B408E5D593DB}"/>
              </a:ext>
            </a:extLst>
          </p:cNvPr>
          <p:cNvSpPr txBox="1"/>
          <p:nvPr/>
        </p:nvSpPr>
        <p:spPr>
          <a:xfrm>
            <a:off x="3987801" y="141123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2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94DDD0-5A68-6C5E-E208-4C0EB8891DB0}"/>
              </a:ext>
            </a:extLst>
          </p:cNvPr>
          <p:cNvSpPr txBox="1"/>
          <p:nvPr/>
        </p:nvSpPr>
        <p:spPr>
          <a:xfrm>
            <a:off x="3987801" y="220011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3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4D31B1-FF89-6036-BCDF-246B76FF913B}"/>
              </a:ext>
            </a:extLst>
          </p:cNvPr>
          <p:cNvSpPr txBox="1"/>
          <p:nvPr/>
        </p:nvSpPr>
        <p:spPr>
          <a:xfrm>
            <a:off x="3987801" y="298899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4 == </a:t>
            </a:r>
            <a:r>
              <a:rPr lang="en-CA" sz="4800">
                <a:solidFill>
                  <a:srgbClr val="FF0000"/>
                </a:solidFill>
              </a:rPr>
              <a:t>3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979D6C-5293-35F6-B791-46E132075D0C}"/>
              </a:ext>
            </a:extLst>
          </p:cNvPr>
          <p:cNvSpPr txBox="1"/>
          <p:nvPr/>
        </p:nvSpPr>
        <p:spPr>
          <a:xfrm>
            <a:off x="3987801" y="377787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5 == </a:t>
            </a:r>
            <a:r>
              <a:rPr lang="en-CA" sz="4800">
                <a:solidFill>
                  <a:srgbClr val="FF0000"/>
                </a:solidFill>
              </a:rPr>
              <a:t>2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F60881-2362-5AFA-842E-DF544CBD509A}"/>
              </a:ext>
            </a:extLst>
          </p:cNvPr>
          <p:cNvSpPr txBox="1"/>
          <p:nvPr/>
        </p:nvSpPr>
        <p:spPr>
          <a:xfrm>
            <a:off x="3987801" y="45667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6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B65A90-18FF-4504-29A2-5CED470FED85}"/>
              </a:ext>
            </a:extLst>
          </p:cNvPr>
          <p:cNvSpPr txBox="1"/>
          <p:nvPr/>
        </p:nvSpPr>
        <p:spPr>
          <a:xfrm>
            <a:off x="3987801" y="5355637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7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A5A469-0B9A-409E-32C5-015ECC4C4391}"/>
              </a:ext>
            </a:extLst>
          </p:cNvPr>
          <p:cNvSpPr txBox="1"/>
          <p:nvPr/>
        </p:nvSpPr>
        <p:spPr>
          <a:xfrm>
            <a:off x="7857069" y="6223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8 == </a:t>
            </a:r>
            <a:r>
              <a:rPr lang="en-CA" sz="4800">
                <a:solidFill>
                  <a:srgbClr val="FF0000"/>
                </a:solidFill>
              </a:rPr>
              <a:t>7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EA867E-BBC2-CA3F-51AE-3E817099A9C6}"/>
              </a:ext>
            </a:extLst>
          </p:cNvPr>
          <p:cNvSpPr txBox="1"/>
          <p:nvPr/>
        </p:nvSpPr>
        <p:spPr>
          <a:xfrm>
            <a:off x="7857069" y="1411239"/>
            <a:ext cx="3251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9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54B957-697D-F47F-ECD7-157F04983E92}"/>
              </a:ext>
            </a:extLst>
          </p:cNvPr>
          <p:cNvSpPr txBox="1"/>
          <p:nvPr/>
        </p:nvSpPr>
        <p:spPr>
          <a:xfrm>
            <a:off x="7857069" y="2200119"/>
            <a:ext cx="35798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10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</p:spTree>
    <p:extLst>
      <p:ext uri="{BB962C8B-B14F-4D97-AF65-F5344CB8AC3E}">
        <p14:creationId xmlns:p14="http://schemas.microsoft.com/office/powerpoint/2010/main" val="26575204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45CED-611C-BD83-F788-FE44A0C05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AE05B-D6BC-6F5D-08C7-7646C2E5E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7E8C97-65EF-0428-F184-4534FB390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17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0D8825-5F25-D840-EB27-6C89F1DB70DA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 % A is how much is “left over” when A is divided into N.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45034B-4FAF-A6E5-314E-3AA054552C02}"/>
              </a:ext>
            </a:extLst>
          </p:cNvPr>
          <p:cNvSpPr txBox="1"/>
          <p:nvPr/>
        </p:nvSpPr>
        <p:spPr>
          <a:xfrm>
            <a:off x="3987801" y="6223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DAAB31-EECB-FF20-F5DD-CF3C83AA0273}"/>
              </a:ext>
            </a:extLst>
          </p:cNvPr>
          <p:cNvSpPr txBox="1"/>
          <p:nvPr/>
        </p:nvSpPr>
        <p:spPr>
          <a:xfrm>
            <a:off x="3987801" y="141123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2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FD8955-6D0D-7603-DB49-A5B58B002EE0}"/>
              </a:ext>
            </a:extLst>
          </p:cNvPr>
          <p:cNvSpPr txBox="1"/>
          <p:nvPr/>
        </p:nvSpPr>
        <p:spPr>
          <a:xfrm>
            <a:off x="3987801" y="220011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3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B9D34C-964D-41DE-FB66-02B71A279780}"/>
              </a:ext>
            </a:extLst>
          </p:cNvPr>
          <p:cNvSpPr txBox="1"/>
          <p:nvPr/>
        </p:nvSpPr>
        <p:spPr>
          <a:xfrm>
            <a:off x="3987801" y="298899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4 == </a:t>
            </a:r>
            <a:r>
              <a:rPr lang="en-CA" sz="4800">
                <a:solidFill>
                  <a:srgbClr val="FF0000"/>
                </a:solidFill>
              </a:rPr>
              <a:t>3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BDD714-CF7D-6F6D-D7AE-78FF442AAA02}"/>
              </a:ext>
            </a:extLst>
          </p:cNvPr>
          <p:cNvSpPr txBox="1"/>
          <p:nvPr/>
        </p:nvSpPr>
        <p:spPr>
          <a:xfrm>
            <a:off x="3987801" y="377787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5 == </a:t>
            </a:r>
            <a:r>
              <a:rPr lang="en-CA" sz="4800">
                <a:solidFill>
                  <a:srgbClr val="FF0000"/>
                </a:solidFill>
              </a:rPr>
              <a:t>2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2765A1-9F8F-2D0A-62D9-F13503CE7632}"/>
              </a:ext>
            </a:extLst>
          </p:cNvPr>
          <p:cNvSpPr txBox="1"/>
          <p:nvPr/>
        </p:nvSpPr>
        <p:spPr>
          <a:xfrm>
            <a:off x="3987801" y="45667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6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41E92A-81FB-8089-6551-BA152126BD05}"/>
              </a:ext>
            </a:extLst>
          </p:cNvPr>
          <p:cNvSpPr txBox="1"/>
          <p:nvPr/>
        </p:nvSpPr>
        <p:spPr>
          <a:xfrm>
            <a:off x="3987801" y="5355637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7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532AED-F616-6EF5-01D9-0C4541DF3294}"/>
              </a:ext>
            </a:extLst>
          </p:cNvPr>
          <p:cNvSpPr txBox="1"/>
          <p:nvPr/>
        </p:nvSpPr>
        <p:spPr>
          <a:xfrm>
            <a:off x="7857069" y="6223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8 == </a:t>
            </a:r>
            <a:r>
              <a:rPr lang="en-CA" sz="4800">
                <a:solidFill>
                  <a:srgbClr val="FF0000"/>
                </a:solidFill>
              </a:rPr>
              <a:t>7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1BF19C-4455-D432-EBDB-F8C06A5DD258}"/>
              </a:ext>
            </a:extLst>
          </p:cNvPr>
          <p:cNvSpPr txBox="1"/>
          <p:nvPr/>
        </p:nvSpPr>
        <p:spPr>
          <a:xfrm>
            <a:off x="7857069" y="141123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9 == </a:t>
            </a:r>
            <a:r>
              <a:rPr lang="en-CA" sz="4800">
                <a:solidFill>
                  <a:srgbClr val="FF0000"/>
                </a:solidFill>
              </a:rPr>
              <a:t>7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98CC0F-BCCD-492D-94D4-2E4789D5A2ED}"/>
              </a:ext>
            </a:extLst>
          </p:cNvPr>
          <p:cNvSpPr txBox="1"/>
          <p:nvPr/>
        </p:nvSpPr>
        <p:spPr>
          <a:xfrm>
            <a:off x="7857069" y="2200119"/>
            <a:ext cx="35798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10 == </a:t>
            </a:r>
            <a:r>
              <a:rPr lang="en-CA" sz="4800">
                <a:solidFill>
                  <a:srgbClr val="FF0000"/>
                </a:solidFill>
              </a:rPr>
              <a:t>??</a:t>
            </a:r>
            <a:r>
              <a:rPr lang="en-CA" sz="4800"/>
              <a:t> </a:t>
            </a:r>
            <a:endParaRPr lang="en-AU" sz="4800"/>
          </a:p>
        </p:txBody>
      </p:sp>
    </p:spTree>
    <p:extLst>
      <p:ext uri="{BB962C8B-B14F-4D97-AF65-F5344CB8AC3E}">
        <p14:creationId xmlns:p14="http://schemas.microsoft.com/office/powerpoint/2010/main" val="37449315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86FD0-96BC-8515-4F03-7B3B10978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0CF9D-D9EE-4E58-B6FF-9FD87FF5A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A95E99-3209-C556-107C-EDA190DF8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18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FC2E56-1BD3-556D-86EE-7C34FE0D630C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 % A is how much is “left over” when A is divided into N.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91A845-8BAB-4FC6-310B-BC486CF3DC7E}"/>
              </a:ext>
            </a:extLst>
          </p:cNvPr>
          <p:cNvSpPr txBox="1"/>
          <p:nvPr/>
        </p:nvSpPr>
        <p:spPr>
          <a:xfrm>
            <a:off x="3987801" y="6223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EED60F-08DD-C63B-CE55-636A16090E0E}"/>
              </a:ext>
            </a:extLst>
          </p:cNvPr>
          <p:cNvSpPr txBox="1"/>
          <p:nvPr/>
        </p:nvSpPr>
        <p:spPr>
          <a:xfrm>
            <a:off x="3987801" y="141123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2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66DA63-B8AD-69BF-9763-6CB8A322E901}"/>
              </a:ext>
            </a:extLst>
          </p:cNvPr>
          <p:cNvSpPr txBox="1"/>
          <p:nvPr/>
        </p:nvSpPr>
        <p:spPr>
          <a:xfrm>
            <a:off x="3987801" y="220011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3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9C76FF-248E-5ECB-3FE6-9A3CDEFC40F1}"/>
              </a:ext>
            </a:extLst>
          </p:cNvPr>
          <p:cNvSpPr txBox="1"/>
          <p:nvPr/>
        </p:nvSpPr>
        <p:spPr>
          <a:xfrm>
            <a:off x="3987801" y="298899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4 == </a:t>
            </a:r>
            <a:r>
              <a:rPr lang="en-CA" sz="4800">
                <a:solidFill>
                  <a:srgbClr val="FF0000"/>
                </a:solidFill>
              </a:rPr>
              <a:t>3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967929-A3D2-AB22-221A-C2E0145B03D4}"/>
              </a:ext>
            </a:extLst>
          </p:cNvPr>
          <p:cNvSpPr txBox="1"/>
          <p:nvPr/>
        </p:nvSpPr>
        <p:spPr>
          <a:xfrm>
            <a:off x="3987801" y="377787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5 == </a:t>
            </a:r>
            <a:r>
              <a:rPr lang="en-CA" sz="4800">
                <a:solidFill>
                  <a:srgbClr val="FF0000"/>
                </a:solidFill>
              </a:rPr>
              <a:t>2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334D76-6ACA-5889-DFFA-F7C8A526580D}"/>
              </a:ext>
            </a:extLst>
          </p:cNvPr>
          <p:cNvSpPr txBox="1"/>
          <p:nvPr/>
        </p:nvSpPr>
        <p:spPr>
          <a:xfrm>
            <a:off x="3987801" y="45667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6 == </a:t>
            </a:r>
            <a:r>
              <a:rPr lang="en-CA" sz="4800">
                <a:solidFill>
                  <a:srgbClr val="FF0000"/>
                </a:solidFill>
              </a:rPr>
              <a:t>1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54722E-D1AD-83D2-5FED-EB6C11CFA8A2}"/>
              </a:ext>
            </a:extLst>
          </p:cNvPr>
          <p:cNvSpPr txBox="1"/>
          <p:nvPr/>
        </p:nvSpPr>
        <p:spPr>
          <a:xfrm>
            <a:off x="3987801" y="5355637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7 == </a:t>
            </a:r>
            <a:r>
              <a:rPr lang="en-CA" sz="4800">
                <a:solidFill>
                  <a:srgbClr val="FF0000"/>
                </a:solidFill>
              </a:rPr>
              <a:t>0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45491E-B3CC-AA30-3A69-DEA86AF74D52}"/>
              </a:ext>
            </a:extLst>
          </p:cNvPr>
          <p:cNvSpPr txBox="1"/>
          <p:nvPr/>
        </p:nvSpPr>
        <p:spPr>
          <a:xfrm>
            <a:off x="7857069" y="62235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8 == </a:t>
            </a:r>
            <a:r>
              <a:rPr lang="en-CA" sz="4800">
                <a:solidFill>
                  <a:srgbClr val="FF0000"/>
                </a:solidFill>
              </a:rPr>
              <a:t>7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942477-7C64-2E35-7887-DEC69B4C4174}"/>
              </a:ext>
            </a:extLst>
          </p:cNvPr>
          <p:cNvSpPr txBox="1"/>
          <p:nvPr/>
        </p:nvSpPr>
        <p:spPr>
          <a:xfrm>
            <a:off x="7857069" y="1411239"/>
            <a:ext cx="2961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9 == </a:t>
            </a:r>
            <a:r>
              <a:rPr lang="en-CA" sz="4800">
                <a:solidFill>
                  <a:srgbClr val="FF0000"/>
                </a:solidFill>
              </a:rPr>
              <a:t>7</a:t>
            </a:r>
            <a:r>
              <a:rPr lang="en-CA" sz="4800"/>
              <a:t> </a:t>
            </a:r>
            <a:endParaRPr lang="en-AU" sz="4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745872-0895-23CE-53F0-AE5DAF56B8AE}"/>
              </a:ext>
            </a:extLst>
          </p:cNvPr>
          <p:cNvSpPr txBox="1"/>
          <p:nvPr/>
        </p:nvSpPr>
        <p:spPr>
          <a:xfrm>
            <a:off x="7857069" y="2200119"/>
            <a:ext cx="32896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10 == </a:t>
            </a:r>
            <a:r>
              <a:rPr lang="en-CA" sz="4800">
                <a:solidFill>
                  <a:srgbClr val="FF0000"/>
                </a:solidFill>
              </a:rPr>
              <a:t>7</a:t>
            </a:r>
            <a:r>
              <a:rPr lang="en-CA" sz="4800"/>
              <a:t> </a:t>
            </a:r>
            <a:endParaRPr lang="en-AU" sz="4800"/>
          </a:p>
        </p:txBody>
      </p:sp>
    </p:spTree>
    <p:extLst>
      <p:ext uri="{BB962C8B-B14F-4D97-AF65-F5344CB8AC3E}">
        <p14:creationId xmlns:p14="http://schemas.microsoft.com/office/powerpoint/2010/main" val="32079641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7176A-4504-9180-5244-BA50CCE2E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D4C64-7498-6699-8274-632908118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338D64-47B4-E22A-B826-75D97701A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19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F713BD-0B4E-DC63-AC7C-52EF55490596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 % A is how much is “left over” when A is divided into N.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A4AF4E-EE7C-75D1-C567-339C2B4A92F9}"/>
              </a:ext>
            </a:extLst>
          </p:cNvPr>
          <p:cNvSpPr txBox="1"/>
          <p:nvPr/>
        </p:nvSpPr>
        <p:spPr>
          <a:xfrm>
            <a:off x="4186584" y="2411402"/>
            <a:ext cx="35605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0 == </a:t>
            </a:r>
            <a:r>
              <a:rPr lang="en-CA" sz="4800">
                <a:solidFill>
                  <a:srgbClr val="FF0000"/>
                </a:solidFill>
              </a:rPr>
              <a:t>???</a:t>
            </a:r>
            <a:r>
              <a:rPr lang="en-CA" sz="4800"/>
              <a:t> </a:t>
            </a:r>
            <a:endParaRPr lang="en-AU" sz="4800"/>
          </a:p>
        </p:txBody>
      </p:sp>
    </p:spTree>
    <p:extLst>
      <p:ext uri="{BB962C8B-B14F-4D97-AF65-F5344CB8AC3E}">
        <p14:creationId xmlns:p14="http://schemas.microsoft.com/office/powerpoint/2010/main" val="24956308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9C65D-8D6E-529D-021D-C4299D6B6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96A8D-36DA-B3D3-788D-71D298A5B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B67A55-E045-D957-8DC1-B7FE0C352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20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37ADCC-90AF-8B16-25E6-714CB6079AA2}"/>
              </a:ext>
            </a:extLst>
          </p:cNvPr>
          <p:cNvSpPr txBox="1"/>
          <p:nvPr/>
        </p:nvSpPr>
        <p:spPr>
          <a:xfrm>
            <a:off x="245044" y="250567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 % A is how much is “left over” when A is divided into N.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0E843F-A3B4-4A1F-EDE2-26C36F18F4FB}"/>
              </a:ext>
            </a:extLst>
          </p:cNvPr>
          <p:cNvSpPr txBox="1"/>
          <p:nvPr/>
        </p:nvSpPr>
        <p:spPr>
          <a:xfrm>
            <a:off x="4186584" y="2411402"/>
            <a:ext cx="72226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/>
              <a:t>7 % 0 == </a:t>
            </a:r>
            <a:r>
              <a:rPr lang="en-CA" sz="4800" err="1">
                <a:solidFill>
                  <a:srgbClr val="FF0000"/>
                </a:solidFill>
              </a:rPr>
              <a:t>ZeroDivisionError</a:t>
            </a:r>
            <a:r>
              <a:rPr lang="en-CA" sz="4800"/>
              <a:t> </a:t>
            </a:r>
            <a:endParaRPr lang="en-AU" sz="4800"/>
          </a:p>
        </p:txBody>
      </p:sp>
    </p:spTree>
    <p:extLst>
      <p:ext uri="{BB962C8B-B14F-4D97-AF65-F5344CB8AC3E}">
        <p14:creationId xmlns:p14="http://schemas.microsoft.com/office/powerpoint/2010/main" val="10156839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A4603-9A9A-53FD-D7E8-733571F0B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FE3F3-073E-6F77-B9E8-6AEE4DA78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3AA9E4-9515-E2FC-FEBF-6196E9CE8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21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8984A7-8F66-4D7D-5BCE-93E9B61D7650}"/>
              </a:ext>
            </a:extLst>
          </p:cNvPr>
          <p:cNvSpPr txBox="1"/>
          <p:nvPr/>
        </p:nvSpPr>
        <p:spPr>
          <a:xfrm>
            <a:off x="9441081" y="140035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N % A </a:t>
            </a:r>
            <a:r>
              <a:rPr lang="en-CA"/>
              <a:t>is how much is “left over” when A is divided into N.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29BA0C-C293-1E6E-DCAE-8703BB68FE60}"/>
              </a:ext>
            </a:extLst>
          </p:cNvPr>
          <p:cNvSpPr txBox="1"/>
          <p:nvPr/>
        </p:nvSpPr>
        <p:spPr>
          <a:xfrm>
            <a:off x="1641414" y="1401533"/>
            <a:ext cx="1030026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000"/>
              <a:t>In a crowd of </a:t>
            </a:r>
            <a:r>
              <a:rPr lang="en-CA" sz="4000" b="1"/>
              <a:t>249</a:t>
            </a:r>
            <a:r>
              <a:rPr lang="en-CA" sz="4000"/>
              <a:t> people:</a:t>
            </a:r>
          </a:p>
          <a:p>
            <a:endParaRPr lang="en-CA" sz="4000"/>
          </a:p>
          <a:p>
            <a:pPr marL="342900" indent="-342900">
              <a:buFont typeface="+mj-lt"/>
              <a:buAutoNum type="arabicPeriod"/>
            </a:pPr>
            <a:r>
              <a:rPr lang="en-CA" sz="3200"/>
              <a:t>How many groups of exactly </a:t>
            </a:r>
            <a:r>
              <a:rPr lang="en-CA" sz="3200" b="1"/>
              <a:t>14</a:t>
            </a:r>
            <a:r>
              <a:rPr lang="en-CA" sz="3200"/>
              <a:t> people can be made?</a:t>
            </a:r>
          </a:p>
          <a:p>
            <a:endParaRPr lang="en-CA" sz="3200">
              <a:solidFill>
                <a:srgbClr val="FF0000"/>
              </a:solidFill>
            </a:endParaRPr>
          </a:p>
          <a:p>
            <a:endParaRPr lang="en-CA" sz="3200">
              <a:solidFill>
                <a:srgbClr val="FF0000"/>
              </a:solidFill>
            </a:endParaRPr>
          </a:p>
          <a:p>
            <a:endParaRPr lang="en-CA" sz="3200"/>
          </a:p>
          <a:p>
            <a:pPr marL="514350" indent="-514350">
              <a:buFont typeface="+mj-lt"/>
              <a:buAutoNum type="arabicPeriod" startAt="2"/>
            </a:pPr>
            <a:r>
              <a:rPr lang="en-CA" sz="3200"/>
              <a:t>How many people are left-over?</a:t>
            </a:r>
          </a:p>
        </p:txBody>
      </p:sp>
    </p:spTree>
    <p:extLst>
      <p:ext uri="{BB962C8B-B14F-4D97-AF65-F5344CB8AC3E}">
        <p14:creationId xmlns:p14="http://schemas.microsoft.com/office/powerpoint/2010/main" val="22067241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E4FFA-CB71-0BEC-0473-88D796A63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B0F3D-41B4-5BCD-79E5-A14306017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D20D66-1F16-E5EA-64DD-F17321634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22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F534D3-F66A-A8C3-4318-4CBDD5C7503B}"/>
              </a:ext>
            </a:extLst>
          </p:cNvPr>
          <p:cNvSpPr txBox="1"/>
          <p:nvPr/>
        </p:nvSpPr>
        <p:spPr>
          <a:xfrm>
            <a:off x="9441081" y="140035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N % A </a:t>
            </a:r>
            <a:r>
              <a:rPr lang="en-CA"/>
              <a:t>is how much is “left over” when A is divided into N.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78C987-C887-524D-0F11-8B18995B9CD2}"/>
              </a:ext>
            </a:extLst>
          </p:cNvPr>
          <p:cNvSpPr txBox="1"/>
          <p:nvPr/>
        </p:nvSpPr>
        <p:spPr>
          <a:xfrm>
            <a:off x="1641414" y="1401533"/>
            <a:ext cx="1030026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000"/>
              <a:t>In a crowd of </a:t>
            </a:r>
            <a:r>
              <a:rPr lang="en-CA" sz="4000" b="1"/>
              <a:t>249</a:t>
            </a:r>
            <a:r>
              <a:rPr lang="en-CA" sz="4000"/>
              <a:t> people:</a:t>
            </a:r>
          </a:p>
          <a:p>
            <a:endParaRPr lang="en-CA" sz="4000"/>
          </a:p>
          <a:p>
            <a:pPr marL="342900" indent="-342900">
              <a:buFont typeface="+mj-lt"/>
              <a:buAutoNum type="arabicPeriod"/>
            </a:pPr>
            <a:r>
              <a:rPr lang="en-CA" sz="3200"/>
              <a:t>How many groups of exactly </a:t>
            </a:r>
            <a:r>
              <a:rPr lang="en-CA" sz="3200" b="1"/>
              <a:t>14</a:t>
            </a:r>
            <a:r>
              <a:rPr lang="en-CA" sz="3200"/>
              <a:t> people can be made?</a:t>
            </a:r>
          </a:p>
          <a:p>
            <a:r>
              <a:rPr lang="en-CA" sz="3200">
                <a:solidFill>
                  <a:srgbClr val="FF0000"/>
                </a:solidFill>
              </a:rPr>
              <a:t>&gt;&gt;&gt; 249 // 14</a:t>
            </a:r>
            <a:br>
              <a:rPr lang="en-CA" sz="3200">
                <a:solidFill>
                  <a:srgbClr val="FF0000"/>
                </a:solidFill>
              </a:rPr>
            </a:br>
            <a:r>
              <a:rPr lang="en-CA" sz="3200">
                <a:solidFill>
                  <a:srgbClr val="FF0000"/>
                </a:solidFill>
              </a:rPr>
              <a:t>17</a:t>
            </a:r>
            <a:br>
              <a:rPr lang="en-CA" sz="3200"/>
            </a:br>
            <a:endParaRPr lang="en-CA" sz="3200"/>
          </a:p>
          <a:p>
            <a:pPr marL="514350" indent="-514350">
              <a:buFont typeface="+mj-lt"/>
              <a:buAutoNum type="arabicPeriod" startAt="2"/>
            </a:pPr>
            <a:r>
              <a:rPr lang="en-CA" sz="3200"/>
              <a:t>How many people are left-over?</a:t>
            </a:r>
          </a:p>
        </p:txBody>
      </p:sp>
    </p:spTree>
    <p:extLst>
      <p:ext uri="{BB962C8B-B14F-4D97-AF65-F5344CB8AC3E}">
        <p14:creationId xmlns:p14="http://schemas.microsoft.com/office/powerpoint/2010/main" val="39829673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05350-FBAD-032C-EAEB-09EDF3EC7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D6079-736B-B9A8-EF9D-C8FF13AB1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9B1F8-01AD-800A-1C05-287B292AA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23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7AEDCE-FD84-2F45-D926-2B946CB303B0}"/>
              </a:ext>
            </a:extLst>
          </p:cNvPr>
          <p:cNvSpPr txBox="1"/>
          <p:nvPr/>
        </p:nvSpPr>
        <p:spPr>
          <a:xfrm>
            <a:off x="9441081" y="140035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N % A </a:t>
            </a:r>
            <a:r>
              <a:rPr lang="en-CA"/>
              <a:t>is how much is “left over” when A is divided into N.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FCF999-FC36-09C5-3767-F0940FC8275E}"/>
              </a:ext>
            </a:extLst>
          </p:cNvPr>
          <p:cNvSpPr txBox="1"/>
          <p:nvPr/>
        </p:nvSpPr>
        <p:spPr>
          <a:xfrm>
            <a:off x="1641414" y="1401533"/>
            <a:ext cx="1030026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000"/>
              <a:t>In a crowd of </a:t>
            </a:r>
            <a:r>
              <a:rPr lang="en-CA" sz="4000" b="1"/>
              <a:t>249</a:t>
            </a:r>
            <a:r>
              <a:rPr lang="en-CA" sz="4000"/>
              <a:t> people:</a:t>
            </a:r>
          </a:p>
          <a:p>
            <a:endParaRPr lang="en-CA" sz="4000"/>
          </a:p>
          <a:p>
            <a:pPr marL="342900" indent="-342900">
              <a:buFont typeface="+mj-lt"/>
              <a:buAutoNum type="arabicPeriod"/>
            </a:pPr>
            <a:r>
              <a:rPr lang="en-CA" sz="3200"/>
              <a:t>How many groups of exactly </a:t>
            </a:r>
            <a:r>
              <a:rPr lang="en-CA" sz="3200" b="1"/>
              <a:t>14</a:t>
            </a:r>
            <a:r>
              <a:rPr lang="en-CA" sz="3200"/>
              <a:t> people can be made?</a:t>
            </a:r>
          </a:p>
          <a:p>
            <a:r>
              <a:rPr lang="en-CA" sz="3200">
                <a:solidFill>
                  <a:srgbClr val="FF0000"/>
                </a:solidFill>
              </a:rPr>
              <a:t>&gt;&gt;&gt; 249 // 14</a:t>
            </a:r>
            <a:br>
              <a:rPr lang="en-CA" sz="3200">
                <a:solidFill>
                  <a:srgbClr val="FF0000"/>
                </a:solidFill>
              </a:rPr>
            </a:br>
            <a:r>
              <a:rPr lang="en-CA" sz="3200">
                <a:solidFill>
                  <a:srgbClr val="FF0000"/>
                </a:solidFill>
              </a:rPr>
              <a:t>17</a:t>
            </a:r>
            <a:br>
              <a:rPr lang="en-CA" sz="3200"/>
            </a:br>
            <a:endParaRPr lang="en-CA" sz="3200"/>
          </a:p>
          <a:p>
            <a:pPr marL="514350" indent="-514350">
              <a:buFont typeface="+mj-lt"/>
              <a:buAutoNum type="arabicPeriod" startAt="2"/>
            </a:pPr>
            <a:r>
              <a:rPr lang="en-CA" sz="3200"/>
              <a:t>How many people are left-over?</a:t>
            </a:r>
          </a:p>
          <a:p>
            <a:r>
              <a:rPr lang="en-CA" sz="3200">
                <a:solidFill>
                  <a:srgbClr val="FF0000"/>
                </a:solidFill>
              </a:rPr>
              <a:t>&gt;&gt;&gt; 249 % 14</a:t>
            </a:r>
            <a:br>
              <a:rPr lang="en-CA" sz="3200">
                <a:solidFill>
                  <a:srgbClr val="FF0000"/>
                </a:solidFill>
              </a:rPr>
            </a:br>
            <a:r>
              <a:rPr lang="en-CA" sz="3200">
                <a:solidFill>
                  <a:srgbClr val="FF0000"/>
                </a:solidFill>
              </a:rPr>
              <a:t>11</a:t>
            </a:r>
            <a:endParaRPr lang="en-AU" sz="320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513EF9-B47A-67ED-A879-FCA6EC8BFB73}"/>
              </a:ext>
            </a:extLst>
          </p:cNvPr>
          <p:cNvSpPr txBox="1"/>
          <p:nvPr/>
        </p:nvSpPr>
        <p:spPr>
          <a:xfrm>
            <a:off x="8853207" y="5538475"/>
            <a:ext cx="2500593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14 * 17 + </a:t>
            </a:r>
            <a:r>
              <a:rPr lang="en-CA" b="1" dirty="0">
                <a:solidFill>
                  <a:srgbClr val="FF0000"/>
                </a:solidFill>
              </a:rPr>
              <a:t>11</a:t>
            </a:r>
            <a:r>
              <a:rPr lang="en-CA" b="1" dirty="0"/>
              <a:t> = 249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461743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EDF89-52CA-C47C-1EE1-861B9FE0E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C7F4F-C1C4-7989-59E6-CEF2CC375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869268" cy="1325563"/>
          </a:xfrm>
        </p:spPr>
        <p:txBody>
          <a:bodyPr>
            <a:normAutofit fontScale="90000"/>
          </a:bodyPr>
          <a:lstStyle/>
          <a:p>
            <a:r>
              <a:rPr lang="en-CA"/>
              <a:t>The Remainder Operator</a:t>
            </a:r>
            <a:br>
              <a:rPr lang="en-CA"/>
            </a:b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5211BB-EA58-2F39-E7FE-A09F12D7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24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C06DD8-02A1-A733-5A59-EAB9B22E5D40}"/>
              </a:ext>
            </a:extLst>
          </p:cNvPr>
          <p:cNvSpPr txBox="1"/>
          <p:nvPr/>
        </p:nvSpPr>
        <p:spPr>
          <a:xfrm>
            <a:off x="9441081" y="140035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N % A </a:t>
            </a:r>
            <a:r>
              <a:rPr lang="en-CA"/>
              <a:t>is how much is “left over” when A is divided into N.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083F5A-8736-F857-10CC-A3BEFD16D2CF}"/>
              </a:ext>
            </a:extLst>
          </p:cNvPr>
          <p:cNvSpPr txBox="1"/>
          <p:nvPr/>
        </p:nvSpPr>
        <p:spPr>
          <a:xfrm>
            <a:off x="1641414" y="1401533"/>
            <a:ext cx="1030026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>
                <a:solidFill>
                  <a:srgbClr val="FF0000"/>
                </a:solidFill>
                <a:latin typeface="Consolas" panose="020B0609020204030204" pitchFamily="49" charset="0"/>
              </a:rPr>
              <a:t>N % 2 == 0</a:t>
            </a:r>
            <a:br>
              <a:rPr lang="en-CA" sz="3200" dirty="0">
                <a:solidFill>
                  <a:srgbClr val="FF0000"/>
                </a:solidFill>
              </a:rPr>
            </a:br>
            <a:r>
              <a:rPr lang="en-CA" sz="3200" dirty="0"/>
              <a:t>means </a:t>
            </a:r>
            <a:r>
              <a:rPr lang="en-CA" sz="3200" b="1" dirty="0"/>
              <a:t>N</a:t>
            </a:r>
            <a:r>
              <a:rPr lang="en-CA" sz="3200" dirty="0"/>
              <a:t> is </a:t>
            </a:r>
            <a:r>
              <a:rPr lang="en-CA" sz="3200" b="1" dirty="0"/>
              <a:t>even</a:t>
            </a:r>
            <a:r>
              <a:rPr lang="en-CA" sz="3200" dirty="0"/>
              <a:t>, i.e. </a:t>
            </a:r>
            <a:r>
              <a:rPr lang="en-CA" sz="3200" b="1" dirty="0"/>
              <a:t>0</a:t>
            </a:r>
            <a:r>
              <a:rPr lang="en-CA" sz="3200" dirty="0"/>
              <a:t> left-over when dividing by 2</a:t>
            </a:r>
            <a:br>
              <a:rPr lang="en-CA" sz="3200" dirty="0"/>
            </a:br>
            <a:endParaRPr lang="en-CA" sz="3200" dirty="0"/>
          </a:p>
          <a:p>
            <a:r>
              <a:rPr lang="en-CA" sz="3200" b="1" dirty="0">
                <a:solidFill>
                  <a:srgbClr val="FF0000"/>
                </a:solidFill>
                <a:latin typeface="Consolas" panose="020B0609020204030204" pitchFamily="49" charset="0"/>
              </a:rPr>
              <a:t>N % 2 == 1</a:t>
            </a:r>
            <a:br>
              <a:rPr lang="en-CA" sz="3200" dirty="0"/>
            </a:br>
            <a:r>
              <a:rPr lang="en-CA" sz="3200" dirty="0"/>
              <a:t>means </a:t>
            </a:r>
            <a:r>
              <a:rPr lang="en-CA" sz="3200" b="1" dirty="0"/>
              <a:t>N</a:t>
            </a:r>
            <a:r>
              <a:rPr lang="en-CA" sz="3200" dirty="0"/>
              <a:t> is </a:t>
            </a:r>
            <a:r>
              <a:rPr lang="en-CA" sz="3200" b="1" dirty="0"/>
              <a:t>odd</a:t>
            </a:r>
            <a:r>
              <a:rPr lang="en-CA" sz="3200" dirty="0"/>
              <a:t>, i.e. </a:t>
            </a:r>
            <a:r>
              <a:rPr lang="en-CA" sz="3200" b="1" dirty="0"/>
              <a:t>1</a:t>
            </a:r>
            <a:r>
              <a:rPr lang="en-CA" sz="3200" dirty="0"/>
              <a:t> left-over when dividing by 2</a:t>
            </a:r>
            <a:br>
              <a:rPr lang="en-CA" sz="3200" dirty="0"/>
            </a:br>
            <a:endParaRPr lang="en-CA" sz="3200" dirty="0"/>
          </a:p>
          <a:p>
            <a:r>
              <a:rPr lang="en-CA" sz="3200" b="1" dirty="0">
                <a:solidFill>
                  <a:srgbClr val="FF0000"/>
                </a:solidFill>
                <a:latin typeface="Consolas" panose="020B0609020204030204" pitchFamily="49" charset="0"/>
              </a:rPr>
              <a:t>N % 10</a:t>
            </a:r>
            <a:br>
              <a:rPr lang="en-CA" sz="3200" dirty="0"/>
            </a:br>
            <a:r>
              <a:rPr lang="en-CA" sz="3200" dirty="0"/>
              <a:t>is the right-most digit of </a:t>
            </a:r>
            <a:r>
              <a:rPr lang="en-CA" sz="3200" b="1" dirty="0"/>
              <a:t>N</a:t>
            </a:r>
            <a:br>
              <a:rPr lang="en-CA" sz="3200" dirty="0"/>
            </a:br>
            <a:r>
              <a:rPr lang="en-CA" sz="3200" dirty="0"/>
              <a:t>e.g. 346 % 10 == 6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3200" dirty="0"/>
          </a:p>
        </p:txBody>
      </p:sp>
    </p:spTree>
    <p:extLst>
      <p:ext uri="{BB962C8B-B14F-4D97-AF65-F5344CB8AC3E}">
        <p14:creationId xmlns:p14="http://schemas.microsoft.com/office/powerpoint/2010/main" val="23177149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3A0E7D-4680-EAF9-2C23-502BA44C6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CA" sz="5400"/>
              <a:t>George Boole</a:t>
            </a:r>
            <a:br>
              <a:rPr lang="en-CA" sz="5400"/>
            </a:br>
            <a:r>
              <a:rPr lang="en-CA" sz="5400"/>
              <a:t>1815 - 1864</a:t>
            </a: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D05C1C3F-7403-703F-2967-D9F5A90979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44"/>
          <a:stretch/>
        </p:blipFill>
        <p:spPr bwMode="auto"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2AB64-2B1A-2034-1DD2-792391A1D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en-CA" sz="3200" dirty="0"/>
              <a:t>British mathematician and philosopher</a:t>
            </a:r>
          </a:p>
          <a:p>
            <a:r>
              <a:rPr lang="en-CA" sz="3200" dirty="0"/>
              <a:t>Formalized propositional logic into the form we use today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ED8CF8-7E10-E265-2120-E19089DAA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2978" y="6356350"/>
            <a:ext cx="1300821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BA0A0CD-12E5-4065-8C87-26D031211F61}" type="slidenum">
              <a:rPr lang="en-AU" smtClean="0"/>
              <a:pPr>
                <a:spcAft>
                  <a:spcPts val="600"/>
                </a:spcAft>
              </a:pPr>
              <a:t>25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81906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DD8F5-B975-30B0-18A5-F8E372646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A471E-FD1E-F62E-1944-2FF98E592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 fontScale="90000"/>
          </a:bodyPr>
          <a:lstStyle/>
          <a:p>
            <a:r>
              <a:rPr lang="en-CA"/>
              <a:t>Boolean</a:t>
            </a:r>
            <a:br>
              <a:rPr lang="en-CA"/>
            </a:br>
            <a:r>
              <a:rPr lang="en-CA"/>
              <a:t>Expressions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60FD7-1488-72B0-3748-AB6A612D9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26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D6F043-816C-CEBA-57B3-F1D9FB66C439}"/>
              </a:ext>
            </a:extLst>
          </p:cNvPr>
          <p:cNvSpPr txBox="1"/>
          <p:nvPr/>
        </p:nvSpPr>
        <p:spPr>
          <a:xfrm>
            <a:off x="9397511" y="337230"/>
            <a:ext cx="250059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</a:t>
            </a:r>
            <a:r>
              <a:rPr lang="en-CA" b="1"/>
              <a:t>Boolean expression </a:t>
            </a:r>
            <a:r>
              <a:rPr lang="en-CA"/>
              <a:t>is any expression that evaluates to either </a:t>
            </a:r>
            <a:r>
              <a:rPr lang="en-CA">
                <a:latin typeface="Consolas" panose="020B0609020204030204" pitchFamily="49" charset="0"/>
              </a:rPr>
              <a:t>True</a:t>
            </a:r>
            <a:r>
              <a:rPr lang="en-CA"/>
              <a:t> or </a:t>
            </a:r>
            <a:r>
              <a:rPr lang="en-CA">
                <a:latin typeface="Consolas" panose="020B0609020204030204" pitchFamily="49" charset="0"/>
              </a:rPr>
              <a:t>False</a:t>
            </a:r>
            <a:endParaRPr lang="en-AU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80505B-806A-5C78-E142-AF4257F5B62A}"/>
              </a:ext>
            </a:extLst>
          </p:cNvPr>
          <p:cNvSpPr txBox="1"/>
          <p:nvPr/>
        </p:nvSpPr>
        <p:spPr>
          <a:xfrm>
            <a:off x="3987801" y="622359"/>
            <a:ext cx="3228769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>
                <a:latin typeface="Consolas" panose="020B0609020204030204" pitchFamily="49" charset="0"/>
              </a:rPr>
              <a:t>&gt;&gt;&gt; True</a:t>
            </a:r>
            <a:br>
              <a:rPr lang="en-CA" sz="4800">
                <a:latin typeface="Consolas" panose="020B0609020204030204" pitchFamily="49" charset="0"/>
              </a:rPr>
            </a:br>
            <a:r>
              <a:rPr lang="en-CA" sz="4800" err="1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br>
              <a:rPr lang="en-CA" sz="4800">
                <a:latin typeface="Consolas" panose="020B0609020204030204" pitchFamily="49" charset="0"/>
              </a:rPr>
            </a:b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latin typeface="Consolas" panose="020B0609020204030204" pitchFamily="49" charset="0"/>
              </a:rPr>
              <a:t>&gt;&gt;&gt; False</a:t>
            </a:r>
          </a:p>
          <a:p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r>
              <a:rPr lang="en-CA" sz="4800">
                <a:latin typeface="Consolas" panose="020B0609020204030204" pitchFamily="49" charset="0"/>
              </a:rPr>
              <a:t> </a:t>
            </a:r>
            <a:endParaRPr lang="en-AU" sz="48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10553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DB123-AC25-A262-DFE4-E41839548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B7D85-BEEB-0977-A591-DF8C78BB4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 fontScale="90000"/>
          </a:bodyPr>
          <a:lstStyle/>
          <a:p>
            <a:r>
              <a:rPr lang="en-CA"/>
              <a:t>Boolean</a:t>
            </a:r>
            <a:br>
              <a:rPr lang="en-CA"/>
            </a:br>
            <a:r>
              <a:rPr lang="en-CA"/>
              <a:t>Expressions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953A2-2301-686C-DFE0-B4987856D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27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907E41-25FB-C29D-969B-BB7F35701C42}"/>
              </a:ext>
            </a:extLst>
          </p:cNvPr>
          <p:cNvSpPr txBox="1"/>
          <p:nvPr/>
        </p:nvSpPr>
        <p:spPr>
          <a:xfrm>
            <a:off x="9397511" y="337230"/>
            <a:ext cx="250059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</a:t>
            </a:r>
            <a:r>
              <a:rPr lang="en-CA" b="1"/>
              <a:t>Boolean expression </a:t>
            </a:r>
            <a:r>
              <a:rPr lang="en-CA"/>
              <a:t>is any expression that evaluates to either </a:t>
            </a:r>
            <a:r>
              <a:rPr lang="en-CA">
                <a:latin typeface="Consolas" panose="020B0609020204030204" pitchFamily="49" charset="0"/>
              </a:rPr>
              <a:t>True</a:t>
            </a:r>
            <a:r>
              <a:rPr lang="en-CA"/>
              <a:t> or </a:t>
            </a:r>
            <a:r>
              <a:rPr lang="en-CA">
                <a:latin typeface="Consolas" panose="020B0609020204030204" pitchFamily="49" charset="0"/>
              </a:rPr>
              <a:t>False</a:t>
            </a:r>
            <a:endParaRPr lang="en-AU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411671-09E8-7CAF-04F4-8A730922E4CC}"/>
              </a:ext>
            </a:extLst>
          </p:cNvPr>
          <p:cNvSpPr txBox="1"/>
          <p:nvPr/>
        </p:nvSpPr>
        <p:spPr>
          <a:xfrm>
            <a:off x="3987801" y="622359"/>
            <a:ext cx="3228769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>
                <a:latin typeface="Consolas" panose="020B0609020204030204" pitchFamily="49" charset="0"/>
              </a:rPr>
              <a:t>&gt;&gt;&gt; True</a:t>
            </a:r>
            <a:br>
              <a:rPr lang="en-CA" sz="4800">
                <a:latin typeface="Consolas" panose="020B0609020204030204" pitchFamily="49" charset="0"/>
              </a:rPr>
            </a:br>
            <a:r>
              <a:rPr lang="en-CA" sz="4800" err="1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br>
              <a:rPr lang="en-CA" sz="4800">
                <a:latin typeface="Consolas" panose="020B0609020204030204" pitchFamily="49" charset="0"/>
              </a:rPr>
            </a:b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latin typeface="Consolas" panose="020B0609020204030204" pitchFamily="49" charset="0"/>
              </a:rPr>
              <a:t>&gt;&gt;&gt; False</a:t>
            </a:r>
          </a:p>
          <a:p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r>
              <a:rPr lang="en-CA" sz="4800">
                <a:latin typeface="Consolas" panose="020B0609020204030204" pitchFamily="49" charset="0"/>
              </a:rPr>
              <a:t> </a:t>
            </a:r>
            <a:endParaRPr lang="en-AU" sz="480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096DD0-6AB3-7213-ACA6-97CC365E8900}"/>
              </a:ext>
            </a:extLst>
          </p:cNvPr>
          <p:cNvSpPr txBox="1"/>
          <p:nvPr/>
        </p:nvSpPr>
        <p:spPr>
          <a:xfrm>
            <a:off x="223928" y="2599267"/>
            <a:ext cx="2692402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&gt;&gt;&gt;</a:t>
            </a:r>
            <a:r>
              <a:rPr lang="en-CA" dirty="0"/>
              <a:t> is the Python </a:t>
            </a:r>
            <a:r>
              <a:rPr lang="en-CA" b="1" dirty="0"/>
              <a:t>interpreter prompt</a:t>
            </a:r>
            <a:r>
              <a:rPr lang="en-CA" dirty="0"/>
              <a:t>: after the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&gt;&gt;&gt;</a:t>
            </a:r>
            <a:r>
              <a:rPr lang="en-CA" dirty="0"/>
              <a:t> is what the user typed, and the next line is Python’s response.</a:t>
            </a:r>
            <a:endParaRPr lang="en-AU" dirty="0">
              <a:latin typeface="Consolas" panose="020B0609020204030204" pitchFamily="49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5DA40FD-2B92-C406-8740-F62440C8026B}"/>
              </a:ext>
            </a:extLst>
          </p:cNvPr>
          <p:cNvCxnSpPr/>
          <p:nvPr/>
        </p:nvCxnSpPr>
        <p:spPr>
          <a:xfrm flipV="1">
            <a:off x="2816772" y="1324303"/>
            <a:ext cx="1171029" cy="12749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C538111-880F-A0AE-1488-05985A70771E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2916330" y="3301211"/>
            <a:ext cx="1071471" cy="367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53614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67521-8C63-9CD7-E0F2-1582F6478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F7B29-4F63-073C-4C7F-97C1869BD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 fontScale="90000"/>
          </a:bodyPr>
          <a:lstStyle/>
          <a:p>
            <a:r>
              <a:rPr lang="en-CA"/>
              <a:t>Boolean</a:t>
            </a:r>
            <a:br>
              <a:rPr lang="en-CA"/>
            </a:br>
            <a:r>
              <a:rPr lang="en-CA"/>
              <a:t>Expressions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B561FA-5A57-01F3-6E6A-46F8DB10C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28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44966D-FC6C-59A4-566B-C60D0C6F48E0}"/>
              </a:ext>
            </a:extLst>
          </p:cNvPr>
          <p:cNvSpPr txBox="1"/>
          <p:nvPr/>
        </p:nvSpPr>
        <p:spPr>
          <a:xfrm>
            <a:off x="9397511" y="337230"/>
            <a:ext cx="250059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</a:t>
            </a:r>
            <a:r>
              <a:rPr lang="en-CA" b="1"/>
              <a:t>Boolean expression </a:t>
            </a:r>
            <a:r>
              <a:rPr lang="en-CA"/>
              <a:t>is any expression that evaluates to either </a:t>
            </a:r>
            <a:r>
              <a:rPr lang="en-CA">
                <a:latin typeface="Consolas" panose="020B0609020204030204" pitchFamily="49" charset="0"/>
              </a:rPr>
              <a:t>True</a:t>
            </a:r>
            <a:r>
              <a:rPr lang="en-CA"/>
              <a:t> or </a:t>
            </a:r>
            <a:r>
              <a:rPr lang="en-CA">
                <a:latin typeface="Consolas" panose="020B0609020204030204" pitchFamily="49" charset="0"/>
              </a:rPr>
              <a:t>False</a:t>
            </a:r>
            <a:endParaRPr lang="en-AU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3B985D-DD8E-622F-0D52-82B685AB44E5}"/>
              </a:ext>
            </a:extLst>
          </p:cNvPr>
          <p:cNvSpPr txBox="1"/>
          <p:nvPr/>
        </p:nvSpPr>
        <p:spPr>
          <a:xfrm>
            <a:off x="3987801" y="622359"/>
            <a:ext cx="3567002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>
                <a:latin typeface="Consolas" panose="020B0609020204030204" pitchFamily="49" charset="0"/>
              </a:rPr>
              <a:t>&gt;&gt;&gt; 2 == 2</a:t>
            </a: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br>
              <a:rPr lang="en-CA" sz="4800">
                <a:latin typeface="Consolas" panose="020B0609020204030204" pitchFamily="49" charset="0"/>
              </a:rPr>
            </a:b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latin typeface="Consolas" panose="020B0609020204030204" pitchFamily="49" charset="0"/>
              </a:rPr>
              <a:t>&gt;&gt;&gt; 5 == 4</a:t>
            </a:r>
          </a:p>
          <a:p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r>
              <a:rPr lang="en-CA" sz="4800">
                <a:latin typeface="Consolas" panose="020B0609020204030204" pitchFamily="49" charset="0"/>
              </a:rPr>
              <a:t> </a:t>
            </a:r>
            <a:endParaRPr lang="en-AU" sz="480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5F5254-5CED-EA41-5294-9082B1E1815F}"/>
              </a:ext>
            </a:extLst>
          </p:cNvPr>
          <p:cNvSpPr txBox="1"/>
          <p:nvPr/>
        </p:nvSpPr>
        <p:spPr>
          <a:xfrm>
            <a:off x="8384537" y="3946346"/>
            <a:ext cx="202197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Important</a:t>
            </a:r>
            <a:r>
              <a:rPr lang="en-CA" dirty="0"/>
              <a:t>: Python uses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==</a:t>
            </a:r>
            <a:r>
              <a:rPr lang="en-CA" dirty="0"/>
              <a:t> to mean “equals”</a:t>
            </a:r>
            <a:endParaRPr lang="en-AU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4677700-BC89-5CF3-0E2C-93DD717747C9}"/>
              </a:ext>
            </a:extLst>
          </p:cNvPr>
          <p:cNvCxnSpPr/>
          <p:nvPr/>
        </p:nvCxnSpPr>
        <p:spPr>
          <a:xfrm flipH="1" flipV="1">
            <a:off x="6758152" y="3429000"/>
            <a:ext cx="1597572" cy="722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EF44964-D30A-985D-76D7-5282B8A19739}"/>
              </a:ext>
            </a:extLst>
          </p:cNvPr>
          <p:cNvCxnSpPr>
            <a:cxnSpLocks/>
          </p:cNvCxnSpPr>
          <p:nvPr/>
        </p:nvCxnSpPr>
        <p:spPr>
          <a:xfrm flipH="1" flipV="1">
            <a:off x="6729339" y="1324019"/>
            <a:ext cx="2456119" cy="25944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37886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9EAA3-A3BA-A63C-5C64-FE201AB1B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73F95-BD76-F92F-9AAB-1DC64BD2E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 fontScale="90000"/>
          </a:bodyPr>
          <a:lstStyle/>
          <a:p>
            <a:r>
              <a:rPr lang="en-CA"/>
              <a:t>Boolean</a:t>
            </a:r>
            <a:br>
              <a:rPr lang="en-CA"/>
            </a:br>
            <a:r>
              <a:rPr lang="en-CA"/>
              <a:t>Expressions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B297B-2D46-1B9C-F377-8DDB5B68E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29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332FCF-4E25-7C75-012B-59347C1FCC2B}"/>
              </a:ext>
            </a:extLst>
          </p:cNvPr>
          <p:cNvSpPr txBox="1"/>
          <p:nvPr/>
        </p:nvSpPr>
        <p:spPr>
          <a:xfrm>
            <a:off x="9397511" y="337230"/>
            <a:ext cx="250059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</a:t>
            </a:r>
            <a:r>
              <a:rPr lang="en-CA" b="1"/>
              <a:t>Boolean expression </a:t>
            </a:r>
            <a:r>
              <a:rPr lang="en-CA"/>
              <a:t>is any expression that evaluates to either </a:t>
            </a:r>
            <a:r>
              <a:rPr lang="en-CA">
                <a:latin typeface="Consolas" panose="020B0609020204030204" pitchFamily="49" charset="0"/>
              </a:rPr>
              <a:t>True</a:t>
            </a:r>
            <a:r>
              <a:rPr lang="en-CA"/>
              <a:t> or </a:t>
            </a:r>
            <a:r>
              <a:rPr lang="en-CA">
                <a:latin typeface="Consolas" panose="020B0609020204030204" pitchFamily="49" charset="0"/>
              </a:rPr>
              <a:t>False</a:t>
            </a:r>
            <a:endParaRPr lang="en-AU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C96935-2170-975D-611F-720E3174042E}"/>
              </a:ext>
            </a:extLst>
          </p:cNvPr>
          <p:cNvSpPr txBox="1"/>
          <p:nvPr/>
        </p:nvSpPr>
        <p:spPr>
          <a:xfrm>
            <a:off x="3987801" y="622359"/>
            <a:ext cx="3567002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>
                <a:latin typeface="Consolas" panose="020B0609020204030204" pitchFamily="49" charset="0"/>
              </a:rPr>
              <a:t>&gt;&gt;&gt; 2 == 2</a:t>
            </a: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br>
              <a:rPr lang="en-CA" sz="4800">
                <a:latin typeface="Consolas" panose="020B0609020204030204" pitchFamily="49" charset="0"/>
              </a:rPr>
            </a:b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latin typeface="Consolas" panose="020B0609020204030204" pitchFamily="49" charset="0"/>
              </a:rPr>
              <a:t>&gt;&gt;&gt; 5 == 4</a:t>
            </a:r>
          </a:p>
          <a:p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r>
              <a:rPr lang="en-CA" sz="4800">
                <a:latin typeface="Consolas" panose="020B0609020204030204" pitchFamily="49" charset="0"/>
              </a:rPr>
              <a:t> </a:t>
            </a:r>
            <a:endParaRPr lang="en-AU" sz="48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1340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45AA3-3A47-3C90-36FA-D3A60D723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86D6F-4B5B-3762-B514-72586262B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 fontScale="90000"/>
          </a:bodyPr>
          <a:lstStyle/>
          <a:p>
            <a:r>
              <a:rPr lang="en-CA"/>
              <a:t>Boolean</a:t>
            </a:r>
            <a:br>
              <a:rPr lang="en-CA"/>
            </a:br>
            <a:r>
              <a:rPr lang="en-CA"/>
              <a:t>Expressions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87C30E-84AB-7E50-73E2-7A0B0982E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30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110A26-6918-503D-42A8-72EA9B56DFA6}"/>
              </a:ext>
            </a:extLst>
          </p:cNvPr>
          <p:cNvSpPr txBox="1"/>
          <p:nvPr/>
        </p:nvSpPr>
        <p:spPr>
          <a:xfrm>
            <a:off x="9397511" y="337230"/>
            <a:ext cx="250059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</a:t>
            </a:r>
            <a:r>
              <a:rPr lang="en-CA" b="1"/>
              <a:t>Boolean expression </a:t>
            </a:r>
            <a:r>
              <a:rPr lang="en-CA"/>
              <a:t>is any expression that evaluates to either </a:t>
            </a:r>
            <a:r>
              <a:rPr lang="en-CA">
                <a:latin typeface="Consolas" panose="020B0609020204030204" pitchFamily="49" charset="0"/>
              </a:rPr>
              <a:t>True</a:t>
            </a:r>
            <a:r>
              <a:rPr lang="en-CA"/>
              <a:t> or </a:t>
            </a:r>
            <a:r>
              <a:rPr lang="en-CA">
                <a:latin typeface="Consolas" panose="020B0609020204030204" pitchFamily="49" charset="0"/>
              </a:rPr>
              <a:t>False</a:t>
            </a:r>
            <a:endParaRPr lang="en-AU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A2C5EF-9E3A-DB2B-11BC-AF91EF8FCA8B}"/>
              </a:ext>
            </a:extLst>
          </p:cNvPr>
          <p:cNvSpPr txBox="1"/>
          <p:nvPr/>
        </p:nvSpPr>
        <p:spPr>
          <a:xfrm>
            <a:off x="2353734" y="1680692"/>
            <a:ext cx="8302273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>
                <a:latin typeface="Consolas" panose="020B0609020204030204" pitchFamily="49" charset="0"/>
              </a:rPr>
              <a:t>&gt;&gt;&gt; 1 + 3 == 4 * (2 – 1)</a:t>
            </a: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br>
              <a:rPr lang="en-CA" sz="4800">
                <a:latin typeface="Consolas" panose="020B0609020204030204" pitchFamily="49" charset="0"/>
              </a:rPr>
            </a:b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latin typeface="Consolas" panose="020B0609020204030204" pitchFamily="49" charset="0"/>
              </a:rPr>
              <a:t>&gt;&gt;&gt; 1 + 3 == 3 - 1</a:t>
            </a:r>
          </a:p>
          <a:p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r>
              <a:rPr lang="en-CA" sz="4800">
                <a:latin typeface="Consolas" panose="020B0609020204030204" pitchFamily="49" charset="0"/>
              </a:rPr>
              <a:t> </a:t>
            </a:r>
            <a:endParaRPr lang="en-AU" sz="48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38661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4CFC9-1238-75C0-6CAF-891C91879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F99EE-EEA7-2A2B-E274-3492B4E14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 fontScale="90000"/>
          </a:bodyPr>
          <a:lstStyle/>
          <a:p>
            <a:r>
              <a:rPr lang="en-CA"/>
              <a:t>Boolean</a:t>
            </a:r>
            <a:br>
              <a:rPr lang="en-CA"/>
            </a:br>
            <a:r>
              <a:rPr lang="en-CA"/>
              <a:t>Expressions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160B77-1F81-117B-75AA-6AAA67848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31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B5EBBF-3117-48B9-027C-59DC264C8425}"/>
              </a:ext>
            </a:extLst>
          </p:cNvPr>
          <p:cNvSpPr txBox="1"/>
          <p:nvPr/>
        </p:nvSpPr>
        <p:spPr>
          <a:xfrm>
            <a:off x="9397511" y="337230"/>
            <a:ext cx="250059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</a:t>
            </a:r>
            <a:r>
              <a:rPr lang="en-CA" b="1"/>
              <a:t>Boolean expression </a:t>
            </a:r>
            <a:r>
              <a:rPr lang="en-CA"/>
              <a:t>is any expression that evaluates to either </a:t>
            </a:r>
            <a:r>
              <a:rPr lang="en-CA">
                <a:latin typeface="Consolas" panose="020B0609020204030204" pitchFamily="49" charset="0"/>
              </a:rPr>
              <a:t>True</a:t>
            </a:r>
            <a:r>
              <a:rPr lang="en-CA"/>
              <a:t> or </a:t>
            </a:r>
            <a:r>
              <a:rPr lang="en-CA">
                <a:latin typeface="Consolas" panose="020B0609020204030204" pitchFamily="49" charset="0"/>
              </a:rPr>
              <a:t>False</a:t>
            </a:r>
            <a:endParaRPr lang="en-AU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CB0CB5-9086-A713-27B3-EF6E58CF25B9}"/>
              </a:ext>
            </a:extLst>
          </p:cNvPr>
          <p:cNvSpPr txBox="1"/>
          <p:nvPr/>
        </p:nvSpPr>
        <p:spPr>
          <a:xfrm>
            <a:off x="3014196" y="1756892"/>
            <a:ext cx="6611105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>
                <a:latin typeface="Consolas" panose="020B0609020204030204" pitchFamily="49" charset="0"/>
              </a:rPr>
              <a:t>&gt;&gt;&gt; 'up' == 'up'</a:t>
            </a: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br>
              <a:rPr lang="en-CA" sz="4800">
                <a:latin typeface="Consolas" panose="020B0609020204030204" pitchFamily="49" charset="0"/>
              </a:rPr>
            </a:b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latin typeface="Consolas" panose="020B0609020204030204" pitchFamily="49" charset="0"/>
              </a:rPr>
              <a:t>&gt;&gt;&gt; 'cat ' == 'cat'</a:t>
            </a:r>
          </a:p>
          <a:p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r>
              <a:rPr lang="en-CA" sz="4800">
                <a:latin typeface="Consolas" panose="020B0609020204030204" pitchFamily="49" charset="0"/>
              </a:rPr>
              <a:t> </a:t>
            </a:r>
            <a:endParaRPr lang="en-AU" sz="48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23496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3E097-7950-CB1F-A094-DA1115F93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F94B1-D938-EF15-225B-4F8285E44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 fontScale="90000"/>
          </a:bodyPr>
          <a:lstStyle/>
          <a:p>
            <a:r>
              <a:rPr lang="en-CA"/>
              <a:t>Boolean</a:t>
            </a:r>
            <a:br>
              <a:rPr lang="en-CA"/>
            </a:br>
            <a:r>
              <a:rPr lang="en-CA"/>
              <a:t>Expressions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055132-0DAC-D8F3-7413-25E51CAD4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32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B4388E-386D-1FB0-8142-BD5F889010E8}"/>
              </a:ext>
            </a:extLst>
          </p:cNvPr>
          <p:cNvSpPr txBox="1"/>
          <p:nvPr/>
        </p:nvSpPr>
        <p:spPr>
          <a:xfrm>
            <a:off x="9397511" y="337230"/>
            <a:ext cx="250059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</a:t>
            </a:r>
            <a:r>
              <a:rPr lang="en-CA" b="1"/>
              <a:t>Boolean expression </a:t>
            </a:r>
            <a:r>
              <a:rPr lang="en-CA"/>
              <a:t>is any expression that evaluates to either </a:t>
            </a:r>
            <a:r>
              <a:rPr lang="en-CA">
                <a:latin typeface="Consolas" panose="020B0609020204030204" pitchFamily="49" charset="0"/>
              </a:rPr>
              <a:t>True</a:t>
            </a:r>
            <a:r>
              <a:rPr lang="en-CA"/>
              <a:t> or </a:t>
            </a:r>
            <a:r>
              <a:rPr lang="en-CA">
                <a:latin typeface="Consolas" panose="020B0609020204030204" pitchFamily="49" charset="0"/>
              </a:rPr>
              <a:t>False</a:t>
            </a:r>
            <a:endParaRPr lang="en-AU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36D3EE-8B46-EEBE-1B0E-8D60EDE6C11C}"/>
              </a:ext>
            </a:extLst>
          </p:cNvPr>
          <p:cNvSpPr txBox="1"/>
          <p:nvPr/>
        </p:nvSpPr>
        <p:spPr>
          <a:xfrm>
            <a:off x="3014196" y="1756892"/>
            <a:ext cx="8978740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>
                <a:latin typeface="Consolas" panose="020B0609020204030204" pitchFamily="49" charset="0"/>
              </a:rPr>
              <a:t>&gt;&gt;&gt; 'cat' + 's' == 'cats'</a:t>
            </a: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br>
              <a:rPr lang="en-CA" sz="4800">
                <a:latin typeface="Consolas" panose="020B0609020204030204" pitchFamily="49" charset="0"/>
              </a:rPr>
            </a:b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latin typeface="Consolas" panose="020B0609020204030204" pitchFamily="49" charset="0"/>
              </a:rPr>
              <a:t>&gt;&gt;&gt; 3 * 'a' == 'a' + '</a:t>
            </a:r>
            <a:r>
              <a:rPr lang="en-CA" sz="4800" err="1">
                <a:latin typeface="Consolas" panose="020B0609020204030204" pitchFamily="49" charset="0"/>
              </a:rPr>
              <a:t>aaa</a:t>
            </a:r>
            <a:r>
              <a:rPr lang="en-CA" sz="4800">
                <a:latin typeface="Consolas" panose="020B0609020204030204" pitchFamily="49" charset="0"/>
              </a:rPr>
              <a:t>'</a:t>
            </a:r>
          </a:p>
          <a:p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r>
              <a:rPr lang="en-CA" sz="4800">
                <a:latin typeface="Consolas" panose="020B0609020204030204" pitchFamily="49" charset="0"/>
              </a:rPr>
              <a:t> </a:t>
            </a:r>
            <a:endParaRPr lang="en-AU" sz="48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3764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AD21C-AA36-C1D4-4A65-37D48A22B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82BED-AE66-E6E0-3C89-62EC0A1A0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 fontScale="90000"/>
          </a:bodyPr>
          <a:lstStyle/>
          <a:p>
            <a:r>
              <a:rPr lang="en-CA"/>
              <a:t>Boolean</a:t>
            </a:r>
            <a:br>
              <a:rPr lang="en-CA"/>
            </a:br>
            <a:r>
              <a:rPr lang="en-CA"/>
              <a:t>Expressions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3906D-1EE3-725E-AE8F-C2960270D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33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E3ACB6-4A6F-F47E-0B7D-D06680A920A3}"/>
              </a:ext>
            </a:extLst>
          </p:cNvPr>
          <p:cNvSpPr txBox="1"/>
          <p:nvPr/>
        </p:nvSpPr>
        <p:spPr>
          <a:xfrm>
            <a:off x="9397511" y="337230"/>
            <a:ext cx="250059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</a:t>
            </a:r>
            <a:r>
              <a:rPr lang="en-CA" b="1"/>
              <a:t>Boolean expression </a:t>
            </a:r>
            <a:r>
              <a:rPr lang="en-CA"/>
              <a:t>is any expression that evaluates to either </a:t>
            </a:r>
            <a:r>
              <a:rPr lang="en-CA">
                <a:latin typeface="Consolas" panose="020B0609020204030204" pitchFamily="49" charset="0"/>
              </a:rPr>
              <a:t>True</a:t>
            </a:r>
            <a:r>
              <a:rPr lang="en-CA"/>
              <a:t> or </a:t>
            </a:r>
            <a:r>
              <a:rPr lang="en-CA">
                <a:latin typeface="Consolas" panose="020B0609020204030204" pitchFamily="49" charset="0"/>
              </a:rPr>
              <a:t>False</a:t>
            </a:r>
            <a:endParaRPr lang="en-AU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6D5DCC-F89B-FB64-7D2C-FEC8FEED16E5}"/>
              </a:ext>
            </a:extLst>
          </p:cNvPr>
          <p:cNvSpPr txBox="1"/>
          <p:nvPr/>
        </p:nvSpPr>
        <p:spPr>
          <a:xfrm>
            <a:off x="3437531" y="1315465"/>
            <a:ext cx="5596404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>
                <a:latin typeface="Consolas" panose="020B0609020204030204" pitchFamily="49" charset="0"/>
              </a:rPr>
              <a:t>a = 2</a:t>
            </a:r>
          </a:p>
          <a:p>
            <a:r>
              <a:rPr lang="en-CA" sz="4800">
                <a:latin typeface="Consolas" panose="020B0609020204030204" pitchFamily="49" charset="0"/>
              </a:rPr>
              <a:t>b = 3</a:t>
            </a:r>
          </a:p>
          <a:p>
            <a:endParaRPr lang="en-CA" sz="4800">
              <a:latin typeface="Consolas" panose="020B0609020204030204" pitchFamily="49" charset="0"/>
            </a:endParaRPr>
          </a:p>
          <a:p>
            <a:r>
              <a:rPr lang="en-CA" sz="4800">
                <a:latin typeface="Consolas" panose="020B0609020204030204" pitchFamily="49" charset="0"/>
              </a:rPr>
              <a:t>&gt;&gt;&gt; a == b</a:t>
            </a: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latin typeface="Consolas" panose="020B0609020204030204" pitchFamily="49" charset="0"/>
              </a:rPr>
              <a:t>&gt;&gt;&gt; 2*a == b + 1</a:t>
            </a:r>
          </a:p>
          <a:p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endParaRPr lang="en-AU" sz="4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82140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6722E-85D0-2FAC-EE79-F6C0024CB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EB8EB-8A56-253B-0C6C-E8C847A99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 fontScale="90000"/>
          </a:bodyPr>
          <a:lstStyle/>
          <a:p>
            <a:r>
              <a:rPr lang="en-CA"/>
              <a:t>Boolean</a:t>
            </a:r>
            <a:br>
              <a:rPr lang="en-CA"/>
            </a:br>
            <a:r>
              <a:rPr lang="en-CA"/>
              <a:t>Expressions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536F3E-E7BD-B714-2C61-42CDF7AFC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34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D5F202-D7DC-09C8-6084-69BCF9BEEA01}"/>
              </a:ext>
            </a:extLst>
          </p:cNvPr>
          <p:cNvSpPr txBox="1"/>
          <p:nvPr/>
        </p:nvSpPr>
        <p:spPr>
          <a:xfrm>
            <a:off x="6942178" y="3740830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Double </a:t>
            </a:r>
            <a:r>
              <a:rPr lang="en-CA" b="1"/>
              <a:t>==</a:t>
            </a:r>
            <a:r>
              <a:rPr lang="en-CA"/>
              <a:t> means </a:t>
            </a:r>
            <a:r>
              <a:rPr lang="en-CA" b="1"/>
              <a:t>equality</a:t>
            </a:r>
            <a:r>
              <a:rPr lang="en-CA"/>
              <a:t>: are </a:t>
            </a:r>
            <a:r>
              <a:rPr lang="en-CA" b="1"/>
              <a:t>a</a:t>
            </a:r>
            <a:r>
              <a:rPr lang="en-CA"/>
              <a:t> and </a:t>
            </a:r>
            <a:r>
              <a:rPr lang="en-CA" b="1"/>
              <a:t>b</a:t>
            </a:r>
            <a:r>
              <a:rPr lang="en-CA"/>
              <a:t> the same value?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D6C4A8-EEEB-FC8D-EFE7-A2EA690F58A8}"/>
              </a:ext>
            </a:extLst>
          </p:cNvPr>
          <p:cNvSpPr txBox="1"/>
          <p:nvPr/>
        </p:nvSpPr>
        <p:spPr>
          <a:xfrm>
            <a:off x="4080997" y="2274838"/>
            <a:ext cx="221406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>
                <a:latin typeface="Consolas" panose="020B0609020204030204" pitchFamily="49" charset="0"/>
              </a:rPr>
              <a:t>a = b</a:t>
            </a:r>
          </a:p>
          <a:p>
            <a:endParaRPr lang="en-CA" sz="4800">
              <a:latin typeface="Consolas" panose="020B0609020204030204" pitchFamily="49" charset="0"/>
            </a:endParaRPr>
          </a:p>
          <a:p>
            <a:r>
              <a:rPr lang="en-CA" sz="4800">
                <a:latin typeface="Consolas" panose="020B0609020204030204" pitchFamily="49" charset="0"/>
              </a:rPr>
              <a:t>a == 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045FD3-C4A0-2D00-BDBC-62EFFC916919}"/>
              </a:ext>
            </a:extLst>
          </p:cNvPr>
          <p:cNvSpPr txBox="1"/>
          <p:nvPr/>
        </p:nvSpPr>
        <p:spPr>
          <a:xfrm>
            <a:off x="1227179" y="2019461"/>
            <a:ext cx="2616688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single </a:t>
            </a:r>
            <a:r>
              <a:rPr lang="en-CA" b="1"/>
              <a:t>=</a:t>
            </a:r>
            <a:r>
              <a:rPr lang="en-CA"/>
              <a:t> means an </a:t>
            </a:r>
            <a:r>
              <a:rPr lang="en-CA" b="1"/>
              <a:t>assignment statement</a:t>
            </a:r>
            <a:r>
              <a:rPr lang="en-CA"/>
              <a:t>: A copy of the value of </a:t>
            </a:r>
            <a:r>
              <a:rPr lang="en-CA" b="1"/>
              <a:t>b</a:t>
            </a:r>
            <a:r>
              <a:rPr lang="en-CA"/>
              <a:t> is put into variable </a:t>
            </a:r>
            <a:r>
              <a:rPr lang="en-CA" b="1"/>
              <a:t>a</a:t>
            </a:r>
            <a:r>
              <a:rPr lang="en-CA"/>
              <a:t>.</a:t>
            </a:r>
            <a:endParaRPr lang="en-AU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22151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A1624-48DF-D441-2E88-1E573504B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26BBF-6FC9-D5B4-76FD-109AFAEBC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 fontScale="90000"/>
          </a:bodyPr>
          <a:lstStyle/>
          <a:p>
            <a:r>
              <a:rPr lang="en-CA"/>
              <a:t>Boolean</a:t>
            </a:r>
            <a:br>
              <a:rPr lang="en-CA"/>
            </a:br>
            <a:r>
              <a:rPr lang="en-CA"/>
              <a:t>Expressions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A99E0F-72B0-2D13-0026-62E796B72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35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958328-82EE-513E-B9E7-48CBA5487C86}"/>
              </a:ext>
            </a:extLst>
          </p:cNvPr>
          <p:cNvSpPr txBox="1"/>
          <p:nvPr/>
        </p:nvSpPr>
        <p:spPr>
          <a:xfrm>
            <a:off x="7783638" y="136525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>
                <a:latin typeface="Consolas" panose="020B0609020204030204" pitchFamily="49" charset="0"/>
              </a:rPr>
              <a:t>!=</a:t>
            </a:r>
            <a:r>
              <a:rPr lang="en-CA"/>
              <a:t> is the </a:t>
            </a:r>
            <a:r>
              <a:rPr lang="en-CA" b="1"/>
              <a:t>not equal </a:t>
            </a:r>
            <a:r>
              <a:rPr lang="en-CA"/>
              <a:t>operator, and it returns the opposite of </a:t>
            </a:r>
            <a:r>
              <a:rPr lang="en-CA" b="1">
                <a:latin typeface="Consolas" panose="020B0609020204030204" pitchFamily="49" charset="0"/>
              </a:rPr>
              <a:t>==</a:t>
            </a:r>
            <a:endParaRPr lang="en-AU" b="1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1B04CF-B376-DD57-4AB1-58419CA65D83}"/>
              </a:ext>
            </a:extLst>
          </p:cNvPr>
          <p:cNvSpPr txBox="1"/>
          <p:nvPr/>
        </p:nvSpPr>
        <p:spPr>
          <a:xfrm>
            <a:off x="651934" y="1850026"/>
            <a:ext cx="3567002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>
                <a:latin typeface="Consolas" panose="020B0609020204030204" pitchFamily="49" charset="0"/>
              </a:rPr>
              <a:t>&gt;&gt;&gt; 2 == 2</a:t>
            </a: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br>
              <a:rPr lang="en-CA" sz="4800">
                <a:latin typeface="Consolas" panose="020B0609020204030204" pitchFamily="49" charset="0"/>
              </a:rPr>
            </a:b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latin typeface="Consolas" panose="020B0609020204030204" pitchFamily="49" charset="0"/>
              </a:rPr>
              <a:t>&gt;&gt;&gt; 5 == 4</a:t>
            </a:r>
          </a:p>
          <a:p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r>
              <a:rPr lang="en-CA" sz="4800">
                <a:latin typeface="Consolas" panose="020B0609020204030204" pitchFamily="49" charset="0"/>
              </a:rPr>
              <a:t> </a:t>
            </a:r>
            <a:endParaRPr lang="en-AU" sz="480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C64928-657F-970B-91CA-9A4EFD0D5931}"/>
              </a:ext>
            </a:extLst>
          </p:cNvPr>
          <p:cNvSpPr txBox="1"/>
          <p:nvPr/>
        </p:nvSpPr>
        <p:spPr>
          <a:xfrm>
            <a:off x="6620934" y="1850026"/>
            <a:ext cx="3567002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>
                <a:latin typeface="Consolas" panose="020B0609020204030204" pitchFamily="49" charset="0"/>
              </a:rPr>
              <a:t>&gt;&gt;&gt; 2 </a:t>
            </a:r>
            <a:r>
              <a:rPr lang="en-CA" sz="4800">
                <a:solidFill>
                  <a:srgbClr val="00B050"/>
                </a:solidFill>
                <a:latin typeface="Consolas" panose="020B0609020204030204" pitchFamily="49" charset="0"/>
              </a:rPr>
              <a:t>!=</a:t>
            </a:r>
            <a:r>
              <a:rPr lang="en-CA" sz="4800">
                <a:latin typeface="Consolas" panose="020B0609020204030204" pitchFamily="49" charset="0"/>
              </a:rPr>
              <a:t> 2</a:t>
            </a: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br>
              <a:rPr lang="en-CA" sz="4800">
                <a:latin typeface="Consolas" panose="020B0609020204030204" pitchFamily="49" charset="0"/>
              </a:rPr>
            </a:br>
            <a:br>
              <a:rPr lang="en-CA" sz="4800">
                <a:latin typeface="Consolas" panose="020B0609020204030204" pitchFamily="49" charset="0"/>
              </a:rPr>
            </a:br>
            <a:r>
              <a:rPr lang="en-CA" sz="4800">
                <a:latin typeface="Consolas" panose="020B0609020204030204" pitchFamily="49" charset="0"/>
              </a:rPr>
              <a:t>&gt;&gt;&gt; 5 </a:t>
            </a:r>
            <a:r>
              <a:rPr lang="en-CA" sz="4800">
                <a:solidFill>
                  <a:srgbClr val="00B050"/>
                </a:solidFill>
                <a:latin typeface="Consolas" panose="020B0609020204030204" pitchFamily="49" charset="0"/>
              </a:rPr>
              <a:t>!=</a:t>
            </a:r>
            <a:r>
              <a:rPr lang="en-CA" sz="4800">
                <a:latin typeface="Consolas" panose="020B0609020204030204" pitchFamily="49" charset="0"/>
              </a:rPr>
              <a:t> 4</a:t>
            </a:r>
          </a:p>
          <a:p>
            <a:r>
              <a:rPr lang="en-CA" sz="48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r>
              <a:rPr lang="en-CA" sz="4800">
                <a:latin typeface="Consolas" panose="020B0609020204030204" pitchFamily="49" charset="0"/>
              </a:rPr>
              <a:t> </a:t>
            </a:r>
            <a:endParaRPr lang="en-AU" sz="48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9639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20C32-3EE1-91D3-A60A-47716B743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024B6-D4B9-E407-2B3D-3EF83D901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 fontScale="90000"/>
          </a:bodyPr>
          <a:lstStyle/>
          <a:p>
            <a:r>
              <a:rPr lang="en-CA"/>
              <a:t>Boolean</a:t>
            </a:r>
            <a:br>
              <a:rPr lang="en-CA"/>
            </a:br>
            <a:r>
              <a:rPr lang="en-CA"/>
              <a:t>Expressions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D4E2E2-27D8-0824-0BA0-EE563D651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36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11CB8C-2AD3-ECE8-5012-A1A578699BE3}"/>
              </a:ext>
            </a:extLst>
          </p:cNvPr>
          <p:cNvSpPr txBox="1"/>
          <p:nvPr/>
        </p:nvSpPr>
        <p:spPr>
          <a:xfrm>
            <a:off x="372596" y="2096010"/>
            <a:ext cx="5262979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>
                <a:latin typeface="Consolas" panose="020B0609020204030204" pitchFamily="49" charset="0"/>
              </a:rPr>
              <a:t>&gt;&gt;&gt; 'up' == 'up'</a:t>
            </a:r>
            <a:br>
              <a:rPr lang="en-CA" sz="4000">
                <a:latin typeface="Consolas" panose="020B0609020204030204" pitchFamily="49" charset="0"/>
              </a:rPr>
            </a:br>
            <a:r>
              <a:rPr lang="en-CA" sz="40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br>
              <a:rPr lang="en-CA" sz="4000">
                <a:latin typeface="Consolas" panose="020B0609020204030204" pitchFamily="49" charset="0"/>
              </a:rPr>
            </a:br>
            <a:br>
              <a:rPr lang="en-CA" sz="4000">
                <a:latin typeface="Consolas" panose="020B0609020204030204" pitchFamily="49" charset="0"/>
              </a:rPr>
            </a:br>
            <a:r>
              <a:rPr lang="en-CA" sz="4000">
                <a:latin typeface="Consolas" panose="020B0609020204030204" pitchFamily="49" charset="0"/>
              </a:rPr>
              <a:t>&gt;&gt;&gt; 'Cat' == 'cat'</a:t>
            </a:r>
          </a:p>
          <a:p>
            <a:r>
              <a:rPr lang="en-CA" sz="40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r>
              <a:rPr lang="en-CA" sz="4000">
                <a:latin typeface="Consolas" panose="020B0609020204030204" pitchFamily="49" charset="0"/>
              </a:rPr>
              <a:t> </a:t>
            </a:r>
            <a:endParaRPr lang="en-AU" sz="400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FD27B4-74C0-882A-6637-6B40E453984B}"/>
              </a:ext>
            </a:extLst>
          </p:cNvPr>
          <p:cNvSpPr txBox="1"/>
          <p:nvPr/>
        </p:nvSpPr>
        <p:spPr>
          <a:xfrm>
            <a:off x="6536329" y="2096010"/>
            <a:ext cx="5262979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>
                <a:latin typeface="Consolas" panose="020B0609020204030204" pitchFamily="49" charset="0"/>
              </a:rPr>
              <a:t>&gt;&gt;&gt; 'up' </a:t>
            </a:r>
            <a:r>
              <a:rPr lang="en-CA" sz="4000">
                <a:solidFill>
                  <a:srgbClr val="00B050"/>
                </a:solidFill>
                <a:latin typeface="Consolas" panose="020B0609020204030204" pitchFamily="49" charset="0"/>
              </a:rPr>
              <a:t>!=</a:t>
            </a:r>
            <a:r>
              <a:rPr lang="en-CA" sz="4000">
                <a:latin typeface="Consolas" panose="020B0609020204030204" pitchFamily="49" charset="0"/>
              </a:rPr>
              <a:t> 'up’</a:t>
            </a:r>
            <a:br>
              <a:rPr lang="en-CA" sz="4000">
                <a:latin typeface="Consolas" panose="020B0609020204030204" pitchFamily="49" charset="0"/>
              </a:rPr>
            </a:br>
            <a:r>
              <a:rPr lang="en-CA" sz="40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br>
              <a:rPr lang="en-CA" sz="4000">
                <a:latin typeface="Consolas" panose="020B0609020204030204" pitchFamily="49" charset="0"/>
              </a:rPr>
            </a:br>
            <a:br>
              <a:rPr lang="en-CA" sz="4000">
                <a:latin typeface="Consolas" panose="020B0609020204030204" pitchFamily="49" charset="0"/>
              </a:rPr>
            </a:br>
            <a:r>
              <a:rPr lang="en-CA" sz="4000">
                <a:latin typeface="Consolas" panose="020B0609020204030204" pitchFamily="49" charset="0"/>
              </a:rPr>
              <a:t>&gt;&gt;&gt; 'Cat' </a:t>
            </a:r>
            <a:r>
              <a:rPr lang="en-CA" sz="4000">
                <a:solidFill>
                  <a:srgbClr val="00B050"/>
                </a:solidFill>
                <a:latin typeface="Consolas" panose="020B0609020204030204" pitchFamily="49" charset="0"/>
              </a:rPr>
              <a:t>!=</a:t>
            </a:r>
            <a:r>
              <a:rPr lang="en-CA" sz="4000">
                <a:latin typeface="Consolas" panose="020B0609020204030204" pitchFamily="49" charset="0"/>
              </a:rPr>
              <a:t> 'cat’</a:t>
            </a:r>
          </a:p>
          <a:p>
            <a:r>
              <a:rPr lang="en-CA" sz="40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r>
              <a:rPr lang="en-CA" sz="4000">
                <a:latin typeface="Consolas" panose="020B0609020204030204" pitchFamily="49" charset="0"/>
              </a:rPr>
              <a:t> </a:t>
            </a:r>
            <a:endParaRPr lang="en-AU" sz="400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B53817-8021-461D-DD7F-CC70F75A0DE8}"/>
              </a:ext>
            </a:extLst>
          </p:cNvPr>
          <p:cNvSpPr txBox="1"/>
          <p:nvPr/>
        </p:nvSpPr>
        <p:spPr>
          <a:xfrm>
            <a:off x="7783638" y="136525"/>
            <a:ext cx="250059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>
                <a:latin typeface="Consolas" panose="020B0609020204030204" pitchFamily="49" charset="0"/>
              </a:rPr>
              <a:t>!=</a:t>
            </a:r>
            <a:r>
              <a:rPr lang="en-CA"/>
              <a:t> is the </a:t>
            </a:r>
            <a:r>
              <a:rPr lang="en-CA" b="1"/>
              <a:t>not equal </a:t>
            </a:r>
            <a:r>
              <a:rPr lang="en-CA"/>
              <a:t>operator, and it returns the opposite of </a:t>
            </a:r>
            <a:r>
              <a:rPr lang="en-CA" b="1">
                <a:latin typeface="Consolas" panose="020B0609020204030204" pitchFamily="49" charset="0"/>
              </a:rPr>
              <a:t>==</a:t>
            </a:r>
            <a:endParaRPr lang="en-AU" b="1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59346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F0F2C-4969-C916-0A08-92018F2B5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AF7AA-CC6D-490E-AC02-A92D65606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 fontScale="90000"/>
          </a:bodyPr>
          <a:lstStyle/>
          <a:p>
            <a:r>
              <a:rPr lang="en-CA"/>
              <a:t>Boolean</a:t>
            </a:r>
            <a:br>
              <a:rPr lang="en-CA"/>
            </a:br>
            <a:r>
              <a:rPr lang="en-CA"/>
              <a:t>Expressions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717017-457B-A892-EF8A-5B345E51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37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8F48D5-C945-B698-AA2B-2F6DF75C1E3F}"/>
              </a:ext>
            </a:extLst>
          </p:cNvPr>
          <p:cNvSpPr txBox="1"/>
          <p:nvPr/>
        </p:nvSpPr>
        <p:spPr>
          <a:xfrm>
            <a:off x="372596" y="2096010"/>
            <a:ext cx="479462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>
                <a:solidFill>
                  <a:srgbClr val="FF0000"/>
                </a:solidFill>
                <a:latin typeface="Consolas" panose="020B0609020204030204" pitchFamily="49" charset="0"/>
              </a:rPr>
              <a:t>s &lt; t</a:t>
            </a:r>
            <a:r>
              <a:rPr lang="en-CA" sz="2400" b="1">
                <a:solidFill>
                  <a:srgbClr val="FF0000"/>
                </a:solidFill>
              </a:rPr>
              <a:t> </a:t>
            </a:r>
            <a:r>
              <a:rPr lang="en-CA" sz="2400"/>
              <a:t>is </a:t>
            </a:r>
            <a:r>
              <a:rPr lang="en-CA" sz="2400" b="1">
                <a:latin typeface="Consolas" panose="020B0609020204030204" pitchFamily="49" charset="0"/>
              </a:rPr>
              <a:t>True</a:t>
            </a:r>
            <a:r>
              <a:rPr lang="en-CA" sz="2400"/>
              <a:t> just when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>
                <a:latin typeface="Consolas" panose="020B0609020204030204" pitchFamily="49" charset="0"/>
              </a:rPr>
              <a:t>s</a:t>
            </a:r>
            <a:r>
              <a:rPr lang="en-CA" sz="2400"/>
              <a:t> is </a:t>
            </a:r>
            <a:r>
              <a:rPr lang="en-CA" sz="2400" i="1"/>
              <a:t>smaller</a:t>
            </a:r>
            <a:r>
              <a:rPr lang="en-CA" sz="2400"/>
              <a:t> than </a:t>
            </a:r>
            <a:r>
              <a:rPr lang="en-CA" sz="2400" b="1">
                <a:latin typeface="Consolas" panose="020B0609020204030204" pitchFamily="49" charset="0"/>
              </a:rPr>
              <a:t>t</a:t>
            </a:r>
            <a:r>
              <a:rPr lang="en-CA" sz="2400"/>
              <a:t> </a:t>
            </a:r>
            <a:br>
              <a:rPr lang="en-CA" sz="2400"/>
            </a:br>
            <a:r>
              <a:rPr lang="en-CA" sz="2400"/>
              <a:t>(when they are numbers)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>
                <a:latin typeface="Consolas" panose="020B0609020204030204" pitchFamily="49" charset="0"/>
              </a:rPr>
              <a:t>s</a:t>
            </a:r>
            <a:r>
              <a:rPr lang="en-CA" sz="2400"/>
              <a:t> is alphabetically </a:t>
            </a:r>
            <a:r>
              <a:rPr lang="en-CA" sz="2400" i="1"/>
              <a:t>before</a:t>
            </a:r>
            <a:r>
              <a:rPr lang="en-CA" sz="2400"/>
              <a:t> </a:t>
            </a:r>
            <a:r>
              <a:rPr lang="en-CA" sz="2400" b="1">
                <a:latin typeface="Consolas" panose="020B0609020204030204" pitchFamily="49" charset="0"/>
              </a:rPr>
              <a:t>t</a:t>
            </a:r>
            <a:r>
              <a:rPr lang="en-CA" sz="2400"/>
              <a:t> (when they are strings)</a:t>
            </a:r>
          </a:p>
          <a:p>
            <a:endParaRPr lang="en-AU" sz="2400"/>
          </a:p>
          <a:p>
            <a:r>
              <a:rPr lang="en-AU" sz="2400"/>
              <a:t>Otherwise, </a:t>
            </a:r>
            <a:r>
              <a:rPr lang="en-AU" sz="2400" b="1">
                <a:solidFill>
                  <a:srgbClr val="FF0000"/>
                </a:solidFill>
                <a:latin typeface="Consolas" panose="020B0609020204030204" pitchFamily="49" charset="0"/>
              </a:rPr>
              <a:t>s &lt; t</a:t>
            </a:r>
            <a:r>
              <a:rPr lang="en-AU" sz="2400" b="1">
                <a:solidFill>
                  <a:srgbClr val="FF0000"/>
                </a:solidFill>
              </a:rPr>
              <a:t> </a:t>
            </a:r>
            <a:r>
              <a:rPr lang="en-AU" sz="2400"/>
              <a:t>is </a:t>
            </a:r>
            <a:r>
              <a:rPr lang="en-AU" sz="2400" b="1">
                <a:latin typeface="Consolas" panose="020B0609020204030204" pitchFamily="49" charset="0"/>
              </a:rPr>
              <a:t>False</a:t>
            </a:r>
            <a:r>
              <a:rPr lang="en-AU" sz="240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D6E53C-1379-EAEF-9D22-75D09DA7478E}"/>
              </a:ext>
            </a:extLst>
          </p:cNvPr>
          <p:cNvSpPr txBox="1"/>
          <p:nvPr/>
        </p:nvSpPr>
        <p:spPr>
          <a:xfrm>
            <a:off x="7024777" y="203993"/>
            <a:ext cx="479462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200">
                <a:latin typeface="Consolas" panose="020B0609020204030204" pitchFamily="49" charset="0"/>
              </a:rPr>
              <a:t>&gt;&gt;&gt; 2 * 8 </a:t>
            </a:r>
            <a:r>
              <a:rPr lang="da-DK" sz="3200">
                <a:solidFill>
                  <a:srgbClr val="FF0000"/>
                </a:solidFill>
                <a:latin typeface="Consolas" panose="020B0609020204030204" pitchFamily="49" charset="0"/>
              </a:rPr>
              <a:t>&lt;</a:t>
            </a:r>
            <a:r>
              <a:rPr lang="da-DK" sz="3200">
                <a:latin typeface="Consolas" panose="020B0609020204030204" pitchFamily="49" charset="0"/>
              </a:rPr>
              <a:t> 20</a:t>
            </a:r>
          </a:p>
          <a:p>
            <a:r>
              <a:rPr lang="da-DK" sz="32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endParaRPr lang="da-DK" sz="3200">
              <a:latin typeface="Consolas" panose="020B0609020204030204" pitchFamily="49" charset="0"/>
            </a:endParaRPr>
          </a:p>
          <a:p>
            <a:r>
              <a:rPr lang="da-DK" sz="3200">
                <a:latin typeface="Consolas" panose="020B0609020204030204" pitchFamily="49" charset="0"/>
              </a:rPr>
              <a:t>&gt;&gt;&gt; 5 - 1 </a:t>
            </a:r>
            <a:r>
              <a:rPr lang="da-DK" sz="3200">
                <a:solidFill>
                  <a:srgbClr val="FF0000"/>
                </a:solidFill>
                <a:latin typeface="Consolas" panose="020B0609020204030204" pitchFamily="49" charset="0"/>
              </a:rPr>
              <a:t>&lt;</a:t>
            </a:r>
            <a:r>
              <a:rPr lang="da-DK" sz="3200">
                <a:latin typeface="Consolas" panose="020B0609020204030204" pitchFamily="49" charset="0"/>
              </a:rPr>
              <a:t> 4</a:t>
            </a:r>
          </a:p>
          <a:p>
            <a:r>
              <a:rPr lang="da-DK" sz="32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endParaRPr lang="en-AU" sz="320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50BBEA-1971-EB6D-AABF-74B3D86DE136}"/>
              </a:ext>
            </a:extLst>
          </p:cNvPr>
          <p:cNvSpPr txBox="1"/>
          <p:nvPr/>
        </p:nvSpPr>
        <p:spPr>
          <a:xfrm>
            <a:off x="7024777" y="3194484"/>
            <a:ext cx="479462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latin typeface="Consolas" panose="020B0609020204030204" pitchFamily="49" charset="0"/>
              </a:rPr>
              <a:t>&gt;&gt;&gt; 'cow' </a:t>
            </a:r>
            <a:r>
              <a:rPr lang="en-US" sz="3200">
                <a:solidFill>
                  <a:srgbClr val="FF0000"/>
                </a:solidFill>
                <a:latin typeface="Consolas" panose="020B0609020204030204" pitchFamily="49" charset="0"/>
              </a:rPr>
              <a:t>&lt;</a:t>
            </a:r>
            <a:r>
              <a:rPr lang="en-US" sz="3200">
                <a:latin typeface="Consolas" panose="020B0609020204030204" pitchFamily="49" charset="0"/>
              </a:rPr>
              <a:t> 'shoe'</a:t>
            </a:r>
          </a:p>
          <a:p>
            <a:r>
              <a:rPr lang="en-US" sz="32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endParaRPr lang="en-US" sz="3200">
              <a:latin typeface="Consolas" panose="020B0609020204030204" pitchFamily="49" charset="0"/>
            </a:endParaRPr>
          </a:p>
          <a:p>
            <a:r>
              <a:rPr lang="en-US" sz="3200">
                <a:latin typeface="Consolas" panose="020B0609020204030204" pitchFamily="49" charset="0"/>
              </a:rPr>
              <a:t>&gt;&gt;&gt; 'bird' </a:t>
            </a:r>
            <a:r>
              <a:rPr lang="en-US" sz="3200">
                <a:solidFill>
                  <a:srgbClr val="FF0000"/>
                </a:solidFill>
                <a:latin typeface="Consolas" panose="020B0609020204030204" pitchFamily="49" charset="0"/>
              </a:rPr>
              <a:t>&lt;</a:t>
            </a:r>
            <a:r>
              <a:rPr lang="en-US" sz="3200">
                <a:latin typeface="Consolas" panose="020B0609020204030204" pitchFamily="49" charset="0"/>
              </a:rPr>
              <a:t> 'bat'</a:t>
            </a:r>
          </a:p>
          <a:p>
            <a:r>
              <a:rPr lang="en-US" sz="32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br>
              <a:rPr lang="en-US" sz="32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sz="3200">
                <a:latin typeface="Consolas" panose="020B0609020204030204" pitchFamily="49" charset="0"/>
              </a:rPr>
              <a:t>&gt;&gt;&gt; 'on' </a:t>
            </a:r>
            <a:r>
              <a:rPr lang="en-US" sz="3200">
                <a:solidFill>
                  <a:srgbClr val="FF0000"/>
                </a:solidFill>
                <a:latin typeface="Consolas" panose="020B0609020204030204" pitchFamily="49" charset="0"/>
              </a:rPr>
              <a:t>&lt;</a:t>
            </a:r>
            <a:r>
              <a:rPr lang="en-US" sz="3200">
                <a:latin typeface="Consolas" panose="020B0609020204030204" pitchFamily="49" charset="0"/>
              </a:rPr>
              <a:t> 'on'</a:t>
            </a:r>
          </a:p>
          <a:p>
            <a:r>
              <a:rPr lang="en-US" sz="32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endParaRPr lang="en-AU" sz="32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18360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A1CCE-B21B-8410-C75B-FBD99D001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1FD49-2EC1-4FA3-F59D-7DDE0CEED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 fontScale="90000"/>
          </a:bodyPr>
          <a:lstStyle/>
          <a:p>
            <a:r>
              <a:rPr lang="en-CA"/>
              <a:t>Boolean</a:t>
            </a:r>
            <a:br>
              <a:rPr lang="en-CA"/>
            </a:br>
            <a:r>
              <a:rPr lang="en-CA"/>
              <a:t>Expressions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FE4BE-483E-7A46-9F33-8A6A8966F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38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F5C59E-BC8D-85D7-FEED-8FBB62B082FB}"/>
              </a:ext>
            </a:extLst>
          </p:cNvPr>
          <p:cNvSpPr txBox="1"/>
          <p:nvPr/>
        </p:nvSpPr>
        <p:spPr>
          <a:xfrm>
            <a:off x="372596" y="2096010"/>
            <a:ext cx="479462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>
                <a:solidFill>
                  <a:srgbClr val="FF0000"/>
                </a:solidFill>
                <a:latin typeface="Consolas" panose="020B0609020204030204" pitchFamily="49" charset="0"/>
              </a:rPr>
              <a:t>s &gt; t</a:t>
            </a:r>
            <a:r>
              <a:rPr lang="en-CA" sz="2400" b="1">
                <a:solidFill>
                  <a:srgbClr val="FF0000"/>
                </a:solidFill>
              </a:rPr>
              <a:t> </a:t>
            </a:r>
            <a:r>
              <a:rPr lang="en-CA" sz="2400"/>
              <a:t>is </a:t>
            </a:r>
            <a:r>
              <a:rPr lang="en-CA" sz="2400" b="1">
                <a:latin typeface="Consolas" panose="020B0609020204030204" pitchFamily="49" charset="0"/>
              </a:rPr>
              <a:t>True</a:t>
            </a:r>
            <a:r>
              <a:rPr lang="en-CA" sz="2400"/>
              <a:t> just when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>
                <a:latin typeface="Consolas" panose="020B0609020204030204" pitchFamily="49" charset="0"/>
              </a:rPr>
              <a:t>s</a:t>
            </a:r>
            <a:r>
              <a:rPr lang="en-CA" sz="2400"/>
              <a:t> is </a:t>
            </a:r>
            <a:r>
              <a:rPr lang="en-CA" sz="2400" i="1"/>
              <a:t>bigger</a:t>
            </a:r>
            <a:r>
              <a:rPr lang="en-CA" sz="2400"/>
              <a:t> than </a:t>
            </a:r>
            <a:r>
              <a:rPr lang="en-CA" sz="2400" b="1">
                <a:latin typeface="Consolas" panose="020B0609020204030204" pitchFamily="49" charset="0"/>
              </a:rPr>
              <a:t>t</a:t>
            </a:r>
            <a:r>
              <a:rPr lang="en-CA" sz="2400"/>
              <a:t> </a:t>
            </a:r>
            <a:br>
              <a:rPr lang="en-CA" sz="2400"/>
            </a:br>
            <a:r>
              <a:rPr lang="en-CA" sz="2400"/>
              <a:t>(when they are numbers)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>
                <a:latin typeface="Consolas" panose="020B0609020204030204" pitchFamily="49" charset="0"/>
              </a:rPr>
              <a:t>s</a:t>
            </a:r>
            <a:r>
              <a:rPr lang="en-CA" sz="2400"/>
              <a:t> is alphabetically </a:t>
            </a:r>
            <a:r>
              <a:rPr lang="en-CA" sz="2400" i="1"/>
              <a:t>after</a:t>
            </a:r>
            <a:r>
              <a:rPr lang="en-CA" sz="2400"/>
              <a:t> </a:t>
            </a:r>
            <a:r>
              <a:rPr lang="en-CA" sz="2400" b="1">
                <a:latin typeface="Consolas" panose="020B0609020204030204" pitchFamily="49" charset="0"/>
              </a:rPr>
              <a:t>t</a:t>
            </a:r>
            <a:r>
              <a:rPr lang="en-CA" sz="2400"/>
              <a:t> </a:t>
            </a:r>
            <a:br>
              <a:rPr lang="en-CA" sz="2400"/>
            </a:br>
            <a:r>
              <a:rPr lang="en-CA" sz="2400"/>
              <a:t>(when they are strings)</a:t>
            </a:r>
          </a:p>
          <a:p>
            <a:endParaRPr lang="en-AU" sz="2400"/>
          </a:p>
          <a:p>
            <a:r>
              <a:rPr lang="en-AU" sz="2400"/>
              <a:t>Otherwise, </a:t>
            </a:r>
            <a:r>
              <a:rPr lang="en-AU" sz="2400" b="1">
                <a:solidFill>
                  <a:srgbClr val="FF0000"/>
                </a:solidFill>
                <a:latin typeface="Consolas" panose="020B0609020204030204" pitchFamily="49" charset="0"/>
              </a:rPr>
              <a:t>s &gt; t</a:t>
            </a:r>
            <a:r>
              <a:rPr lang="en-AU" sz="2400" b="1">
                <a:solidFill>
                  <a:srgbClr val="FF0000"/>
                </a:solidFill>
              </a:rPr>
              <a:t> </a:t>
            </a:r>
            <a:r>
              <a:rPr lang="en-AU" sz="2400"/>
              <a:t>is </a:t>
            </a:r>
            <a:r>
              <a:rPr lang="en-AU" sz="2400" b="1">
                <a:latin typeface="Consolas" panose="020B0609020204030204" pitchFamily="49" charset="0"/>
              </a:rPr>
              <a:t>False</a:t>
            </a:r>
            <a:r>
              <a:rPr lang="en-AU" sz="240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BC7659-6F35-B7C9-634B-01522F33601D}"/>
              </a:ext>
            </a:extLst>
          </p:cNvPr>
          <p:cNvSpPr txBox="1"/>
          <p:nvPr/>
        </p:nvSpPr>
        <p:spPr>
          <a:xfrm>
            <a:off x="7024777" y="203993"/>
            <a:ext cx="479462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200" dirty="0">
                <a:latin typeface="Consolas" panose="020B0609020204030204" pitchFamily="49" charset="0"/>
              </a:rPr>
              <a:t>&gt;&gt;&gt; 2 * 8 </a:t>
            </a:r>
            <a:r>
              <a:rPr lang="da-DK" sz="3200" dirty="0">
                <a:solidFill>
                  <a:srgbClr val="FF0000"/>
                </a:solidFill>
                <a:latin typeface="Consolas" panose="020B0609020204030204" pitchFamily="49" charset="0"/>
              </a:rPr>
              <a:t>&gt;</a:t>
            </a:r>
            <a:r>
              <a:rPr lang="da-DK" sz="3200" dirty="0">
                <a:latin typeface="Consolas" panose="020B0609020204030204" pitchFamily="49" charset="0"/>
              </a:rPr>
              <a:t> 20</a:t>
            </a:r>
          </a:p>
          <a:p>
            <a:r>
              <a:rPr lang="da-DK" sz="3200" dirty="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</a:p>
          <a:p>
            <a:r>
              <a:rPr lang="da-DK" sz="3200" dirty="0">
                <a:latin typeface="Consolas" panose="020B0609020204030204" pitchFamily="49" charset="0"/>
              </a:rPr>
              <a:t>&gt;&gt;&gt; 5 - 1 </a:t>
            </a:r>
            <a:r>
              <a:rPr lang="da-DK" sz="3200" dirty="0">
                <a:solidFill>
                  <a:srgbClr val="FF0000"/>
                </a:solidFill>
                <a:latin typeface="Consolas" panose="020B0609020204030204" pitchFamily="49" charset="0"/>
              </a:rPr>
              <a:t>&gt;</a:t>
            </a:r>
            <a:r>
              <a:rPr lang="da-DK" sz="3200" dirty="0">
                <a:latin typeface="Consolas" panose="020B0609020204030204" pitchFamily="49" charset="0"/>
              </a:rPr>
              <a:t> 4</a:t>
            </a:r>
          </a:p>
          <a:p>
            <a:r>
              <a:rPr lang="da-DK" sz="3200" dirty="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endParaRPr lang="en-AU" sz="32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5F0FD9-D2CB-5627-E5A3-97A86E525C84}"/>
              </a:ext>
            </a:extLst>
          </p:cNvPr>
          <p:cNvSpPr txBox="1"/>
          <p:nvPr/>
        </p:nvSpPr>
        <p:spPr>
          <a:xfrm>
            <a:off x="7024777" y="3194484"/>
            <a:ext cx="479462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</a:rPr>
              <a:t>&gt;&gt;&gt; 'cow'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&gt;</a:t>
            </a:r>
            <a:r>
              <a:rPr lang="en-US" sz="3200" dirty="0">
                <a:latin typeface="Consolas" panose="020B0609020204030204" pitchFamily="49" charset="0"/>
              </a:rPr>
              <a:t> 'shoe'</a:t>
            </a:r>
          </a:p>
          <a:p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endParaRPr lang="en-US" sz="3200" dirty="0">
              <a:latin typeface="Consolas" panose="020B0609020204030204" pitchFamily="49" charset="0"/>
            </a:endParaRPr>
          </a:p>
          <a:p>
            <a:r>
              <a:rPr lang="en-US" sz="3200" dirty="0">
                <a:latin typeface="Consolas" panose="020B0609020204030204" pitchFamily="49" charset="0"/>
              </a:rPr>
              <a:t>&gt;&gt;&gt; 'bird'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&gt;</a:t>
            </a:r>
            <a:r>
              <a:rPr lang="en-US" sz="3200" dirty="0">
                <a:latin typeface="Consolas" panose="020B0609020204030204" pitchFamily="49" charset="0"/>
              </a:rPr>
              <a:t> 'bat'</a:t>
            </a:r>
          </a:p>
          <a:p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b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sz="3200" dirty="0">
                <a:latin typeface="Consolas" panose="020B0609020204030204" pitchFamily="49" charset="0"/>
              </a:rPr>
              <a:t>&gt;&gt;&gt; 'on'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&gt;</a:t>
            </a:r>
            <a:r>
              <a:rPr lang="en-US" sz="3200" dirty="0">
                <a:latin typeface="Consolas" panose="020B0609020204030204" pitchFamily="49" charset="0"/>
              </a:rPr>
              <a:t> 'on'</a:t>
            </a:r>
          </a:p>
          <a:p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endParaRPr lang="en-AU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80658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9FADC-FFDD-73D9-A7F6-DDEB4A94A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0D077-2F3D-44F6-2B60-524769C17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 fontScale="90000"/>
          </a:bodyPr>
          <a:lstStyle/>
          <a:p>
            <a:r>
              <a:rPr lang="en-CA"/>
              <a:t>Boolean</a:t>
            </a:r>
            <a:br>
              <a:rPr lang="en-CA"/>
            </a:br>
            <a:r>
              <a:rPr lang="en-CA"/>
              <a:t>Expressions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B711B2-D7CF-5723-0579-496D1A609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39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43D030-E7A9-06F9-14DF-576F7354C120}"/>
              </a:ext>
            </a:extLst>
          </p:cNvPr>
          <p:cNvSpPr txBox="1"/>
          <p:nvPr/>
        </p:nvSpPr>
        <p:spPr>
          <a:xfrm>
            <a:off x="372596" y="2096010"/>
            <a:ext cx="479462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>
                <a:solidFill>
                  <a:srgbClr val="FF0000"/>
                </a:solidFill>
                <a:latin typeface="Consolas" panose="020B0609020204030204" pitchFamily="49" charset="0"/>
              </a:rPr>
              <a:t>s &lt;= t</a:t>
            </a:r>
            <a:r>
              <a:rPr lang="en-CA" sz="2400" b="1">
                <a:solidFill>
                  <a:srgbClr val="FF0000"/>
                </a:solidFill>
              </a:rPr>
              <a:t> </a:t>
            </a:r>
            <a:r>
              <a:rPr lang="en-CA" sz="2400"/>
              <a:t>is </a:t>
            </a:r>
            <a:r>
              <a:rPr lang="en-CA" sz="2400" b="1">
                <a:latin typeface="Consolas" panose="020B0609020204030204" pitchFamily="49" charset="0"/>
              </a:rPr>
              <a:t>True</a:t>
            </a:r>
            <a:r>
              <a:rPr lang="en-CA" sz="2400"/>
              <a:t> just when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>
                <a:latin typeface="Consolas" panose="020B0609020204030204" pitchFamily="49" charset="0"/>
              </a:rPr>
              <a:t>s</a:t>
            </a:r>
            <a:r>
              <a:rPr lang="en-CA" sz="2400"/>
              <a:t> is </a:t>
            </a:r>
            <a:r>
              <a:rPr lang="en-CA" sz="2400" i="1"/>
              <a:t>less than, or equal to</a:t>
            </a:r>
            <a:r>
              <a:rPr lang="en-CA" sz="2400"/>
              <a:t>, </a:t>
            </a:r>
            <a:r>
              <a:rPr lang="en-CA" sz="2400" b="1">
                <a:latin typeface="Consolas" panose="020B0609020204030204" pitchFamily="49" charset="0"/>
              </a:rPr>
              <a:t>t</a:t>
            </a:r>
            <a:r>
              <a:rPr lang="en-CA" sz="2400"/>
              <a:t> </a:t>
            </a:r>
            <a:br>
              <a:rPr lang="en-CA" sz="2400"/>
            </a:br>
            <a:r>
              <a:rPr lang="en-CA" sz="2400"/>
              <a:t>(when they are numbers)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>
                <a:latin typeface="Consolas" panose="020B0609020204030204" pitchFamily="49" charset="0"/>
              </a:rPr>
              <a:t>s</a:t>
            </a:r>
            <a:r>
              <a:rPr lang="en-CA" sz="2400"/>
              <a:t> is alphabetically </a:t>
            </a:r>
            <a:r>
              <a:rPr lang="en-CA" sz="2400" i="1"/>
              <a:t>before, or equal to</a:t>
            </a:r>
            <a:r>
              <a:rPr lang="en-CA" sz="2400"/>
              <a:t>, </a:t>
            </a:r>
            <a:r>
              <a:rPr lang="en-CA" sz="2400" b="1">
                <a:latin typeface="Consolas" panose="020B0609020204030204" pitchFamily="49" charset="0"/>
              </a:rPr>
              <a:t>t</a:t>
            </a:r>
            <a:r>
              <a:rPr lang="en-CA" sz="2400"/>
              <a:t> </a:t>
            </a:r>
            <a:br>
              <a:rPr lang="en-CA" sz="2400"/>
            </a:br>
            <a:r>
              <a:rPr lang="en-CA" sz="2400"/>
              <a:t>(when they are strings)</a:t>
            </a:r>
          </a:p>
          <a:p>
            <a:endParaRPr lang="en-AU" sz="2400"/>
          </a:p>
          <a:p>
            <a:r>
              <a:rPr lang="en-AU" sz="2400"/>
              <a:t>Otherwise, </a:t>
            </a:r>
            <a:r>
              <a:rPr lang="en-AU" sz="2400" b="1">
                <a:solidFill>
                  <a:srgbClr val="FF0000"/>
                </a:solidFill>
                <a:latin typeface="Consolas" panose="020B0609020204030204" pitchFamily="49" charset="0"/>
              </a:rPr>
              <a:t>s &lt;= t</a:t>
            </a:r>
            <a:r>
              <a:rPr lang="en-AU" sz="2400" b="1">
                <a:solidFill>
                  <a:srgbClr val="FF0000"/>
                </a:solidFill>
              </a:rPr>
              <a:t> </a:t>
            </a:r>
            <a:r>
              <a:rPr lang="en-AU" sz="2400"/>
              <a:t>is </a:t>
            </a:r>
            <a:r>
              <a:rPr lang="en-AU" sz="2400" b="1">
                <a:latin typeface="Consolas" panose="020B0609020204030204" pitchFamily="49" charset="0"/>
              </a:rPr>
              <a:t>False</a:t>
            </a:r>
            <a:r>
              <a:rPr lang="en-AU" sz="240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9E27F1-074B-173A-7766-9EF1B2754794}"/>
              </a:ext>
            </a:extLst>
          </p:cNvPr>
          <p:cNvSpPr txBox="1"/>
          <p:nvPr/>
        </p:nvSpPr>
        <p:spPr>
          <a:xfrm>
            <a:off x="7024777" y="203993"/>
            <a:ext cx="479462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200">
                <a:latin typeface="Consolas" panose="020B0609020204030204" pitchFamily="49" charset="0"/>
              </a:rPr>
              <a:t>&gt;&gt;&gt; 2 * 8 </a:t>
            </a:r>
            <a:r>
              <a:rPr lang="da-DK" sz="3200">
                <a:solidFill>
                  <a:srgbClr val="FF0000"/>
                </a:solidFill>
                <a:latin typeface="Consolas" panose="020B0609020204030204" pitchFamily="49" charset="0"/>
              </a:rPr>
              <a:t>&lt;=</a:t>
            </a:r>
            <a:r>
              <a:rPr lang="da-DK" sz="3200">
                <a:latin typeface="Consolas" panose="020B0609020204030204" pitchFamily="49" charset="0"/>
              </a:rPr>
              <a:t> 20</a:t>
            </a:r>
          </a:p>
          <a:p>
            <a:r>
              <a:rPr lang="da-DK" sz="32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endParaRPr lang="da-DK" sz="3200">
              <a:latin typeface="Consolas" panose="020B0609020204030204" pitchFamily="49" charset="0"/>
            </a:endParaRPr>
          </a:p>
          <a:p>
            <a:r>
              <a:rPr lang="da-DK" sz="3200">
                <a:latin typeface="Consolas" panose="020B0609020204030204" pitchFamily="49" charset="0"/>
              </a:rPr>
              <a:t>&gt;&gt;&gt; 5 - 1 </a:t>
            </a:r>
            <a:r>
              <a:rPr lang="da-DK" sz="3200">
                <a:solidFill>
                  <a:srgbClr val="FF0000"/>
                </a:solidFill>
                <a:latin typeface="Consolas" panose="020B0609020204030204" pitchFamily="49" charset="0"/>
              </a:rPr>
              <a:t>&lt;=</a:t>
            </a:r>
            <a:r>
              <a:rPr lang="da-DK" sz="3200">
                <a:latin typeface="Consolas" panose="020B0609020204030204" pitchFamily="49" charset="0"/>
              </a:rPr>
              <a:t> 4</a:t>
            </a:r>
          </a:p>
          <a:p>
            <a:r>
              <a:rPr lang="en-AU" sz="32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5B4E3F-7529-3023-3EB5-2091E0599CDB}"/>
              </a:ext>
            </a:extLst>
          </p:cNvPr>
          <p:cNvSpPr txBox="1"/>
          <p:nvPr/>
        </p:nvSpPr>
        <p:spPr>
          <a:xfrm>
            <a:off x="7024777" y="3194484"/>
            <a:ext cx="479462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latin typeface="Consolas" panose="020B0609020204030204" pitchFamily="49" charset="0"/>
              </a:rPr>
              <a:t>&gt;&gt;&gt; 'cow' </a:t>
            </a:r>
            <a:r>
              <a:rPr lang="en-US" sz="3200">
                <a:solidFill>
                  <a:srgbClr val="FF0000"/>
                </a:solidFill>
                <a:latin typeface="Consolas" panose="020B0609020204030204" pitchFamily="49" charset="0"/>
              </a:rPr>
              <a:t>&lt;=</a:t>
            </a:r>
            <a:r>
              <a:rPr lang="en-US" sz="3200">
                <a:latin typeface="Consolas" panose="020B0609020204030204" pitchFamily="49" charset="0"/>
              </a:rPr>
              <a:t> 'shoe'</a:t>
            </a:r>
          </a:p>
          <a:p>
            <a:r>
              <a:rPr lang="en-US" sz="32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endParaRPr lang="en-US" sz="3200">
              <a:latin typeface="Consolas" panose="020B0609020204030204" pitchFamily="49" charset="0"/>
            </a:endParaRPr>
          </a:p>
          <a:p>
            <a:r>
              <a:rPr lang="en-US" sz="3200">
                <a:latin typeface="Consolas" panose="020B0609020204030204" pitchFamily="49" charset="0"/>
              </a:rPr>
              <a:t>&gt;&gt;&gt; 'bird' </a:t>
            </a:r>
            <a:r>
              <a:rPr lang="en-US" sz="3200">
                <a:solidFill>
                  <a:srgbClr val="FF0000"/>
                </a:solidFill>
                <a:latin typeface="Consolas" panose="020B0609020204030204" pitchFamily="49" charset="0"/>
              </a:rPr>
              <a:t>&lt;=</a:t>
            </a:r>
            <a:r>
              <a:rPr lang="en-US" sz="3200">
                <a:latin typeface="Consolas" panose="020B0609020204030204" pitchFamily="49" charset="0"/>
              </a:rPr>
              <a:t> 'bat'</a:t>
            </a:r>
          </a:p>
          <a:p>
            <a:r>
              <a:rPr lang="en-US" sz="32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br>
              <a:rPr lang="en-US" sz="32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sz="3200">
                <a:latin typeface="Consolas" panose="020B0609020204030204" pitchFamily="49" charset="0"/>
              </a:rPr>
              <a:t>&gt;&gt;&gt; 'on' </a:t>
            </a:r>
            <a:r>
              <a:rPr lang="en-US" sz="3200">
                <a:solidFill>
                  <a:srgbClr val="FF0000"/>
                </a:solidFill>
                <a:latin typeface="Consolas" panose="020B0609020204030204" pitchFamily="49" charset="0"/>
              </a:rPr>
              <a:t>&lt;=</a:t>
            </a:r>
            <a:r>
              <a:rPr lang="en-US" sz="3200">
                <a:latin typeface="Consolas" panose="020B0609020204030204" pitchFamily="49" charset="0"/>
              </a:rPr>
              <a:t> 'on’</a:t>
            </a:r>
          </a:p>
          <a:p>
            <a:r>
              <a:rPr lang="en-AU" sz="3200">
                <a:solidFill>
                  <a:srgbClr val="FF0000"/>
                </a:solidFill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20597338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2472A-28D0-A3C3-C5E3-F9BBE7781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16A9B-53CA-2931-4EBD-E52473C5F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 fontScale="90000"/>
          </a:bodyPr>
          <a:lstStyle/>
          <a:p>
            <a:r>
              <a:rPr lang="en-CA"/>
              <a:t>Boolean</a:t>
            </a:r>
            <a:br>
              <a:rPr lang="en-CA"/>
            </a:br>
            <a:r>
              <a:rPr lang="en-CA"/>
              <a:t>Expressions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6D574E-EFAE-10A6-0A14-254F68C84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40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641F0F-1357-C9DF-D5DC-3BBAF9C17337}"/>
              </a:ext>
            </a:extLst>
          </p:cNvPr>
          <p:cNvSpPr txBox="1"/>
          <p:nvPr/>
        </p:nvSpPr>
        <p:spPr>
          <a:xfrm>
            <a:off x="372596" y="2096010"/>
            <a:ext cx="479462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>
                <a:solidFill>
                  <a:srgbClr val="FF0000"/>
                </a:solidFill>
                <a:latin typeface="Consolas" panose="020B0609020204030204" pitchFamily="49" charset="0"/>
              </a:rPr>
              <a:t>s &gt;= t</a:t>
            </a:r>
            <a:r>
              <a:rPr lang="en-CA" sz="2400" b="1">
                <a:solidFill>
                  <a:srgbClr val="FF0000"/>
                </a:solidFill>
              </a:rPr>
              <a:t> </a:t>
            </a:r>
            <a:r>
              <a:rPr lang="en-CA" sz="2400"/>
              <a:t>is </a:t>
            </a:r>
            <a:r>
              <a:rPr lang="en-CA" sz="2400" b="1">
                <a:latin typeface="Consolas" panose="020B0609020204030204" pitchFamily="49" charset="0"/>
              </a:rPr>
              <a:t>True</a:t>
            </a:r>
            <a:r>
              <a:rPr lang="en-CA" sz="2400"/>
              <a:t> just when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>
                <a:latin typeface="Consolas" panose="020B0609020204030204" pitchFamily="49" charset="0"/>
              </a:rPr>
              <a:t>s</a:t>
            </a:r>
            <a:r>
              <a:rPr lang="en-CA" sz="2400"/>
              <a:t> is </a:t>
            </a:r>
            <a:r>
              <a:rPr lang="en-CA" sz="2400" i="1"/>
              <a:t>greater than, or equal to</a:t>
            </a:r>
            <a:r>
              <a:rPr lang="en-CA" sz="2400"/>
              <a:t>, </a:t>
            </a:r>
            <a:r>
              <a:rPr lang="en-CA" sz="2400" b="1">
                <a:latin typeface="Consolas" panose="020B0609020204030204" pitchFamily="49" charset="0"/>
              </a:rPr>
              <a:t>t</a:t>
            </a:r>
            <a:r>
              <a:rPr lang="en-CA" sz="2400"/>
              <a:t> </a:t>
            </a:r>
            <a:br>
              <a:rPr lang="en-CA" sz="2400"/>
            </a:br>
            <a:r>
              <a:rPr lang="en-CA" sz="2400"/>
              <a:t>(when they are numbers)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>
                <a:latin typeface="Consolas" panose="020B0609020204030204" pitchFamily="49" charset="0"/>
              </a:rPr>
              <a:t>s</a:t>
            </a:r>
            <a:r>
              <a:rPr lang="en-CA" sz="2400"/>
              <a:t> is alphabetically </a:t>
            </a:r>
            <a:r>
              <a:rPr lang="en-CA" sz="2400" i="1"/>
              <a:t>after, or equal to</a:t>
            </a:r>
            <a:r>
              <a:rPr lang="en-CA" sz="2400"/>
              <a:t>, </a:t>
            </a:r>
            <a:r>
              <a:rPr lang="en-CA" sz="2400" b="1">
                <a:latin typeface="Consolas" panose="020B0609020204030204" pitchFamily="49" charset="0"/>
              </a:rPr>
              <a:t>t</a:t>
            </a:r>
            <a:r>
              <a:rPr lang="en-CA" sz="2400"/>
              <a:t> </a:t>
            </a:r>
            <a:br>
              <a:rPr lang="en-CA" sz="2400"/>
            </a:br>
            <a:r>
              <a:rPr lang="en-CA" sz="2400"/>
              <a:t>(when they are strings)</a:t>
            </a:r>
          </a:p>
          <a:p>
            <a:endParaRPr lang="en-AU" sz="2400"/>
          </a:p>
          <a:p>
            <a:r>
              <a:rPr lang="en-AU" sz="2400"/>
              <a:t>Otherwise, </a:t>
            </a:r>
            <a:r>
              <a:rPr lang="en-AU" sz="2400" b="1">
                <a:solidFill>
                  <a:srgbClr val="FF0000"/>
                </a:solidFill>
                <a:latin typeface="Consolas" panose="020B0609020204030204" pitchFamily="49" charset="0"/>
              </a:rPr>
              <a:t>s &gt;= t</a:t>
            </a:r>
            <a:r>
              <a:rPr lang="en-AU" sz="2400" b="1">
                <a:solidFill>
                  <a:srgbClr val="FF0000"/>
                </a:solidFill>
              </a:rPr>
              <a:t> </a:t>
            </a:r>
            <a:r>
              <a:rPr lang="en-AU" sz="2400"/>
              <a:t>is </a:t>
            </a:r>
            <a:r>
              <a:rPr lang="en-AU" sz="2400" b="1">
                <a:latin typeface="Consolas" panose="020B0609020204030204" pitchFamily="49" charset="0"/>
              </a:rPr>
              <a:t>False</a:t>
            </a:r>
            <a:r>
              <a:rPr lang="en-AU" sz="240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E6F3D6-5F76-CE15-6A59-0BCA7383548F}"/>
              </a:ext>
            </a:extLst>
          </p:cNvPr>
          <p:cNvSpPr txBox="1"/>
          <p:nvPr/>
        </p:nvSpPr>
        <p:spPr>
          <a:xfrm>
            <a:off x="7024777" y="203993"/>
            <a:ext cx="479462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3200">
                <a:latin typeface="Consolas" panose="020B0609020204030204" pitchFamily="49" charset="0"/>
              </a:rPr>
              <a:t>&gt;&gt;&gt; 2 * 8 </a:t>
            </a:r>
            <a:r>
              <a:rPr lang="da-DK" sz="3200">
                <a:solidFill>
                  <a:srgbClr val="FF0000"/>
                </a:solidFill>
                <a:latin typeface="Consolas" panose="020B0609020204030204" pitchFamily="49" charset="0"/>
              </a:rPr>
              <a:t>&gt;=</a:t>
            </a:r>
            <a:r>
              <a:rPr lang="da-DK" sz="3200">
                <a:latin typeface="Consolas" panose="020B0609020204030204" pitchFamily="49" charset="0"/>
              </a:rPr>
              <a:t> 20</a:t>
            </a:r>
          </a:p>
          <a:p>
            <a:r>
              <a:rPr lang="da-DK" sz="32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endParaRPr lang="da-DK" sz="3200">
              <a:latin typeface="Consolas" panose="020B0609020204030204" pitchFamily="49" charset="0"/>
            </a:endParaRPr>
          </a:p>
          <a:p>
            <a:r>
              <a:rPr lang="da-DK" sz="3200">
                <a:latin typeface="Consolas" panose="020B0609020204030204" pitchFamily="49" charset="0"/>
              </a:rPr>
              <a:t>&gt;&gt;&gt; 5 - 1 </a:t>
            </a:r>
            <a:r>
              <a:rPr lang="da-DK" sz="3200">
                <a:solidFill>
                  <a:srgbClr val="FF0000"/>
                </a:solidFill>
                <a:latin typeface="Consolas" panose="020B0609020204030204" pitchFamily="49" charset="0"/>
              </a:rPr>
              <a:t>&gt;=</a:t>
            </a:r>
            <a:r>
              <a:rPr lang="da-DK" sz="3200">
                <a:latin typeface="Consolas" panose="020B0609020204030204" pitchFamily="49" charset="0"/>
              </a:rPr>
              <a:t> 4</a:t>
            </a:r>
          </a:p>
          <a:p>
            <a:r>
              <a:rPr lang="en-AU" sz="3200">
                <a:solidFill>
                  <a:srgbClr val="FF0000"/>
                </a:solidFill>
              </a:rPr>
              <a:t>True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E1AAD1-0B1E-77B8-D4F6-E547DA498E1E}"/>
              </a:ext>
            </a:extLst>
          </p:cNvPr>
          <p:cNvSpPr txBox="1"/>
          <p:nvPr/>
        </p:nvSpPr>
        <p:spPr>
          <a:xfrm>
            <a:off x="7024777" y="3194484"/>
            <a:ext cx="479462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</a:rPr>
              <a:t>&gt;&gt;&gt; 'cow'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&gt;=</a:t>
            </a:r>
            <a:r>
              <a:rPr lang="en-US" sz="3200" dirty="0">
                <a:latin typeface="Consolas" panose="020B0609020204030204" pitchFamily="49" charset="0"/>
              </a:rPr>
              <a:t> 'shoe'</a:t>
            </a:r>
          </a:p>
          <a:p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endParaRPr lang="en-US" sz="3200" dirty="0">
              <a:latin typeface="Consolas" panose="020B0609020204030204" pitchFamily="49" charset="0"/>
            </a:endParaRPr>
          </a:p>
          <a:p>
            <a:r>
              <a:rPr lang="en-US" sz="3200" dirty="0">
                <a:latin typeface="Consolas" panose="020B0609020204030204" pitchFamily="49" charset="0"/>
              </a:rPr>
              <a:t>&gt;&gt;&gt; 'bird'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&gt;=</a:t>
            </a:r>
            <a:r>
              <a:rPr lang="en-US" sz="3200" dirty="0">
                <a:latin typeface="Consolas" panose="020B0609020204030204" pitchFamily="49" charset="0"/>
              </a:rPr>
              <a:t> 'bat'</a:t>
            </a:r>
          </a:p>
          <a:p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b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sz="3200" dirty="0">
                <a:latin typeface="Consolas" panose="020B0609020204030204" pitchFamily="49" charset="0"/>
              </a:rPr>
              <a:t>&gt;&gt;&gt; 'on' </a:t>
            </a:r>
            <a:r>
              <a:rPr lang="en-US" sz="3200" dirty="0">
                <a:solidFill>
                  <a:srgbClr val="FF0000"/>
                </a:solidFill>
                <a:latin typeface="Consolas" panose="020B0609020204030204" pitchFamily="49" charset="0"/>
              </a:rPr>
              <a:t>&gt;=</a:t>
            </a:r>
            <a:r>
              <a:rPr lang="en-US" sz="3200" dirty="0">
                <a:latin typeface="Consolas" panose="020B0609020204030204" pitchFamily="49" charset="0"/>
              </a:rPr>
              <a:t> 'on'</a:t>
            </a:r>
          </a:p>
          <a:p>
            <a:r>
              <a:rPr lang="en-AU" sz="3200" dirty="0">
                <a:solidFill>
                  <a:srgbClr val="FF0000"/>
                </a:solidFill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24547819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D47EE-A326-A2BB-7195-2CD948427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FC9FC-2B8B-5F83-A4D0-A64587199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 fontScale="90000"/>
          </a:bodyPr>
          <a:lstStyle/>
          <a:p>
            <a:r>
              <a:rPr lang="en-CA"/>
              <a:t>Boolean</a:t>
            </a:r>
            <a:br>
              <a:rPr lang="en-CA"/>
            </a:br>
            <a:r>
              <a:rPr lang="en-CA"/>
              <a:t>Expressions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6F49C1-0B87-65BC-A290-1889AF0A3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41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089832-D1AB-2913-72F4-7C3A5DD3D95A}"/>
              </a:ext>
            </a:extLst>
          </p:cNvPr>
          <p:cNvSpPr txBox="1"/>
          <p:nvPr/>
        </p:nvSpPr>
        <p:spPr>
          <a:xfrm>
            <a:off x="372596" y="2096010"/>
            <a:ext cx="479462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/>
              <a:t>In Python, </a:t>
            </a:r>
            <a:r>
              <a:rPr lang="en-CA" sz="2400" b="1"/>
              <a:t>chaining inequalities </a:t>
            </a:r>
            <a:r>
              <a:rPr lang="en-CA" sz="2400"/>
              <a:t>together works like in math.</a:t>
            </a:r>
          </a:p>
          <a:p>
            <a:endParaRPr lang="en-CA" sz="2400"/>
          </a:p>
          <a:p>
            <a:r>
              <a:rPr lang="en-CA" sz="2400"/>
              <a:t>In many other programming languages, this does </a:t>
            </a:r>
            <a:r>
              <a:rPr lang="en-CA" sz="2400" b="1"/>
              <a:t>not</a:t>
            </a:r>
            <a:r>
              <a:rPr lang="en-CA" sz="2400"/>
              <a:t> work as you would expect!</a:t>
            </a:r>
            <a:endParaRPr lang="en-AU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F3AE84-D7C7-A6BA-87A3-20500C771B68}"/>
              </a:ext>
            </a:extLst>
          </p:cNvPr>
          <p:cNvSpPr txBox="1"/>
          <p:nvPr/>
        </p:nvSpPr>
        <p:spPr>
          <a:xfrm>
            <a:off x="5941045" y="866774"/>
            <a:ext cx="578529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800">
                <a:latin typeface="Consolas" panose="020B0609020204030204" pitchFamily="49" charset="0"/>
              </a:rPr>
              <a:t>&gt;&gt;&gt; </a:t>
            </a:r>
            <a:r>
              <a:rPr lang="en-CA" sz="2800">
                <a:latin typeface="Consolas" panose="020B0609020204030204" pitchFamily="49" charset="0"/>
              </a:rPr>
              <a:t>5 </a:t>
            </a:r>
            <a:r>
              <a:rPr lang="en-CA" sz="2800">
                <a:solidFill>
                  <a:srgbClr val="FF0000"/>
                </a:solidFill>
                <a:latin typeface="Consolas" panose="020B0609020204030204" pitchFamily="49" charset="0"/>
              </a:rPr>
              <a:t>&lt;</a:t>
            </a:r>
            <a:r>
              <a:rPr lang="en-CA" sz="2800">
                <a:latin typeface="Consolas" panose="020B0609020204030204" pitchFamily="49" charset="0"/>
              </a:rPr>
              <a:t> 6 </a:t>
            </a:r>
            <a:r>
              <a:rPr lang="en-CA" sz="2800">
                <a:solidFill>
                  <a:srgbClr val="FF0000"/>
                </a:solidFill>
                <a:latin typeface="Consolas" panose="020B0609020204030204" pitchFamily="49" charset="0"/>
              </a:rPr>
              <a:t>&lt;</a:t>
            </a:r>
            <a:r>
              <a:rPr lang="en-CA" sz="2800">
                <a:latin typeface="Consolas" panose="020B0609020204030204" pitchFamily="49" charset="0"/>
              </a:rPr>
              <a:t> 7</a:t>
            </a:r>
          </a:p>
          <a:p>
            <a:r>
              <a:rPr lang="en-CA" sz="28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</a:p>
          <a:p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CA" sz="2800">
                <a:latin typeface="Consolas" panose="020B0609020204030204" pitchFamily="49" charset="0"/>
              </a:rPr>
              <a:t>&gt;&gt;&gt; 5 </a:t>
            </a:r>
            <a:r>
              <a:rPr lang="en-CA" sz="2800">
                <a:solidFill>
                  <a:srgbClr val="FF0000"/>
                </a:solidFill>
                <a:latin typeface="Consolas" panose="020B0609020204030204" pitchFamily="49" charset="0"/>
              </a:rPr>
              <a:t>&lt;</a:t>
            </a:r>
            <a:r>
              <a:rPr lang="en-CA" sz="2800">
                <a:latin typeface="Consolas" panose="020B0609020204030204" pitchFamily="49" charset="0"/>
              </a:rPr>
              <a:t> 7 </a:t>
            </a:r>
            <a:r>
              <a:rPr lang="en-CA" sz="2800">
                <a:solidFill>
                  <a:srgbClr val="FF0000"/>
                </a:solidFill>
                <a:latin typeface="Consolas" panose="020B0609020204030204" pitchFamily="49" charset="0"/>
              </a:rPr>
              <a:t>&lt;</a:t>
            </a:r>
            <a:r>
              <a:rPr lang="en-CA" sz="2800">
                <a:latin typeface="Consolas" panose="020B0609020204030204" pitchFamily="49" charset="0"/>
              </a:rPr>
              <a:t> 6</a:t>
            </a:r>
            <a:br>
              <a:rPr lang="en-CA" sz="2800">
                <a:latin typeface="Consolas" panose="020B0609020204030204" pitchFamily="49" charset="0"/>
              </a:rPr>
            </a:br>
            <a:r>
              <a:rPr lang="en-CA" sz="28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</a:p>
          <a:p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&gt;&gt;&gt; 'a' </a:t>
            </a:r>
            <a:r>
              <a:rPr lang="en-US" sz="2800">
                <a:solidFill>
                  <a:srgbClr val="FF0000"/>
                </a:solidFill>
                <a:latin typeface="Consolas" panose="020B0609020204030204" pitchFamily="49" charset="0"/>
              </a:rPr>
              <a:t>&lt;</a:t>
            </a:r>
            <a:r>
              <a:rPr lang="en-US" sz="2800">
                <a:latin typeface="Consolas" panose="020B0609020204030204" pitchFamily="49" charset="0"/>
              </a:rPr>
              <a:t> 'm' </a:t>
            </a:r>
            <a:r>
              <a:rPr lang="en-US" sz="2800">
                <a:solidFill>
                  <a:srgbClr val="FF0000"/>
                </a:solidFill>
                <a:latin typeface="Consolas" panose="020B0609020204030204" pitchFamily="49" charset="0"/>
              </a:rPr>
              <a:t>&lt;</a:t>
            </a:r>
            <a:r>
              <a:rPr lang="en-US" sz="2800">
                <a:latin typeface="Consolas" panose="020B0609020204030204" pitchFamily="49" charset="0"/>
              </a:rPr>
              <a:t> 'x' </a:t>
            </a:r>
            <a:r>
              <a:rPr lang="en-US" sz="2800">
                <a:solidFill>
                  <a:srgbClr val="FF0000"/>
                </a:solidFill>
                <a:latin typeface="Consolas" panose="020B0609020204030204" pitchFamily="49" charset="0"/>
              </a:rPr>
              <a:t>&lt;</a:t>
            </a:r>
            <a:r>
              <a:rPr lang="en-US" sz="2800">
                <a:latin typeface="Consolas" panose="020B0609020204030204" pitchFamily="49" charset="0"/>
              </a:rPr>
              <a:t> 'y'</a:t>
            </a:r>
          </a:p>
          <a:p>
            <a:r>
              <a:rPr lang="en-US" sz="28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</a:p>
          <a:p>
            <a:endParaRPr lang="en-US" sz="280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AU" sz="2800">
                <a:latin typeface="Consolas" panose="020B0609020204030204" pitchFamily="49" charset="0"/>
              </a:rPr>
              <a:t>&gt;&gt;&gt; 'shoe' </a:t>
            </a:r>
            <a:r>
              <a:rPr lang="en-AU" sz="2800">
                <a:solidFill>
                  <a:srgbClr val="FF0000"/>
                </a:solidFill>
                <a:latin typeface="Consolas" panose="020B0609020204030204" pitchFamily="49" charset="0"/>
              </a:rPr>
              <a:t>&lt;=</a:t>
            </a:r>
            <a:r>
              <a:rPr lang="en-AU" sz="2800">
                <a:latin typeface="Consolas" panose="020B0609020204030204" pitchFamily="49" charset="0"/>
              </a:rPr>
              <a:t> 'lace' </a:t>
            </a:r>
            <a:r>
              <a:rPr lang="en-AU" sz="2800">
                <a:solidFill>
                  <a:srgbClr val="FF0000"/>
                </a:solidFill>
                <a:latin typeface="Consolas" panose="020B0609020204030204" pitchFamily="49" charset="0"/>
              </a:rPr>
              <a:t>&lt;=</a:t>
            </a:r>
            <a:r>
              <a:rPr lang="en-AU" sz="2800">
                <a:latin typeface="Consolas" panose="020B0609020204030204" pitchFamily="49" charset="0"/>
              </a:rPr>
              <a:t> '!'</a:t>
            </a:r>
          </a:p>
          <a:p>
            <a:r>
              <a:rPr lang="en-AU" sz="28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31078427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FC125-8AC6-2F13-2C73-3819F1911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25F1E-04A9-1067-B560-2769E2966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/>
          </a:bodyPr>
          <a:lstStyle/>
          <a:p>
            <a:r>
              <a:rPr lang="en-CA"/>
              <a:t>Logical Operators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78A15-1DD3-4CCD-770D-7A28F37C1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42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04267A-448E-9E25-D3E5-E108AAAF8089}"/>
              </a:ext>
            </a:extLst>
          </p:cNvPr>
          <p:cNvSpPr txBox="1"/>
          <p:nvPr/>
        </p:nvSpPr>
        <p:spPr>
          <a:xfrm>
            <a:off x="330264" y="1706544"/>
            <a:ext cx="331046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/>
              <a:t>If </a:t>
            </a:r>
            <a:r>
              <a:rPr lang="en-CA" sz="2400">
                <a:latin typeface="Consolas" panose="020B0609020204030204" pitchFamily="49" charset="0"/>
              </a:rPr>
              <a:t>A</a:t>
            </a:r>
            <a:r>
              <a:rPr lang="en-CA" sz="2400"/>
              <a:t> and </a:t>
            </a:r>
            <a:r>
              <a:rPr lang="en-CA" sz="2400">
                <a:latin typeface="Consolas" panose="020B0609020204030204" pitchFamily="49" charset="0"/>
              </a:rPr>
              <a:t>B</a:t>
            </a:r>
            <a:r>
              <a:rPr lang="en-CA" sz="2400"/>
              <a:t> are Boolean expressions, then we can combine them in the following ways to make new Boolean expressions:</a:t>
            </a:r>
          </a:p>
          <a:p>
            <a:endParaRPr lang="en-CA" sz="2400"/>
          </a:p>
          <a:p>
            <a:r>
              <a:rPr lang="en-CA" sz="2400">
                <a:latin typeface="Consolas" panose="020B0609020204030204" pitchFamily="49" charset="0"/>
              </a:rPr>
              <a:t>A and B</a:t>
            </a:r>
            <a:br>
              <a:rPr lang="en-CA" sz="2400">
                <a:latin typeface="Consolas" panose="020B0609020204030204" pitchFamily="49" charset="0"/>
              </a:rPr>
            </a:br>
            <a:br>
              <a:rPr lang="en-CA" sz="2400">
                <a:latin typeface="Consolas" panose="020B0609020204030204" pitchFamily="49" charset="0"/>
              </a:rPr>
            </a:br>
            <a:r>
              <a:rPr lang="en-CA" sz="2400">
                <a:latin typeface="Consolas" panose="020B0609020204030204" pitchFamily="49" charset="0"/>
              </a:rPr>
              <a:t>A or B</a:t>
            </a:r>
          </a:p>
          <a:p>
            <a:endParaRPr lang="en-CA" sz="2400">
              <a:latin typeface="Consolas" panose="020B0609020204030204" pitchFamily="49" charset="0"/>
            </a:endParaRPr>
          </a:p>
          <a:p>
            <a:r>
              <a:rPr lang="en-CA" sz="2400">
                <a:latin typeface="Consolas" panose="020B0609020204030204" pitchFamily="49" charset="0"/>
              </a:rPr>
              <a:t>not A</a:t>
            </a:r>
            <a:endParaRPr lang="en-AU" sz="24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4975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03645-3EEB-720E-4325-D71D3F997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5DD06-D2FD-10FD-7154-FA26C179C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/>
          </a:bodyPr>
          <a:lstStyle/>
          <a:p>
            <a:r>
              <a:rPr lang="en-CA"/>
              <a:t>Logical Operators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4820F3-14EB-C955-8A84-3A9B609CA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43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4F3B0A-72A3-90DD-DACC-B4330223C580}"/>
              </a:ext>
            </a:extLst>
          </p:cNvPr>
          <p:cNvSpPr txBox="1"/>
          <p:nvPr/>
        </p:nvSpPr>
        <p:spPr>
          <a:xfrm>
            <a:off x="330264" y="1706544"/>
            <a:ext cx="331046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/>
              <a:t>If </a:t>
            </a:r>
            <a:r>
              <a:rPr lang="en-CA" sz="2400">
                <a:latin typeface="Consolas" panose="020B0609020204030204" pitchFamily="49" charset="0"/>
              </a:rPr>
              <a:t>A</a:t>
            </a:r>
            <a:r>
              <a:rPr lang="en-CA" sz="2400"/>
              <a:t> and </a:t>
            </a:r>
            <a:r>
              <a:rPr lang="en-CA" sz="2400">
                <a:latin typeface="Consolas" panose="020B0609020204030204" pitchFamily="49" charset="0"/>
              </a:rPr>
              <a:t>B</a:t>
            </a:r>
            <a:r>
              <a:rPr lang="en-CA" sz="2400"/>
              <a:t> are Boolean expressions, then we can combine them in the following ways to make new Boolean expressions:</a:t>
            </a:r>
          </a:p>
          <a:p>
            <a:endParaRPr lang="en-CA" sz="2400"/>
          </a:p>
          <a:p>
            <a:r>
              <a:rPr lang="en-CA" sz="2400">
                <a:latin typeface="Consolas" panose="020B0609020204030204" pitchFamily="49" charset="0"/>
              </a:rPr>
              <a:t>A and B</a:t>
            </a:r>
            <a:br>
              <a:rPr lang="en-CA" sz="2400">
                <a:latin typeface="Consolas" panose="020B0609020204030204" pitchFamily="49" charset="0"/>
              </a:rPr>
            </a:br>
            <a:br>
              <a:rPr lang="en-CA" sz="2400">
                <a:latin typeface="Consolas" panose="020B0609020204030204" pitchFamily="49" charset="0"/>
              </a:rPr>
            </a:br>
            <a:r>
              <a:rPr lang="en-CA" sz="2400">
                <a:latin typeface="Consolas" panose="020B0609020204030204" pitchFamily="49" charset="0"/>
              </a:rPr>
              <a:t>A or B</a:t>
            </a:r>
          </a:p>
          <a:p>
            <a:endParaRPr lang="en-CA" sz="2400">
              <a:latin typeface="Consolas" panose="020B0609020204030204" pitchFamily="49" charset="0"/>
            </a:endParaRPr>
          </a:p>
          <a:p>
            <a:r>
              <a:rPr lang="en-CA" sz="2400">
                <a:latin typeface="Consolas" panose="020B0609020204030204" pitchFamily="49" charset="0"/>
              </a:rPr>
              <a:t>not A</a:t>
            </a:r>
            <a:endParaRPr lang="en-AU" sz="2400">
              <a:latin typeface="Consolas" panose="020B0609020204030204" pitchFamily="49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080AD9E-56E4-FF1C-698B-5056E3E4932D}"/>
              </a:ext>
            </a:extLst>
          </p:cNvPr>
          <p:cNvGraphicFramePr>
            <a:graphicFrameLocks noGrp="1"/>
          </p:cNvGraphicFramePr>
          <p:nvPr/>
        </p:nvGraphicFramePr>
        <p:xfrm>
          <a:off x="7176965" y="661723"/>
          <a:ext cx="331046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5267">
                  <a:extLst>
                    <a:ext uri="{9D8B030D-6E8A-4147-A177-3AD203B41FA5}">
                      <a16:colId xmlns:a16="http://schemas.microsoft.com/office/drawing/2014/main" val="604936688"/>
                    </a:ext>
                  </a:extLst>
                </a:gridCol>
                <a:gridCol w="880533">
                  <a:extLst>
                    <a:ext uri="{9D8B030D-6E8A-4147-A177-3AD203B41FA5}">
                      <a16:colId xmlns:a16="http://schemas.microsoft.com/office/drawing/2014/main" val="40730741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353086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A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B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A and B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145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5997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458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989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nsolas" panose="020B0609020204030204" pitchFamily="49" charset="0"/>
                        </a:rPr>
                        <a:t>False</a:t>
                      </a:r>
                      <a:endParaRPr lang="en-AU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83390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104A21D-4D72-B643-6D9C-084411916C49}"/>
              </a:ext>
            </a:extLst>
          </p:cNvPr>
          <p:cNvSpPr txBox="1"/>
          <p:nvPr/>
        </p:nvSpPr>
        <p:spPr>
          <a:xfrm>
            <a:off x="4752571" y="330007"/>
            <a:ext cx="2215495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is a </a:t>
            </a:r>
            <a:r>
              <a:rPr lang="en-CA" b="1"/>
              <a:t>truth table </a:t>
            </a:r>
            <a:r>
              <a:rPr lang="en-CA"/>
              <a:t>for the </a:t>
            </a:r>
            <a:r>
              <a:rPr lang="en-CA" b="1"/>
              <a:t>and</a:t>
            </a:r>
            <a:r>
              <a:rPr lang="en-CA"/>
              <a:t> operator.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EEC44E-03BD-AF5A-C3F3-7E34142B586C}"/>
              </a:ext>
            </a:extLst>
          </p:cNvPr>
          <p:cNvSpPr txBox="1"/>
          <p:nvPr/>
        </p:nvSpPr>
        <p:spPr>
          <a:xfrm>
            <a:off x="5717955" y="3322107"/>
            <a:ext cx="578529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800">
                <a:latin typeface="Consolas" panose="020B0609020204030204" pitchFamily="49" charset="0"/>
              </a:rPr>
              <a:t>&gt;&gt;&gt; </a:t>
            </a:r>
            <a:r>
              <a:rPr lang="en-CA" sz="2800">
                <a:latin typeface="Consolas" panose="020B0609020204030204" pitchFamily="49" charset="0"/>
              </a:rPr>
              <a:t>False </a:t>
            </a:r>
            <a:r>
              <a:rPr lang="en-CA" sz="2800">
                <a:solidFill>
                  <a:srgbClr val="FF0000"/>
                </a:solidFill>
                <a:latin typeface="Consolas" panose="020B0609020204030204" pitchFamily="49" charset="0"/>
              </a:rPr>
              <a:t>and</a:t>
            </a:r>
            <a:r>
              <a:rPr lang="en-CA" sz="2800">
                <a:latin typeface="Consolas" panose="020B0609020204030204" pitchFamily="49" charset="0"/>
              </a:rPr>
              <a:t> (1 == 3)</a:t>
            </a:r>
          </a:p>
          <a:p>
            <a:r>
              <a:rPr lang="en-CA" sz="28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</a:p>
          <a:p>
            <a:r>
              <a:rPr lang="da-DK" sz="2800">
                <a:latin typeface="Consolas" panose="020B0609020204030204" pitchFamily="49" charset="0"/>
              </a:rPr>
              <a:t>&gt;&gt;&gt; </a:t>
            </a:r>
            <a:r>
              <a:rPr lang="en-CA" sz="2800">
                <a:latin typeface="Consolas" panose="020B0609020204030204" pitchFamily="49" charset="0"/>
              </a:rPr>
              <a:t>1 &lt; 3 </a:t>
            </a:r>
            <a:r>
              <a:rPr lang="en-CA" sz="2800">
                <a:solidFill>
                  <a:srgbClr val="FF0000"/>
                </a:solidFill>
                <a:latin typeface="Consolas" panose="020B0609020204030204" pitchFamily="49" charset="0"/>
              </a:rPr>
              <a:t>and</a:t>
            </a:r>
            <a:r>
              <a:rPr lang="en-CA" sz="2800">
                <a:latin typeface="Consolas" panose="020B0609020204030204" pitchFamily="49" charset="0"/>
              </a:rPr>
              <a:t> 'dog' &gt; 'cat'</a:t>
            </a:r>
          </a:p>
          <a:p>
            <a:r>
              <a:rPr lang="en-CA" sz="28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</a:p>
          <a:p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88A5F9-3F17-3346-939E-D9EC29466E23}"/>
              </a:ext>
            </a:extLst>
          </p:cNvPr>
          <p:cNvSpPr txBox="1"/>
          <p:nvPr/>
        </p:nvSpPr>
        <p:spPr>
          <a:xfrm>
            <a:off x="6412011" y="1529556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8F3F44F-B87D-7FF4-9972-6F1227588D6B}"/>
                  </a:ext>
                </a:extLst>
              </p14:cNvPr>
              <p14:cNvContentPartPr/>
              <p14:nvPr/>
            </p14:nvContentPartPr>
            <p14:xfrm>
              <a:off x="418320" y="749160"/>
              <a:ext cx="10638000" cy="41151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8F3F44F-B87D-7FF4-9972-6F1227588D6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8960" y="739800"/>
                <a:ext cx="10656720" cy="413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849833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A9E6D-2DB7-5839-F87A-DBBB8E677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2C548-CB6D-74F9-A8D9-B637584E6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/>
          </a:bodyPr>
          <a:lstStyle/>
          <a:p>
            <a:r>
              <a:rPr lang="en-CA"/>
              <a:t>Logical Operators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4FE86-E46F-F4C8-EBD4-847235104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44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80B7DE-CBD6-DC31-598C-B70D68DB1CD6}"/>
              </a:ext>
            </a:extLst>
          </p:cNvPr>
          <p:cNvSpPr txBox="1"/>
          <p:nvPr/>
        </p:nvSpPr>
        <p:spPr>
          <a:xfrm>
            <a:off x="330264" y="1706544"/>
            <a:ext cx="331046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/>
              <a:t>If </a:t>
            </a:r>
            <a:r>
              <a:rPr lang="en-CA" sz="2400">
                <a:latin typeface="Consolas" panose="020B0609020204030204" pitchFamily="49" charset="0"/>
              </a:rPr>
              <a:t>A</a:t>
            </a:r>
            <a:r>
              <a:rPr lang="en-CA" sz="2400"/>
              <a:t> and </a:t>
            </a:r>
            <a:r>
              <a:rPr lang="en-CA" sz="2400">
                <a:latin typeface="Consolas" panose="020B0609020204030204" pitchFamily="49" charset="0"/>
              </a:rPr>
              <a:t>B</a:t>
            </a:r>
            <a:r>
              <a:rPr lang="en-CA" sz="2400"/>
              <a:t> are Boolean expressions, then we can combine them in the following ways to make new Boolean expressions:</a:t>
            </a:r>
          </a:p>
          <a:p>
            <a:endParaRPr lang="en-CA" sz="2400"/>
          </a:p>
          <a:p>
            <a:r>
              <a:rPr lang="en-CA" sz="2400">
                <a:latin typeface="Consolas" panose="020B0609020204030204" pitchFamily="49" charset="0"/>
              </a:rPr>
              <a:t>A and B</a:t>
            </a:r>
            <a:br>
              <a:rPr lang="en-CA" sz="2400">
                <a:latin typeface="Consolas" panose="020B0609020204030204" pitchFamily="49" charset="0"/>
              </a:rPr>
            </a:br>
            <a:br>
              <a:rPr lang="en-CA" sz="2400">
                <a:latin typeface="Consolas" panose="020B0609020204030204" pitchFamily="49" charset="0"/>
              </a:rPr>
            </a:br>
            <a:r>
              <a:rPr lang="en-CA" sz="2400">
                <a:latin typeface="Consolas" panose="020B0609020204030204" pitchFamily="49" charset="0"/>
              </a:rPr>
              <a:t>A or B</a:t>
            </a:r>
          </a:p>
          <a:p>
            <a:endParaRPr lang="en-CA" sz="2400">
              <a:latin typeface="Consolas" panose="020B0609020204030204" pitchFamily="49" charset="0"/>
            </a:endParaRPr>
          </a:p>
          <a:p>
            <a:r>
              <a:rPr lang="en-CA" sz="2400">
                <a:latin typeface="Consolas" panose="020B0609020204030204" pitchFamily="49" charset="0"/>
              </a:rPr>
              <a:t>not A</a:t>
            </a:r>
            <a:endParaRPr lang="en-AU" sz="2400">
              <a:latin typeface="Consolas" panose="020B0609020204030204" pitchFamily="49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B935200-4CD9-3D3F-BE34-D43310E98E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6498946"/>
              </p:ext>
            </p:extLst>
          </p:nvPr>
        </p:nvGraphicFramePr>
        <p:xfrm>
          <a:off x="7176965" y="661723"/>
          <a:ext cx="331046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5267">
                  <a:extLst>
                    <a:ext uri="{9D8B030D-6E8A-4147-A177-3AD203B41FA5}">
                      <a16:colId xmlns:a16="http://schemas.microsoft.com/office/drawing/2014/main" val="604936688"/>
                    </a:ext>
                  </a:extLst>
                </a:gridCol>
                <a:gridCol w="880533">
                  <a:extLst>
                    <a:ext uri="{9D8B030D-6E8A-4147-A177-3AD203B41FA5}">
                      <a16:colId xmlns:a16="http://schemas.microsoft.com/office/drawing/2014/main" val="40730741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353086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A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B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nsolas" panose="020B0609020204030204" pitchFamily="49" charset="0"/>
                        </a:rPr>
                        <a:t>A or B</a:t>
                      </a:r>
                      <a:endParaRPr lang="en-AU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145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5997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458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989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nsolas" panose="020B0609020204030204" pitchFamily="49" charset="0"/>
                        </a:rPr>
                        <a:t>False</a:t>
                      </a:r>
                      <a:endParaRPr lang="en-AU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83390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DAD8B2D-B4D7-8BAC-B737-CC8F916DC55C}"/>
              </a:ext>
            </a:extLst>
          </p:cNvPr>
          <p:cNvSpPr txBox="1"/>
          <p:nvPr/>
        </p:nvSpPr>
        <p:spPr>
          <a:xfrm>
            <a:off x="4752571" y="330007"/>
            <a:ext cx="2215495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is a </a:t>
            </a:r>
            <a:r>
              <a:rPr lang="en-CA" b="1"/>
              <a:t>truth table </a:t>
            </a:r>
            <a:r>
              <a:rPr lang="en-CA"/>
              <a:t>for the </a:t>
            </a:r>
            <a:r>
              <a:rPr lang="en-CA" b="1"/>
              <a:t>or</a:t>
            </a:r>
            <a:r>
              <a:rPr lang="en-CA"/>
              <a:t> operator.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3A95A1-E347-20E8-316B-9C32BA1CB601}"/>
              </a:ext>
            </a:extLst>
          </p:cNvPr>
          <p:cNvSpPr txBox="1"/>
          <p:nvPr/>
        </p:nvSpPr>
        <p:spPr>
          <a:xfrm>
            <a:off x="5717955" y="3322107"/>
            <a:ext cx="578529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800">
                <a:latin typeface="Consolas" panose="020B0609020204030204" pitchFamily="49" charset="0"/>
              </a:rPr>
              <a:t>&gt;&gt;&gt; </a:t>
            </a:r>
            <a:r>
              <a:rPr lang="en-CA" sz="2800">
                <a:latin typeface="Consolas" panose="020B0609020204030204" pitchFamily="49" charset="0"/>
              </a:rPr>
              <a:t>False </a:t>
            </a:r>
            <a:r>
              <a:rPr lang="en-CA" sz="2800">
                <a:solidFill>
                  <a:srgbClr val="FF0000"/>
                </a:solidFill>
                <a:latin typeface="Consolas" panose="020B0609020204030204" pitchFamily="49" charset="0"/>
              </a:rPr>
              <a:t>or</a:t>
            </a:r>
            <a:r>
              <a:rPr lang="en-CA" sz="2800">
                <a:latin typeface="Consolas" panose="020B0609020204030204" pitchFamily="49" charset="0"/>
              </a:rPr>
              <a:t> (1 == 3)</a:t>
            </a:r>
          </a:p>
          <a:p>
            <a:r>
              <a:rPr lang="en-CA" sz="28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</a:p>
          <a:p>
            <a:r>
              <a:rPr lang="da-DK" sz="2800">
                <a:latin typeface="Consolas" panose="020B0609020204030204" pitchFamily="49" charset="0"/>
              </a:rPr>
              <a:t>&gt;&gt;&gt; </a:t>
            </a:r>
            <a:r>
              <a:rPr lang="en-CA" sz="2800">
                <a:latin typeface="Consolas" panose="020B0609020204030204" pitchFamily="49" charset="0"/>
              </a:rPr>
              <a:t>1 &lt; 3 </a:t>
            </a:r>
            <a:r>
              <a:rPr lang="en-CA" sz="2800">
                <a:solidFill>
                  <a:srgbClr val="FF0000"/>
                </a:solidFill>
                <a:latin typeface="Consolas" panose="020B0609020204030204" pitchFamily="49" charset="0"/>
              </a:rPr>
              <a:t>or</a:t>
            </a:r>
            <a:r>
              <a:rPr lang="en-CA" sz="2800">
                <a:latin typeface="Consolas" panose="020B0609020204030204" pitchFamily="49" charset="0"/>
              </a:rPr>
              <a:t> 'dog' &gt; 'cat'</a:t>
            </a:r>
          </a:p>
          <a:p>
            <a:r>
              <a:rPr lang="en-CA" sz="28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</a:p>
          <a:p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7791D8-20FE-FC7F-C7AF-148D0A7406E9}"/>
              </a:ext>
            </a:extLst>
          </p:cNvPr>
          <p:cNvSpPr txBox="1"/>
          <p:nvPr/>
        </p:nvSpPr>
        <p:spPr>
          <a:xfrm>
            <a:off x="6579818" y="1521878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E9CB283-7911-B2A9-2D20-783803353C47}"/>
                  </a:ext>
                </a:extLst>
              </p14:cNvPr>
              <p14:cNvContentPartPr/>
              <p14:nvPr/>
            </p14:nvContentPartPr>
            <p14:xfrm>
              <a:off x="5810400" y="1072800"/>
              <a:ext cx="4572360" cy="37731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E9CB283-7911-B2A9-2D20-783803353C4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01040" y="1063440"/>
                <a:ext cx="4591080" cy="3791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855080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AF8ED-1EF5-09F1-3618-89637B48F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AFA61-9532-A605-C172-886D99A6E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/>
          </a:bodyPr>
          <a:lstStyle/>
          <a:p>
            <a:r>
              <a:rPr lang="en-CA"/>
              <a:t>Logical Operators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F48F1-D532-7FE7-8EC2-E38045F2A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45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D3AA47-8451-EB50-1F93-904BE458047D}"/>
              </a:ext>
            </a:extLst>
          </p:cNvPr>
          <p:cNvSpPr txBox="1"/>
          <p:nvPr/>
        </p:nvSpPr>
        <p:spPr>
          <a:xfrm>
            <a:off x="330264" y="1706544"/>
            <a:ext cx="331046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/>
              <a:t>If </a:t>
            </a:r>
            <a:r>
              <a:rPr lang="en-CA" sz="2400">
                <a:latin typeface="Consolas" panose="020B0609020204030204" pitchFamily="49" charset="0"/>
              </a:rPr>
              <a:t>A</a:t>
            </a:r>
            <a:r>
              <a:rPr lang="en-CA" sz="2400"/>
              <a:t> and </a:t>
            </a:r>
            <a:r>
              <a:rPr lang="en-CA" sz="2400">
                <a:latin typeface="Consolas" panose="020B0609020204030204" pitchFamily="49" charset="0"/>
              </a:rPr>
              <a:t>B</a:t>
            </a:r>
            <a:r>
              <a:rPr lang="en-CA" sz="2400"/>
              <a:t> are Boolean expressions, then we can combine them in the following ways to make new Boolean expressions:</a:t>
            </a:r>
          </a:p>
          <a:p>
            <a:endParaRPr lang="en-CA" sz="2400"/>
          </a:p>
          <a:p>
            <a:r>
              <a:rPr lang="en-CA" sz="2400">
                <a:latin typeface="Consolas" panose="020B0609020204030204" pitchFamily="49" charset="0"/>
              </a:rPr>
              <a:t>A and B</a:t>
            </a:r>
            <a:br>
              <a:rPr lang="en-CA" sz="2400">
                <a:latin typeface="Consolas" panose="020B0609020204030204" pitchFamily="49" charset="0"/>
              </a:rPr>
            </a:br>
            <a:br>
              <a:rPr lang="en-CA" sz="2400">
                <a:latin typeface="Consolas" panose="020B0609020204030204" pitchFamily="49" charset="0"/>
              </a:rPr>
            </a:br>
            <a:r>
              <a:rPr lang="en-CA" sz="2400">
                <a:latin typeface="Consolas" panose="020B0609020204030204" pitchFamily="49" charset="0"/>
              </a:rPr>
              <a:t>A or B</a:t>
            </a:r>
          </a:p>
          <a:p>
            <a:endParaRPr lang="en-CA" sz="2400">
              <a:latin typeface="Consolas" panose="020B0609020204030204" pitchFamily="49" charset="0"/>
            </a:endParaRPr>
          </a:p>
          <a:p>
            <a:r>
              <a:rPr lang="en-CA" sz="2400">
                <a:latin typeface="Consolas" panose="020B0609020204030204" pitchFamily="49" charset="0"/>
              </a:rPr>
              <a:t>not A</a:t>
            </a:r>
            <a:endParaRPr lang="en-AU" sz="2400">
              <a:latin typeface="Consolas" panose="020B0609020204030204" pitchFamily="49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7813797-B782-7466-0E9A-A89314EDB5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2667811"/>
              </p:ext>
            </p:extLst>
          </p:nvPr>
        </p:nvGraphicFramePr>
        <p:xfrm>
          <a:off x="7176965" y="661723"/>
          <a:ext cx="242993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5267">
                  <a:extLst>
                    <a:ext uri="{9D8B030D-6E8A-4147-A177-3AD203B41FA5}">
                      <a16:colId xmlns:a16="http://schemas.microsoft.com/office/drawing/2014/main" val="60493668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353086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A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not A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145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458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98997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CE190B9-15DD-75B8-4336-90262E046057}"/>
              </a:ext>
            </a:extLst>
          </p:cNvPr>
          <p:cNvSpPr txBox="1"/>
          <p:nvPr/>
        </p:nvSpPr>
        <p:spPr>
          <a:xfrm>
            <a:off x="4752571" y="330007"/>
            <a:ext cx="2215495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is a </a:t>
            </a:r>
            <a:r>
              <a:rPr lang="en-CA" b="1"/>
              <a:t>truth table </a:t>
            </a:r>
            <a:r>
              <a:rPr lang="en-CA"/>
              <a:t>for the </a:t>
            </a:r>
            <a:r>
              <a:rPr lang="en-CA" b="1"/>
              <a:t>not</a:t>
            </a:r>
            <a:r>
              <a:rPr lang="en-CA"/>
              <a:t> operator.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0745FE-F93A-44B8-9DE0-DE4EBC7CDDEC}"/>
              </a:ext>
            </a:extLst>
          </p:cNvPr>
          <p:cNvSpPr txBox="1"/>
          <p:nvPr/>
        </p:nvSpPr>
        <p:spPr>
          <a:xfrm>
            <a:off x="5717955" y="3322107"/>
            <a:ext cx="57852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800">
                <a:latin typeface="Consolas" panose="020B0609020204030204" pitchFamily="49" charset="0"/>
              </a:rPr>
              <a:t>&gt;&gt;&gt; </a:t>
            </a:r>
            <a:r>
              <a:rPr lang="en-CA" sz="2800">
                <a:latin typeface="Consolas" panose="020B0609020204030204" pitchFamily="49" charset="0"/>
              </a:rPr>
              <a:t>not False</a:t>
            </a:r>
          </a:p>
          <a:p>
            <a:r>
              <a:rPr lang="en-CA" sz="280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</a:p>
          <a:p>
            <a:r>
              <a:rPr lang="da-DK" sz="2800">
                <a:latin typeface="Consolas" panose="020B0609020204030204" pitchFamily="49" charset="0"/>
              </a:rPr>
              <a:t>&gt;&gt;&gt; </a:t>
            </a:r>
            <a:r>
              <a:rPr lang="en-CA" sz="2800">
                <a:latin typeface="Consolas" panose="020B0609020204030204" pitchFamily="49" charset="0"/>
              </a:rPr>
              <a:t>not (3 &lt; 4)</a:t>
            </a:r>
          </a:p>
          <a:p>
            <a:r>
              <a:rPr lang="en-CA" sz="28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</a:p>
          <a:p>
            <a:r>
              <a:rPr lang="en-CA" sz="2800">
                <a:latin typeface="Consolas" panose="020B0609020204030204" pitchFamily="49" charset="0"/>
              </a:rPr>
              <a:t>&gt;&gt;&gt; not (1 &lt; 2 and 3 &lt;= 4)</a:t>
            </a:r>
          </a:p>
          <a:p>
            <a:r>
              <a:rPr lang="en-CA" sz="280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028999-52D6-C7EB-9F08-03BEAC01AC61}"/>
              </a:ext>
            </a:extLst>
          </p:cNvPr>
          <p:cNvSpPr txBox="1"/>
          <p:nvPr/>
        </p:nvSpPr>
        <p:spPr>
          <a:xfrm>
            <a:off x="6412011" y="1160224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DD907AF-CC8C-BD4E-DBE0-457A49A3717D}"/>
                  </a:ext>
                </a:extLst>
              </p14:cNvPr>
              <p14:cNvContentPartPr/>
              <p14:nvPr/>
            </p14:nvContentPartPr>
            <p14:xfrm>
              <a:off x="5861160" y="1282680"/>
              <a:ext cx="5023080" cy="49662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DD907AF-CC8C-BD4E-DBE0-457A49A3717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51800" y="1273320"/>
                <a:ext cx="5041800" cy="498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14688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9E880-A7D1-6C6C-95B9-D3B37C416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E69A1-1988-3957-1DF1-9E17B8208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2692402" cy="1325563"/>
          </a:xfrm>
        </p:spPr>
        <p:txBody>
          <a:bodyPr>
            <a:normAutofit/>
          </a:bodyPr>
          <a:lstStyle/>
          <a:p>
            <a:r>
              <a:rPr lang="en-CA"/>
              <a:t>Logical Operators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B0A5F0-8BA4-5239-F049-3F3133218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46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03632D-164D-FC6F-0407-ECB9DBCFB40B}"/>
              </a:ext>
            </a:extLst>
          </p:cNvPr>
          <p:cNvSpPr txBox="1"/>
          <p:nvPr/>
        </p:nvSpPr>
        <p:spPr>
          <a:xfrm>
            <a:off x="330264" y="1706544"/>
            <a:ext cx="331046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/>
              <a:t>If </a:t>
            </a:r>
            <a:r>
              <a:rPr lang="en-CA" sz="2400">
                <a:latin typeface="Consolas" panose="020B0609020204030204" pitchFamily="49" charset="0"/>
              </a:rPr>
              <a:t>A</a:t>
            </a:r>
            <a:r>
              <a:rPr lang="en-CA" sz="2400"/>
              <a:t> and </a:t>
            </a:r>
            <a:r>
              <a:rPr lang="en-CA" sz="2400">
                <a:latin typeface="Consolas" panose="020B0609020204030204" pitchFamily="49" charset="0"/>
              </a:rPr>
              <a:t>B</a:t>
            </a:r>
            <a:r>
              <a:rPr lang="en-CA" sz="2400"/>
              <a:t> are Boolean expressions, then we can combine them in the following ways to make new Boolean expressions:</a:t>
            </a:r>
          </a:p>
          <a:p>
            <a:endParaRPr lang="en-CA" sz="2400"/>
          </a:p>
          <a:p>
            <a:r>
              <a:rPr lang="en-CA" sz="2400">
                <a:latin typeface="Consolas" panose="020B0609020204030204" pitchFamily="49" charset="0"/>
              </a:rPr>
              <a:t>A and B</a:t>
            </a:r>
            <a:br>
              <a:rPr lang="en-CA" sz="2400">
                <a:latin typeface="Consolas" panose="020B0609020204030204" pitchFamily="49" charset="0"/>
              </a:rPr>
            </a:br>
            <a:br>
              <a:rPr lang="en-CA" sz="2400">
                <a:latin typeface="Consolas" panose="020B0609020204030204" pitchFamily="49" charset="0"/>
              </a:rPr>
            </a:br>
            <a:r>
              <a:rPr lang="en-CA" sz="2400">
                <a:latin typeface="Consolas" panose="020B0609020204030204" pitchFamily="49" charset="0"/>
              </a:rPr>
              <a:t>A or B</a:t>
            </a:r>
          </a:p>
          <a:p>
            <a:endParaRPr lang="en-CA" sz="2400">
              <a:latin typeface="Consolas" panose="020B0609020204030204" pitchFamily="49" charset="0"/>
            </a:endParaRPr>
          </a:p>
          <a:p>
            <a:r>
              <a:rPr lang="en-CA" sz="2400">
                <a:latin typeface="Consolas" panose="020B0609020204030204" pitchFamily="49" charset="0"/>
              </a:rPr>
              <a:t>not A</a:t>
            </a:r>
            <a:endParaRPr lang="en-AU" sz="2400">
              <a:latin typeface="Consolas" panose="020B0609020204030204" pitchFamily="49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353EB6A-D05F-FF98-DE23-4427B56F22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8512622"/>
              </p:ext>
            </p:extLst>
          </p:nvPr>
        </p:nvGraphicFramePr>
        <p:xfrm>
          <a:off x="8164939" y="4943229"/>
          <a:ext cx="242993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5267">
                  <a:extLst>
                    <a:ext uri="{9D8B030D-6E8A-4147-A177-3AD203B41FA5}">
                      <a16:colId xmlns:a16="http://schemas.microsoft.com/office/drawing/2014/main" val="60493668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353086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nsolas" panose="020B0609020204030204" pitchFamily="49" charset="0"/>
                        </a:rPr>
                        <a:t>A</a:t>
                      </a:r>
                      <a:endParaRPr lang="en-AU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not</a:t>
                      </a:r>
                      <a:r>
                        <a:rPr lang="en-CA" dirty="0">
                          <a:latin typeface="Consolas" panose="020B0609020204030204" pitchFamily="49" charset="0"/>
                        </a:rPr>
                        <a:t> A</a:t>
                      </a:r>
                      <a:endParaRPr lang="en-AU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145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nsolas" panose="020B0609020204030204" pitchFamily="49" charset="0"/>
                        </a:rPr>
                        <a:t>True</a:t>
                      </a:r>
                      <a:endParaRPr lang="en-AU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458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nsolas" panose="020B0609020204030204" pitchFamily="49" charset="0"/>
                        </a:rPr>
                        <a:t>False</a:t>
                      </a:r>
                      <a:endParaRPr lang="en-AU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nsolas" panose="020B0609020204030204" pitchFamily="49" charset="0"/>
                        </a:rPr>
                        <a:t>True</a:t>
                      </a:r>
                      <a:endParaRPr lang="en-AU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98997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BD61107-B518-57CF-7E7E-84441A38C6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9948845"/>
              </p:ext>
            </p:extLst>
          </p:nvPr>
        </p:nvGraphicFramePr>
        <p:xfrm>
          <a:off x="8164939" y="2772843"/>
          <a:ext cx="331046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5267">
                  <a:extLst>
                    <a:ext uri="{9D8B030D-6E8A-4147-A177-3AD203B41FA5}">
                      <a16:colId xmlns:a16="http://schemas.microsoft.com/office/drawing/2014/main" val="604936688"/>
                    </a:ext>
                  </a:extLst>
                </a:gridCol>
                <a:gridCol w="880533">
                  <a:extLst>
                    <a:ext uri="{9D8B030D-6E8A-4147-A177-3AD203B41FA5}">
                      <a16:colId xmlns:a16="http://schemas.microsoft.com/office/drawing/2014/main" val="40730741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353086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A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B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nsolas" panose="020B0609020204030204" pitchFamily="49" charset="0"/>
                        </a:rPr>
                        <a:t>A </a:t>
                      </a:r>
                      <a:r>
                        <a:rPr lang="en-CA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or</a:t>
                      </a:r>
                      <a:r>
                        <a:rPr lang="en-CA" dirty="0">
                          <a:latin typeface="Consolas" panose="020B0609020204030204" pitchFamily="49" charset="0"/>
                        </a:rPr>
                        <a:t> B</a:t>
                      </a:r>
                      <a:endParaRPr lang="en-AU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145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nsolas" panose="020B0609020204030204" pitchFamily="49" charset="0"/>
                        </a:rPr>
                        <a:t>True</a:t>
                      </a:r>
                      <a:endParaRPr lang="en-AU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5997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458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989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nsolas" panose="020B0609020204030204" pitchFamily="49" charset="0"/>
                        </a:rPr>
                        <a:t>False</a:t>
                      </a:r>
                      <a:endParaRPr lang="en-AU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83390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A0F5D97-F4AA-3BD0-BE8A-F44CB1B5D2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8157050"/>
              </p:ext>
            </p:extLst>
          </p:nvPr>
        </p:nvGraphicFramePr>
        <p:xfrm>
          <a:off x="8164939" y="602456"/>
          <a:ext cx="331046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5267">
                  <a:extLst>
                    <a:ext uri="{9D8B030D-6E8A-4147-A177-3AD203B41FA5}">
                      <a16:colId xmlns:a16="http://schemas.microsoft.com/office/drawing/2014/main" val="604936688"/>
                    </a:ext>
                  </a:extLst>
                </a:gridCol>
                <a:gridCol w="880533">
                  <a:extLst>
                    <a:ext uri="{9D8B030D-6E8A-4147-A177-3AD203B41FA5}">
                      <a16:colId xmlns:a16="http://schemas.microsoft.com/office/drawing/2014/main" val="40730741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353086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A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B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nsolas" panose="020B0609020204030204" pitchFamily="49" charset="0"/>
                        </a:rPr>
                        <a:t>A </a:t>
                      </a:r>
                      <a:r>
                        <a:rPr lang="en-CA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and</a:t>
                      </a:r>
                      <a:r>
                        <a:rPr lang="en-CA" dirty="0">
                          <a:latin typeface="Consolas" panose="020B0609020204030204" pitchFamily="49" charset="0"/>
                        </a:rPr>
                        <a:t> B</a:t>
                      </a:r>
                      <a:endParaRPr lang="en-AU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145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5997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nsolas" panose="020B0609020204030204" pitchFamily="49" charset="0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458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True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5989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latin typeface="Consolas" panose="020B0609020204030204" pitchFamily="49" charset="0"/>
                        </a:rPr>
                        <a:t>False</a:t>
                      </a:r>
                      <a:endParaRPr lang="en-AU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>
                          <a:latin typeface="Consolas" panose="020B0609020204030204" pitchFamily="49" charset="0"/>
                        </a:rPr>
                        <a:t>False</a:t>
                      </a:r>
                      <a:endParaRPr lang="en-AU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83390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852662D-475A-99BE-2B3A-CE6DAA620DD8}"/>
              </a:ext>
            </a:extLst>
          </p:cNvPr>
          <p:cNvSpPr txBox="1"/>
          <p:nvPr/>
        </p:nvSpPr>
        <p:spPr>
          <a:xfrm>
            <a:off x="4012906" y="866774"/>
            <a:ext cx="2692401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Know your truth tables!</a:t>
            </a:r>
          </a:p>
          <a:p>
            <a:pPr algn="ctr"/>
            <a:r>
              <a:rPr lang="en-CA" dirty="0"/>
              <a:t>You need to either memorize them or be able to re-create them</a:t>
            </a: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8AC3EB-AEFE-59FE-5B82-B84FA9E3C6D6}"/>
              </a:ext>
            </a:extLst>
          </p:cNvPr>
          <p:cNvSpPr txBox="1"/>
          <p:nvPr/>
        </p:nvSpPr>
        <p:spPr>
          <a:xfrm>
            <a:off x="7534498" y="146693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ABE8FC-CF85-1959-770D-B2E31FEA0140}"/>
              </a:ext>
            </a:extLst>
          </p:cNvPr>
          <p:cNvSpPr txBox="1"/>
          <p:nvPr/>
        </p:nvSpPr>
        <p:spPr>
          <a:xfrm>
            <a:off x="7622663" y="3515277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750650-74F5-B860-DCD4-FEBD6C016572}"/>
              </a:ext>
            </a:extLst>
          </p:cNvPr>
          <p:cNvSpPr txBox="1"/>
          <p:nvPr/>
        </p:nvSpPr>
        <p:spPr>
          <a:xfrm>
            <a:off x="7560146" y="5391062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</a:t>
            </a:r>
          </a:p>
        </p:txBody>
      </p:sp>
    </p:spTree>
    <p:extLst>
      <p:ext uri="{BB962C8B-B14F-4D97-AF65-F5344CB8AC3E}">
        <p14:creationId xmlns:p14="http://schemas.microsoft.com/office/powerpoint/2010/main" val="378980284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CB22F-A74A-7AC0-9FDD-F3EBB704A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2D435-DBD5-B86C-9AB9-3BA5437A4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A9637E-EE20-84A4-687E-089C67176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47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E554AE-2AC0-6005-8F04-A793EC93185B}"/>
              </a:ext>
            </a:extLst>
          </p:cNvPr>
          <p:cNvSpPr txBox="1"/>
          <p:nvPr/>
        </p:nvSpPr>
        <p:spPr>
          <a:xfrm>
            <a:off x="544637" y="2152819"/>
            <a:ext cx="2215495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if-statement</a:t>
            </a:r>
            <a:r>
              <a:rPr lang="en-CA"/>
              <a:t> runs a block of code just when some Boolean expression is true.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AEA39C-B522-36A2-DA23-1E20F0499034}"/>
              </a:ext>
            </a:extLst>
          </p:cNvPr>
          <p:cNvSpPr txBox="1"/>
          <p:nvPr/>
        </p:nvSpPr>
        <p:spPr>
          <a:xfrm>
            <a:off x="4346355" y="2152819"/>
            <a:ext cx="578529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2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&gt; 0: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positive")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9746202-3B00-221C-D632-58946CFBE7E1}"/>
                  </a:ext>
                </a:extLst>
              </p14:cNvPr>
              <p14:cNvContentPartPr/>
              <p14:nvPr/>
            </p14:nvContentPartPr>
            <p14:xfrm>
              <a:off x="4908600" y="3441600"/>
              <a:ext cx="1003680" cy="51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9746202-3B00-221C-D632-58946CFBE7E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99240" y="3432240"/>
                <a:ext cx="1022400" cy="69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04919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85642-0A0B-28C3-C2DB-D635A4FF5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52F37-6E66-D73E-2AF0-7FED8B2FC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FD7A8-3C97-A9B0-E3F6-68BA0ACD4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48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AC4A63-A5A9-952F-8BEB-F5AB9247DE96}"/>
              </a:ext>
            </a:extLst>
          </p:cNvPr>
          <p:cNvSpPr txBox="1"/>
          <p:nvPr/>
        </p:nvSpPr>
        <p:spPr>
          <a:xfrm>
            <a:off x="544637" y="2152819"/>
            <a:ext cx="2215495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if-statement</a:t>
            </a:r>
            <a:r>
              <a:rPr lang="en-CA"/>
              <a:t> runs a block of code just when some Boolean expression is true.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BFD1BD-94DB-A2E2-B10C-7492525842D3}"/>
              </a:ext>
            </a:extLst>
          </p:cNvPr>
          <p:cNvSpPr txBox="1"/>
          <p:nvPr/>
        </p:nvSpPr>
        <p:spPr>
          <a:xfrm>
            <a:off x="4346355" y="2152819"/>
            <a:ext cx="578529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2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&gt; 0: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positive")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170A54-4D9C-03EC-CEE7-B9FE7D580AB9}"/>
              </a:ext>
            </a:extLst>
          </p:cNvPr>
          <p:cNvSpPr/>
          <p:nvPr/>
        </p:nvSpPr>
        <p:spPr>
          <a:xfrm>
            <a:off x="4346355" y="2946400"/>
            <a:ext cx="5356445" cy="1168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46A529-988D-911A-35E0-CFD5399C646F}"/>
              </a:ext>
            </a:extLst>
          </p:cNvPr>
          <p:cNvSpPr txBox="1"/>
          <p:nvPr/>
        </p:nvSpPr>
        <p:spPr>
          <a:xfrm>
            <a:off x="9982200" y="1414155"/>
            <a:ext cx="1896534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is a simple </a:t>
            </a:r>
            <a:r>
              <a:rPr lang="en-CA" b="1"/>
              <a:t>if-statement </a:t>
            </a:r>
            <a:r>
              <a:rPr lang="en-CA"/>
              <a:t>consisting of a header and a body.</a:t>
            </a:r>
            <a:endParaRPr lang="en-AU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0411ECE-8C11-4360-FE2B-8B62695E5670}"/>
                  </a:ext>
                </a:extLst>
              </p14:cNvPr>
              <p14:cNvContentPartPr/>
              <p14:nvPr/>
            </p14:nvContentPartPr>
            <p14:xfrm>
              <a:off x="5099040" y="3416400"/>
              <a:ext cx="1035360" cy="385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0411ECE-8C11-4360-FE2B-8B62695E567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89680" y="3407040"/>
                <a:ext cx="1054080" cy="5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022626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62E20-B6EA-EFF2-B380-6913A2335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D81E3-539A-32AE-57B9-646B819A5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A2DCB-DB18-E08D-558E-968DA89F8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49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CBDB6D-8DB6-AEFF-D84A-C66798E882C5}"/>
              </a:ext>
            </a:extLst>
          </p:cNvPr>
          <p:cNvSpPr txBox="1"/>
          <p:nvPr/>
        </p:nvSpPr>
        <p:spPr>
          <a:xfrm>
            <a:off x="544637" y="2152819"/>
            <a:ext cx="2215495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if-statement</a:t>
            </a:r>
            <a:r>
              <a:rPr lang="en-CA"/>
              <a:t> runs a block of code just when some Boolean expression is true.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3E8272-C314-ABAA-6652-7068B1ACCEB7}"/>
              </a:ext>
            </a:extLst>
          </p:cNvPr>
          <p:cNvSpPr txBox="1"/>
          <p:nvPr/>
        </p:nvSpPr>
        <p:spPr>
          <a:xfrm>
            <a:off x="4346355" y="2152819"/>
            <a:ext cx="578529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2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&gt; 0: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positive")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E3E108-757D-2132-1801-F24F8679E699}"/>
              </a:ext>
            </a:extLst>
          </p:cNvPr>
          <p:cNvSpPr/>
          <p:nvPr/>
        </p:nvSpPr>
        <p:spPr>
          <a:xfrm>
            <a:off x="4346355" y="2946400"/>
            <a:ext cx="1902045" cy="5672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1FD2A9-4EEA-F163-59CC-EAA19BDDC8FC}"/>
              </a:ext>
            </a:extLst>
          </p:cNvPr>
          <p:cNvSpPr txBox="1"/>
          <p:nvPr/>
        </p:nvSpPr>
        <p:spPr>
          <a:xfrm>
            <a:off x="9296400" y="1414155"/>
            <a:ext cx="2582334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/>
              <a:t>The header: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Starts with </a:t>
            </a:r>
            <a:r>
              <a:rPr lang="en-CA" b="1">
                <a:latin typeface="Consolas" panose="020B0609020204030204" pitchFamily="49" charset="0"/>
              </a:rPr>
              <a:t>if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Is followed by a Boolean expression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Ends with </a:t>
            </a:r>
            <a:r>
              <a:rPr lang="en-CA" b="1">
                <a:latin typeface="Consolas" panose="020B0609020204030204" pitchFamily="49" charset="0"/>
              </a:rPr>
              <a:t>:</a:t>
            </a:r>
            <a:endParaRPr lang="en-AU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A4294D7-600E-946D-7740-44C8822DBE29}"/>
              </a:ext>
            </a:extLst>
          </p:cNvPr>
          <p:cNvCxnSpPr>
            <a:cxnSpLocks/>
          </p:cNvCxnSpPr>
          <p:nvPr/>
        </p:nvCxnSpPr>
        <p:spPr>
          <a:xfrm flipH="1">
            <a:off x="6248400" y="1659467"/>
            <a:ext cx="3107267" cy="12320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634873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14718-4A3B-51A4-820A-29DADDD32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FA9A8-A1D9-8EEB-5E28-65720073B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02D48E-8F03-39D5-C4F5-1AF000961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50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802800-3836-6E33-B2D4-3B08DA42D72D}"/>
              </a:ext>
            </a:extLst>
          </p:cNvPr>
          <p:cNvSpPr txBox="1"/>
          <p:nvPr/>
        </p:nvSpPr>
        <p:spPr>
          <a:xfrm>
            <a:off x="544637" y="2152819"/>
            <a:ext cx="2215495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if-statement</a:t>
            </a:r>
            <a:r>
              <a:rPr lang="en-CA"/>
              <a:t> runs a block of code just when some Boolean expression is true.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3BB263-3379-C941-1096-8817BACBB0F8}"/>
              </a:ext>
            </a:extLst>
          </p:cNvPr>
          <p:cNvSpPr txBox="1"/>
          <p:nvPr/>
        </p:nvSpPr>
        <p:spPr>
          <a:xfrm>
            <a:off x="4346355" y="2152819"/>
            <a:ext cx="578529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2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&gt; 0: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positive")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FF3900-074C-F9A1-9881-FEA554664405}"/>
              </a:ext>
            </a:extLst>
          </p:cNvPr>
          <p:cNvSpPr/>
          <p:nvPr/>
        </p:nvSpPr>
        <p:spPr>
          <a:xfrm>
            <a:off x="4346355" y="2946400"/>
            <a:ext cx="1902045" cy="5672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5A2E6A-BD4D-A466-94C6-EC9B784DEAF1}"/>
              </a:ext>
            </a:extLst>
          </p:cNvPr>
          <p:cNvSpPr txBox="1"/>
          <p:nvPr/>
        </p:nvSpPr>
        <p:spPr>
          <a:xfrm>
            <a:off x="9296400" y="1414155"/>
            <a:ext cx="2582334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/>
              <a:t>The header: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Starts with </a:t>
            </a:r>
            <a:r>
              <a:rPr lang="en-CA" b="1">
                <a:latin typeface="Consolas" panose="020B0609020204030204" pitchFamily="49" charset="0"/>
              </a:rPr>
              <a:t>if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Is followed by a Boolean expression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Ends with </a:t>
            </a:r>
            <a:r>
              <a:rPr lang="en-CA" b="1">
                <a:latin typeface="Consolas" panose="020B0609020204030204" pitchFamily="49" charset="0"/>
              </a:rPr>
              <a:t>:</a:t>
            </a:r>
            <a:endParaRPr lang="en-AU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041A595-65BB-1F22-E84E-BBE3D4A44D33}"/>
              </a:ext>
            </a:extLst>
          </p:cNvPr>
          <p:cNvCxnSpPr>
            <a:cxnSpLocks/>
          </p:cNvCxnSpPr>
          <p:nvPr/>
        </p:nvCxnSpPr>
        <p:spPr>
          <a:xfrm flipH="1">
            <a:off x="4893733" y="1888067"/>
            <a:ext cx="4402667" cy="13123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343560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44E4A-0825-8A38-4A31-75F30BAF9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0BCEA-5C4C-F018-8B26-120B5E070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B3DF5-ACBE-5CA5-0215-577D9664C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51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60C276-7984-F796-A28D-ED7749884FB8}"/>
              </a:ext>
            </a:extLst>
          </p:cNvPr>
          <p:cNvSpPr txBox="1"/>
          <p:nvPr/>
        </p:nvSpPr>
        <p:spPr>
          <a:xfrm>
            <a:off x="544637" y="2152819"/>
            <a:ext cx="2215495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if-statement</a:t>
            </a:r>
            <a:r>
              <a:rPr lang="en-CA"/>
              <a:t> runs a block of code just when some Boolean expression is true.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BCDCB6-4C6F-2189-9230-B4269B23B415}"/>
              </a:ext>
            </a:extLst>
          </p:cNvPr>
          <p:cNvSpPr txBox="1"/>
          <p:nvPr/>
        </p:nvSpPr>
        <p:spPr>
          <a:xfrm>
            <a:off x="4346355" y="2152819"/>
            <a:ext cx="578529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2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&gt; 0: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positive")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D1B3B7-6075-B98A-C1A6-A7C1CDA2E2F3}"/>
              </a:ext>
            </a:extLst>
          </p:cNvPr>
          <p:cNvSpPr/>
          <p:nvPr/>
        </p:nvSpPr>
        <p:spPr>
          <a:xfrm>
            <a:off x="4346355" y="2946400"/>
            <a:ext cx="1902045" cy="5672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EC6FFC-0920-EB3E-AE77-55B61162A1F3}"/>
              </a:ext>
            </a:extLst>
          </p:cNvPr>
          <p:cNvSpPr txBox="1"/>
          <p:nvPr/>
        </p:nvSpPr>
        <p:spPr>
          <a:xfrm>
            <a:off x="9296400" y="1414155"/>
            <a:ext cx="2582334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/>
              <a:t>The header: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Starts with </a:t>
            </a:r>
            <a:r>
              <a:rPr lang="en-CA" b="1">
                <a:latin typeface="Consolas" panose="020B0609020204030204" pitchFamily="49" charset="0"/>
              </a:rPr>
              <a:t>if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Is followed by a Boolean expression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Ends with </a:t>
            </a:r>
            <a:r>
              <a:rPr lang="en-CA" b="1">
                <a:latin typeface="Consolas" panose="020B0609020204030204" pitchFamily="49" charset="0"/>
              </a:rPr>
              <a:t>:</a:t>
            </a:r>
            <a:endParaRPr lang="en-AU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8452C03-60BE-3748-6E78-C6AD62DF7BEF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5681133" y="2152819"/>
            <a:ext cx="3615267" cy="8782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26647DD-F946-1C3A-8C7A-CB3ED29DDB15}"/>
                  </a:ext>
                </a:extLst>
              </p14:cNvPr>
              <p14:cNvContentPartPr/>
              <p14:nvPr/>
            </p14:nvContentPartPr>
            <p14:xfrm>
              <a:off x="4997520" y="3352680"/>
              <a:ext cx="902160" cy="892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26647DD-F946-1C3A-8C7A-CB3ED29DDB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88160" y="3343320"/>
                <a:ext cx="920880" cy="10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389259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A7A09-DEC4-3B88-FE7C-716BE72D8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8183F-FC06-3FA7-2D8C-22F297F44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01D4A-E614-23D9-FA16-19B27BF1A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52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B1E301-DF73-FF45-07B3-96EAB8FCB885}"/>
              </a:ext>
            </a:extLst>
          </p:cNvPr>
          <p:cNvSpPr txBox="1"/>
          <p:nvPr/>
        </p:nvSpPr>
        <p:spPr>
          <a:xfrm>
            <a:off x="544637" y="2152819"/>
            <a:ext cx="2215495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if-statement</a:t>
            </a:r>
            <a:r>
              <a:rPr lang="en-CA"/>
              <a:t> runs a block of code just when some Boolean expression is true.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0DF595-4246-5243-3D9D-D8D84D7DBF1A}"/>
              </a:ext>
            </a:extLst>
          </p:cNvPr>
          <p:cNvSpPr txBox="1"/>
          <p:nvPr/>
        </p:nvSpPr>
        <p:spPr>
          <a:xfrm>
            <a:off x="4346355" y="2152819"/>
            <a:ext cx="578529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2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&gt; 0: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positive")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C91F73-3E48-A161-B17D-5ED5F6B2741F}"/>
              </a:ext>
            </a:extLst>
          </p:cNvPr>
          <p:cNvSpPr/>
          <p:nvPr/>
        </p:nvSpPr>
        <p:spPr>
          <a:xfrm>
            <a:off x="4346355" y="2946400"/>
            <a:ext cx="1902045" cy="5672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4BFA5D-5DDA-805F-5E28-0D0C54F5D0D6}"/>
              </a:ext>
            </a:extLst>
          </p:cNvPr>
          <p:cNvSpPr txBox="1"/>
          <p:nvPr/>
        </p:nvSpPr>
        <p:spPr>
          <a:xfrm>
            <a:off x="9296400" y="1414155"/>
            <a:ext cx="2582334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/>
              <a:t>The header: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Starts with </a:t>
            </a:r>
            <a:r>
              <a:rPr lang="en-CA" b="1">
                <a:latin typeface="Consolas" panose="020B0609020204030204" pitchFamily="49" charset="0"/>
              </a:rPr>
              <a:t>if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Is followed by a Boolean expression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Ends with </a:t>
            </a:r>
            <a:r>
              <a:rPr lang="en-CA" b="1">
                <a:latin typeface="Consolas" panose="020B0609020204030204" pitchFamily="49" charset="0"/>
              </a:rPr>
              <a:t>:</a:t>
            </a:r>
            <a:endParaRPr lang="en-AU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738BD15-EFAA-63E0-E47A-651CC8336A1B}"/>
              </a:ext>
            </a:extLst>
          </p:cNvPr>
          <p:cNvCxnSpPr>
            <a:cxnSpLocks/>
          </p:cNvCxnSpPr>
          <p:nvPr/>
        </p:nvCxnSpPr>
        <p:spPr>
          <a:xfrm flipH="1">
            <a:off x="6155267" y="2709333"/>
            <a:ext cx="3141133" cy="5672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F5A56DA-34A1-1458-4656-066802C1B1C4}"/>
                  </a:ext>
                </a:extLst>
              </p14:cNvPr>
              <p14:cNvContentPartPr/>
              <p14:nvPr/>
            </p14:nvContentPartPr>
            <p14:xfrm>
              <a:off x="5981760" y="3492360"/>
              <a:ext cx="20340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F5A56DA-34A1-1458-4656-066802C1B1C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72400" y="3483000"/>
                <a:ext cx="22212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9857969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28D26-3C62-6207-9D0F-70C7992D6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16794-B578-FA88-06BE-1459C8B8D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2848DE-7D23-6A7C-BAA4-A68E916FF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53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918806-958D-CE33-03C9-B7347D33C18E}"/>
              </a:ext>
            </a:extLst>
          </p:cNvPr>
          <p:cNvSpPr txBox="1"/>
          <p:nvPr/>
        </p:nvSpPr>
        <p:spPr>
          <a:xfrm>
            <a:off x="544637" y="2152819"/>
            <a:ext cx="2215495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if-statement</a:t>
            </a:r>
            <a:r>
              <a:rPr lang="en-CA"/>
              <a:t> runs a block of code just when some Boolean expression is true.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8EEFE6-9006-6507-FC67-3200651C07DA}"/>
              </a:ext>
            </a:extLst>
          </p:cNvPr>
          <p:cNvSpPr txBox="1"/>
          <p:nvPr/>
        </p:nvSpPr>
        <p:spPr>
          <a:xfrm>
            <a:off x="4346355" y="2152819"/>
            <a:ext cx="578529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2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&gt; 0: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positive")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B029AD-9A60-EA61-AAE1-03D8BB21AA13}"/>
              </a:ext>
            </a:extLst>
          </p:cNvPr>
          <p:cNvSpPr/>
          <p:nvPr/>
        </p:nvSpPr>
        <p:spPr>
          <a:xfrm>
            <a:off x="4498755" y="3472318"/>
            <a:ext cx="5178645" cy="5672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E6FD48-8738-4FCB-6D91-8AEDEB842AF5}"/>
              </a:ext>
            </a:extLst>
          </p:cNvPr>
          <p:cNvSpPr txBox="1"/>
          <p:nvPr/>
        </p:nvSpPr>
        <p:spPr>
          <a:xfrm>
            <a:off x="5699543" y="4322015"/>
            <a:ext cx="2582334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 </a:t>
            </a:r>
            <a:r>
              <a:rPr lang="en-CA" b="1"/>
              <a:t>body</a:t>
            </a:r>
            <a:r>
              <a:rPr lang="en-CA"/>
              <a:t> of an if-statement must be consistently indented under the header.</a:t>
            </a:r>
            <a:endParaRPr lang="en-AU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6174090-60EF-7718-B9AE-7CBC4BD6F35F}"/>
                  </a:ext>
                </a:extLst>
              </p14:cNvPr>
              <p14:cNvContentPartPr/>
              <p14:nvPr/>
            </p14:nvContentPartPr>
            <p14:xfrm>
              <a:off x="4597560" y="3879720"/>
              <a:ext cx="616320" cy="702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6174090-60EF-7718-B9AE-7CBC4BD6F35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88200" y="3870360"/>
                <a:ext cx="635040" cy="88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1498371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56675-A9E6-1C31-827B-B4635F2CB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435BD-AF58-DF10-6F8F-4F22E2080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B9FD58-A304-607F-967F-AD4E856EA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54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EF1186-870F-A83E-21A1-27C81750C1B8}"/>
              </a:ext>
            </a:extLst>
          </p:cNvPr>
          <p:cNvSpPr txBox="1"/>
          <p:nvPr/>
        </p:nvSpPr>
        <p:spPr>
          <a:xfrm>
            <a:off x="426210" y="2456655"/>
            <a:ext cx="2664230" cy="203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if-else statement</a:t>
            </a:r>
            <a:r>
              <a:rPr lang="en-CA"/>
              <a:t> runs a block of code just when some Boolean expression is true, and a different block of code when the expression is false.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4A8C46-4AE0-E930-B416-EAF8A74DE933}"/>
              </a:ext>
            </a:extLst>
          </p:cNvPr>
          <p:cNvSpPr txBox="1"/>
          <p:nvPr/>
        </p:nvSpPr>
        <p:spPr>
          <a:xfrm>
            <a:off x="4820488" y="2133489"/>
            <a:ext cx="57852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8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% 2 == 0: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even")</a:t>
            </a:r>
          </a:p>
          <a:p>
            <a:r>
              <a:rPr lang="en-US" sz="2800">
                <a:latin typeface="Consolas" panose="020B0609020204030204" pitchFamily="49" charset="0"/>
              </a:rPr>
              <a:t>else: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odd")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165964-1054-F304-F911-56E1DA35C255}"/>
              </a:ext>
            </a:extLst>
          </p:cNvPr>
          <p:cNvSpPr/>
          <p:nvPr/>
        </p:nvSpPr>
        <p:spPr>
          <a:xfrm>
            <a:off x="4803555" y="2989718"/>
            <a:ext cx="5178645" cy="19040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4A9F03E-E2DC-A8B9-C58F-168D12BE948B}"/>
                  </a:ext>
                </a:extLst>
              </p14:cNvPr>
              <p14:cNvContentPartPr/>
              <p14:nvPr/>
            </p14:nvContentPartPr>
            <p14:xfrm>
              <a:off x="4889520" y="3364920"/>
              <a:ext cx="2502360" cy="1023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4A9F03E-E2DC-A8B9-C58F-168D12BE948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80160" y="3355560"/>
                <a:ext cx="2521080" cy="104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8590796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AFAB3-71AD-E55D-2EA0-20293EBF8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5D9D4-0B52-9EC2-2B39-D4DC84366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84A714-78AF-C7C8-BF5B-F47F293C4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55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FC7EE4-DC2D-1236-74E8-42FAFE37A2C2}"/>
              </a:ext>
            </a:extLst>
          </p:cNvPr>
          <p:cNvSpPr txBox="1"/>
          <p:nvPr/>
        </p:nvSpPr>
        <p:spPr>
          <a:xfrm>
            <a:off x="4255885" y="886534"/>
            <a:ext cx="2664230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if a </a:t>
            </a:r>
            <a:r>
              <a:rPr lang="en-CA" b="1"/>
              <a:t>flow chart</a:t>
            </a:r>
            <a:r>
              <a:rPr lang="en-CA"/>
              <a:t>. It visually shows the flow of an if-statement.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FA98D7-0AFF-07AD-9CF8-FEFE045200D1}"/>
              </a:ext>
            </a:extLst>
          </p:cNvPr>
          <p:cNvSpPr txBox="1"/>
          <p:nvPr/>
        </p:nvSpPr>
        <p:spPr>
          <a:xfrm>
            <a:off x="646421" y="2090172"/>
            <a:ext cx="57852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8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</a:t>
            </a:r>
            <a:r>
              <a:rPr lang="en-US" sz="2800">
                <a:solidFill>
                  <a:srgbClr val="FF0000"/>
                </a:solidFill>
                <a:latin typeface="Consolas" panose="020B0609020204030204" pitchFamily="49" charset="0"/>
              </a:rPr>
              <a:t>x % 2 == 0</a:t>
            </a:r>
            <a:r>
              <a:rPr lang="en-US" sz="2800">
                <a:latin typeface="Consolas" panose="020B0609020204030204" pitchFamily="49" charset="0"/>
              </a:rPr>
              <a:t>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even")</a:t>
            </a:r>
          </a:p>
          <a:p>
            <a:r>
              <a:rPr lang="en-US" sz="2800">
                <a:latin typeface="Consolas" panose="020B0609020204030204" pitchFamily="49" charset="0"/>
              </a:rPr>
              <a:t>else: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odd")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Flowchart: Decision 4">
            <a:extLst>
              <a:ext uri="{FF2B5EF4-FFF2-40B4-BE49-F238E27FC236}">
                <a16:creationId xmlns:a16="http://schemas.microsoft.com/office/drawing/2014/main" id="{546D0B5B-59C7-B4BE-1596-8B3CB431A388}"/>
              </a:ext>
            </a:extLst>
          </p:cNvPr>
          <p:cNvSpPr/>
          <p:nvPr/>
        </p:nvSpPr>
        <p:spPr>
          <a:xfrm>
            <a:off x="7052733" y="1467990"/>
            <a:ext cx="2929467" cy="1244489"/>
          </a:xfrm>
          <a:prstGeom prst="flowChartDecisi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>
                <a:solidFill>
                  <a:srgbClr val="FF0000"/>
                </a:solidFill>
                <a:latin typeface="Consolas" panose="020B0609020204030204" pitchFamily="49" charset="0"/>
              </a:rPr>
              <a:t>x % 2 == 0</a:t>
            </a:r>
            <a:endParaRPr lang="en-AU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17C753-51B2-9540-0F55-1CA8E43AF8EF}"/>
              </a:ext>
            </a:extLst>
          </p:cNvPr>
          <p:cNvSpPr txBox="1"/>
          <p:nvPr/>
        </p:nvSpPr>
        <p:spPr>
          <a:xfrm>
            <a:off x="7708899" y="682108"/>
            <a:ext cx="161713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/>
              <a:t>x = 8</a:t>
            </a:r>
            <a:endParaRPr lang="en-AU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E4886A3-4EC5-02DF-CFBE-2E203E3DC928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9982200" y="2090172"/>
            <a:ext cx="1151467" cy="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C5995F6-479C-CBBC-1BB6-89E6E992C8E6}"/>
              </a:ext>
            </a:extLst>
          </p:cNvPr>
          <p:cNvSpPr txBox="1"/>
          <p:nvPr/>
        </p:nvSpPr>
        <p:spPr>
          <a:xfrm>
            <a:off x="10204449" y="3356741"/>
            <a:ext cx="179070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/>
              <a:t>print("x is even")</a:t>
            </a:r>
            <a:endParaRPr lang="en-AU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69F1475-D4DF-D749-9EA9-3B502F704B65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11099800" y="2090172"/>
            <a:ext cx="6684" cy="12665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5CC7FDD-8702-D55B-1834-FD80717DF50E}"/>
              </a:ext>
            </a:extLst>
          </p:cNvPr>
          <p:cNvSpPr txBox="1"/>
          <p:nvPr/>
        </p:nvSpPr>
        <p:spPr>
          <a:xfrm>
            <a:off x="7622114" y="3356741"/>
            <a:ext cx="179070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/>
              <a:t>print("x is odd")</a:t>
            </a:r>
            <a:endParaRPr lang="en-AU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907C9C6-359B-8F2B-A673-B47ACF5D971B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8517465" y="2712479"/>
            <a:ext cx="2" cy="6615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9052BE9-79FA-21E3-04F5-D79D36828ECA}"/>
              </a:ext>
            </a:extLst>
          </p:cNvPr>
          <p:cNvCxnSpPr>
            <a:cxnSpLocks/>
          </p:cNvCxnSpPr>
          <p:nvPr/>
        </p:nvCxnSpPr>
        <p:spPr>
          <a:xfrm>
            <a:off x="8517464" y="3726073"/>
            <a:ext cx="0" cy="7917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494FEF7-CFE4-6889-6E88-D03B759A09E0}"/>
              </a:ext>
            </a:extLst>
          </p:cNvPr>
          <p:cNvCxnSpPr>
            <a:cxnSpLocks/>
          </p:cNvCxnSpPr>
          <p:nvPr/>
        </p:nvCxnSpPr>
        <p:spPr>
          <a:xfrm flipH="1">
            <a:off x="11099800" y="3726073"/>
            <a:ext cx="6684" cy="4479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73DC43C-4674-722D-4C64-59CE3EA774C9}"/>
              </a:ext>
            </a:extLst>
          </p:cNvPr>
          <p:cNvCxnSpPr>
            <a:cxnSpLocks/>
          </p:cNvCxnSpPr>
          <p:nvPr/>
        </p:nvCxnSpPr>
        <p:spPr>
          <a:xfrm flipH="1">
            <a:off x="8517462" y="4174067"/>
            <a:ext cx="25823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53DE890-8B92-95F9-FDE5-32371C2FF2E0}"/>
              </a:ext>
            </a:extLst>
          </p:cNvPr>
          <p:cNvCxnSpPr>
            <a:cxnSpLocks/>
            <a:stCxn id="6" idx="2"/>
            <a:endCxn id="5" idx="0"/>
          </p:cNvCxnSpPr>
          <p:nvPr/>
        </p:nvCxnSpPr>
        <p:spPr>
          <a:xfrm>
            <a:off x="8517466" y="1051440"/>
            <a:ext cx="1" cy="4165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953FCFB-96FB-CC3A-B376-F0E251180513}"/>
              </a:ext>
            </a:extLst>
          </p:cNvPr>
          <p:cNvCxnSpPr>
            <a:cxnSpLocks/>
          </p:cNvCxnSpPr>
          <p:nvPr/>
        </p:nvCxnSpPr>
        <p:spPr>
          <a:xfrm>
            <a:off x="8517462" y="265558"/>
            <a:ext cx="1" cy="4165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CF12471-70F0-9634-123F-FCA482524B12}"/>
              </a:ext>
            </a:extLst>
          </p:cNvPr>
          <p:cNvSpPr txBox="1"/>
          <p:nvPr/>
        </p:nvSpPr>
        <p:spPr>
          <a:xfrm>
            <a:off x="9742457" y="1707999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>
                <a:latin typeface="Consolas" panose="020B0609020204030204" pitchFamily="49" charset="0"/>
              </a:rPr>
              <a:t>True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8D5572-B67B-0E19-1DCB-F94432BF18E3}"/>
              </a:ext>
            </a:extLst>
          </p:cNvPr>
          <p:cNvSpPr txBox="1"/>
          <p:nvPr/>
        </p:nvSpPr>
        <p:spPr>
          <a:xfrm>
            <a:off x="7709769" y="2665278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>
                <a:latin typeface="Consolas" panose="020B0609020204030204" pitchFamily="49" charset="0"/>
              </a:rPr>
              <a:t>False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03B265A-F6A8-499D-E38B-942950E8923A}"/>
              </a:ext>
            </a:extLst>
          </p:cNvPr>
          <p:cNvSpPr txBox="1"/>
          <p:nvPr/>
        </p:nvSpPr>
        <p:spPr>
          <a:xfrm>
            <a:off x="7195507" y="5147334"/>
            <a:ext cx="266423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Notice that there are </a:t>
            </a:r>
            <a:r>
              <a:rPr lang="en-CA" b="1"/>
              <a:t>two</a:t>
            </a:r>
            <a:r>
              <a:rPr lang="en-CA"/>
              <a:t> different </a:t>
            </a:r>
            <a:r>
              <a:rPr lang="en-CA" b="1"/>
              <a:t>execution paths </a:t>
            </a:r>
            <a:r>
              <a:rPr lang="en-CA"/>
              <a:t>to get from the top to the bottom.</a:t>
            </a:r>
            <a:endParaRPr lang="en-AU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004167B-9653-ABEF-38CF-D82322A03A0A}"/>
                  </a:ext>
                </a:extLst>
              </p14:cNvPr>
              <p14:cNvContentPartPr/>
              <p14:nvPr/>
            </p14:nvContentPartPr>
            <p14:xfrm>
              <a:off x="336240" y="336600"/>
              <a:ext cx="10548000" cy="47887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004167B-9653-ABEF-38CF-D82322A03A0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6880" y="327240"/>
                <a:ext cx="10566720" cy="480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7654197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A1ED7-320D-A87B-7103-975F32AC2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1A88D-4E6D-E9F3-727F-5935F2413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9282C2-CC24-8F92-7080-54C1A2816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56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E31C02-7898-7E6C-89E7-81A768E625D7}"/>
              </a:ext>
            </a:extLst>
          </p:cNvPr>
          <p:cNvSpPr txBox="1"/>
          <p:nvPr/>
        </p:nvSpPr>
        <p:spPr>
          <a:xfrm>
            <a:off x="426210" y="2456655"/>
            <a:ext cx="2664230" cy="203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if-else statement</a:t>
            </a:r>
            <a:r>
              <a:rPr lang="en-CA"/>
              <a:t> runs a block a block of code just when some Boolean expression is true, and a different block of code when the expression is false.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018908-CCF4-A4C8-57D5-74DCD8C39121}"/>
              </a:ext>
            </a:extLst>
          </p:cNvPr>
          <p:cNvSpPr txBox="1"/>
          <p:nvPr/>
        </p:nvSpPr>
        <p:spPr>
          <a:xfrm>
            <a:off x="4820488" y="2133489"/>
            <a:ext cx="57852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8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% 2 == 0: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even")</a:t>
            </a:r>
          </a:p>
          <a:p>
            <a:r>
              <a:rPr lang="en-US" sz="2800">
                <a:latin typeface="Consolas" panose="020B0609020204030204" pitchFamily="49" charset="0"/>
              </a:rPr>
              <a:t>else: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odd")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0CA766-B3AE-305B-E550-5683C918A2A7}"/>
              </a:ext>
            </a:extLst>
          </p:cNvPr>
          <p:cNvSpPr/>
          <p:nvPr/>
        </p:nvSpPr>
        <p:spPr>
          <a:xfrm>
            <a:off x="4803555" y="2989719"/>
            <a:ext cx="5178645" cy="9472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C904F4-F53C-574A-77C8-3675381CE46D}"/>
              </a:ext>
            </a:extLst>
          </p:cNvPr>
          <p:cNvSpPr txBox="1"/>
          <p:nvPr/>
        </p:nvSpPr>
        <p:spPr>
          <a:xfrm>
            <a:off x="9093200" y="1877026"/>
            <a:ext cx="232833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 if-statement part is like the previous if-statement.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2953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A0646-63A8-2227-4EF9-2B6AE1FDE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3154B-4F1D-21AD-24A2-9CFA33B68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92396-F66E-A591-2951-9ED4055A9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57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9D4F49-65B2-D1B0-71ED-9FD0F561D874}"/>
              </a:ext>
            </a:extLst>
          </p:cNvPr>
          <p:cNvSpPr txBox="1"/>
          <p:nvPr/>
        </p:nvSpPr>
        <p:spPr>
          <a:xfrm>
            <a:off x="426210" y="2456655"/>
            <a:ext cx="2664230" cy="203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if-else statement</a:t>
            </a:r>
            <a:r>
              <a:rPr lang="en-CA"/>
              <a:t> runs a block a block of code just when some Boolean expression is true, and a different block of code when the expression is false.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723C0C-99E7-1011-9FF8-59DF6C7ADD0B}"/>
              </a:ext>
            </a:extLst>
          </p:cNvPr>
          <p:cNvSpPr txBox="1"/>
          <p:nvPr/>
        </p:nvSpPr>
        <p:spPr>
          <a:xfrm>
            <a:off x="4820488" y="2133489"/>
            <a:ext cx="57852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8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% 2 == 0: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even")</a:t>
            </a:r>
          </a:p>
          <a:p>
            <a:r>
              <a:rPr lang="en-US" sz="2800">
                <a:latin typeface="Consolas" panose="020B0609020204030204" pitchFamily="49" charset="0"/>
              </a:rPr>
              <a:t>else: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odd")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9FEA9E-2438-CE80-3E4F-5AC2E3F561D6}"/>
              </a:ext>
            </a:extLst>
          </p:cNvPr>
          <p:cNvSpPr/>
          <p:nvPr/>
        </p:nvSpPr>
        <p:spPr>
          <a:xfrm>
            <a:off x="4803555" y="3887815"/>
            <a:ext cx="5178645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0585E3-032A-C2FB-2E2F-227FCC617EEA}"/>
              </a:ext>
            </a:extLst>
          </p:cNvPr>
          <p:cNvSpPr txBox="1"/>
          <p:nvPr/>
        </p:nvSpPr>
        <p:spPr>
          <a:xfrm>
            <a:off x="4199466" y="5246760"/>
            <a:ext cx="232833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 else-part has a different structure …</a:t>
            </a:r>
            <a:endParaRPr lang="en-AU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57BB091-D247-FD4B-35D2-CF53863E832E}"/>
                  </a:ext>
                </a:extLst>
              </p14:cNvPr>
              <p14:cNvContentPartPr/>
              <p14:nvPr/>
            </p14:nvContentPartPr>
            <p14:xfrm>
              <a:off x="5562720" y="3352320"/>
              <a:ext cx="1752840" cy="9979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57BB091-D247-FD4B-35D2-CF53863E832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53360" y="3342960"/>
                <a:ext cx="1771560" cy="101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5755134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A972F-CBDE-9EC5-76C5-8A7B532EB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58839-1F22-5972-A1DA-54FDAEAA7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5E849-3909-CDF0-FC41-164E323CE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58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04B77D-999A-EF12-7558-09507B52EA1E}"/>
              </a:ext>
            </a:extLst>
          </p:cNvPr>
          <p:cNvSpPr txBox="1"/>
          <p:nvPr/>
        </p:nvSpPr>
        <p:spPr>
          <a:xfrm>
            <a:off x="426210" y="2456655"/>
            <a:ext cx="2664230" cy="203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if-else statement</a:t>
            </a:r>
            <a:r>
              <a:rPr lang="en-CA"/>
              <a:t> runs a block a block of code just when some Boolean expression is true, and a different block of code when the expression is false.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A09FC4-AF14-4876-F2A3-EAC1FE283188}"/>
              </a:ext>
            </a:extLst>
          </p:cNvPr>
          <p:cNvSpPr txBox="1"/>
          <p:nvPr/>
        </p:nvSpPr>
        <p:spPr>
          <a:xfrm>
            <a:off x="4820488" y="2133489"/>
            <a:ext cx="57852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8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% 2 == 0: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even")</a:t>
            </a:r>
          </a:p>
          <a:p>
            <a:r>
              <a:rPr lang="en-US" sz="2800">
                <a:latin typeface="Consolas" panose="020B0609020204030204" pitchFamily="49" charset="0"/>
              </a:rPr>
              <a:t>else: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odd")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28ACEB-C6BA-80FD-5014-4A83FC033CC9}"/>
              </a:ext>
            </a:extLst>
          </p:cNvPr>
          <p:cNvSpPr/>
          <p:nvPr/>
        </p:nvSpPr>
        <p:spPr>
          <a:xfrm>
            <a:off x="4803556" y="3887815"/>
            <a:ext cx="1097712" cy="4725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D3C382-AB41-82A6-581F-9840DD233289}"/>
              </a:ext>
            </a:extLst>
          </p:cNvPr>
          <p:cNvSpPr txBox="1"/>
          <p:nvPr/>
        </p:nvSpPr>
        <p:spPr>
          <a:xfrm>
            <a:off x="3581401" y="5156021"/>
            <a:ext cx="274320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It starts with </a:t>
            </a:r>
            <a:r>
              <a:rPr lang="en-CA">
                <a:latin typeface="Consolas" panose="020B0609020204030204" pitchFamily="49" charset="0"/>
              </a:rPr>
              <a:t>else</a:t>
            </a:r>
            <a:r>
              <a:rPr lang="en-CA"/>
              <a:t> and ends with </a:t>
            </a:r>
            <a:r>
              <a:rPr lang="en-CA">
                <a:latin typeface="Consolas" panose="020B0609020204030204" pitchFamily="49" charset="0"/>
              </a:rPr>
              <a:t>:</a:t>
            </a:r>
            <a:r>
              <a:rPr lang="en-CA"/>
              <a:t> and must be consistently indented with the </a:t>
            </a:r>
            <a:r>
              <a:rPr lang="en-CA">
                <a:latin typeface="Consolas" panose="020B0609020204030204" pitchFamily="49" charset="0"/>
              </a:rPr>
              <a:t>if</a:t>
            </a:r>
            <a:r>
              <a:rPr lang="en-CA"/>
              <a:t> above it.</a:t>
            </a:r>
            <a:endParaRPr lang="en-AU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16C3E34-9C92-74BB-F95E-C4AA445A14C0}"/>
              </a:ext>
            </a:extLst>
          </p:cNvPr>
          <p:cNvCxnSpPr>
            <a:stCxn id="5" idx="0"/>
          </p:cNvCxnSpPr>
          <p:nvPr/>
        </p:nvCxnSpPr>
        <p:spPr>
          <a:xfrm flipV="1">
            <a:off x="4953001" y="4436387"/>
            <a:ext cx="169332" cy="7196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19562A1-B529-E9F7-7F1A-42C4FA872466}"/>
                  </a:ext>
                </a:extLst>
              </p14:cNvPr>
              <p14:cNvContentPartPr/>
              <p14:nvPr/>
            </p14:nvContentPartPr>
            <p14:xfrm>
              <a:off x="4838400" y="3232080"/>
              <a:ext cx="95760" cy="10854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19562A1-B529-E9F7-7F1A-42C4FA87246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29040" y="3222720"/>
                <a:ext cx="114480" cy="110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4450694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0EAA7-2182-5EFD-C3EE-6FDE5FB73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CD841-15A3-6BE6-54C7-D0BE47254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A0683-95A3-E9EF-1E32-C344089EF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59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A2A030-6340-A720-174C-AEE6162D0196}"/>
              </a:ext>
            </a:extLst>
          </p:cNvPr>
          <p:cNvSpPr txBox="1"/>
          <p:nvPr/>
        </p:nvSpPr>
        <p:spPr>
          <a:xfrm>
            <a:off x="426210" y="2456655"/>
            <a:ext cx="2664230" cy="203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if-else statement</a:t>
            </a:r>
            <a:r>
              <a:rPr lang="en-CA"/>
              <a:t> runs a block a block of code just when some Boolean expression is true, and a different block of code when the expression is false.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B000FB-CD07-B8FA-A023-8C222072D98A}"/>
              </a:ext>
            </a:extLst>
          </p:cNvPr>
          <p:cNvSpPr txBox="1"/>
          <p:nvPr/>
        </p:nvSpPr>
        <p:spPr>
          <a:xfrm>
            <a:off x="4820488" y="2133489"/>
            <a:ext cx="57852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8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% 2 == 0: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even")</a:t>
            </a:r>
          </a:p>
          <a:p>
            <a:r>
              <a:rPr lang="en-US" sz="2800">
                <a:latin typeface="Consolas" panose="020B0609020204030204" pitchFamily="49" charset="0"/>
              </a:rPr>
              <a:t>else: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odd")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28A908-3264-533F-7B3A-D6134942D7E2}"/>
              </a:ext>
            </a:extLst>
          </p:cNvPr>
          <p:cNvSpPr/>
          <p:nvPr/>
        </p:nvSpPr>
        <p:spPr>
          <a:xfrm>
            <a:off x="4953001" y="4343400"/>
            <a:ext cx="4910665" cy="4063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D422E3-8596-8AF3-7579-9021FF040104}"/>
              </a:ext>
            </a:extLst>
          </p:cNvPr>
          <p:cNvSpPr txBox="1"/>
          <p:nvPr/>
        </p:nvSpPr>
        <p:spPr>
          <a:xfrm>
            <a:off x="3581400" y="5156021"/>
            <a:ext cx="3225799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 body of the </a:t>
            </a:r>
            <a:r>
              <a:rPr lang="en-CA">
                <a:latin typeface="Consolas" panose="020B0609020204030204" pitchFamily="49" charset="0"/>
              </a:rPr>
              <a:t>else</a:t>
            </a:r>
            <a:r>
              <a:rPr lang="en-CA"/>
              <a:t> part must be consistently indented under the </a:t>
            </a:r>
            <a:r>
              <a:rPr lang="en-CA">
                <a:latin typeface="Consolas" panose="020B0609020204030204" pitchFamily="49" charset="0"/>
              </a:rPr>
              <a:t>else:</a:t>
            </a:r>
            <a:r>
              <a:rPr lang="en-CA"/>
              <a:t> and should be the same indentation level as for the </a:t>
            </a:r>
            <a:r>
              <a:rPr lang="en-CA">
                <a:latin typeface="Consolas" panose="020B0609020204030204" pitchFamily="49" charset="0"/>
              </a:rPr>
              <a:t>if</a:t>
            </a:r>
            <a:r>
              <a:rPr lang="en-CA"/>
              <a:t> body.</a:t>
            </a:r>
            <a:endParaRPr lang="en-AU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7F2FDB4-311B-68B1-9ECE-742EE486172B}"/>
                  </a:ext>
                </a:extLst>
              </p14:cNvPr>
              <p14:cNvContentPartPr/>
              <p14:nvPr/>
            </p14:nvContentPartPr>
            <p14:xfrm>
              <a:off x="5010120" y="3828600"/>
              <a:ext cx="698760" cy="9597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7F2FDB4-311B-68B1-9ECE-742EE486172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00760" y="3819240"/>
                <a:ext cx="717480" cy="97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770849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9436E-937C-6AC3-E062-548B2A8AF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DB069-46BD-08AA-E8F6-5536667B4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02B47-C65A-D1D2-5A9E-206FC4B6E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60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70CC9D-6954-2238-0657-505B2BD13295}"/>
              </a:ext>
            </a:extLst>
          </p:cNvPr>
          <p:cNvSpPr txBox="1"/>
          <p:nvPr/>
        </p:nvSpPr>
        <p:spPr>
          <a:xfrm>
            <a:off x="426210" y="2456655"/>
            <a:ext cx="2664230" cy="203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if-else statement</a:t>
            </a:r>
            <a:r>
              <a:rPr lang="en-CA"/>
              <a:t> runs a block a block of code just when some Boolean expression is true, and a different block of code when the expression is false.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79821E-4575-D3D6-0314-516A28A996CA}"/>
              </a:ext>
            </a:extLst>
          </p:cNvPr>
          <p:cNvSpPr txBox="1"/>
          <p:nvPr/>
        </p:nvSpPr>
        <p:spPr>
          <a:xfrm>
            <a:off x="4820488" y="2133489"/>
            <a:ext cx="57852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8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</a:t>
            </a:r>
            <a:r>
              <a:rPr lang="en-US" sz="2800">
                <a:solidFill>
                  <a:srgbClr val="00B050"/>
                </a:solidFill>
                <a:latin typeface="Consolas" panose="020B0609020204030204" pitchFamily="49" charset="0"/>
              </a:rPr>
              <a:t>x % 2 == 0</a:t>
            </a:r>
            <a:r>
              <a:rPr lang="en-US" sz="2800">
                <a:latin typeface="Consolas" panose="020B0609020204030204" pitchFamily="49" charset="0"/>
              </a:rPr>
              <a:t>:</a:t>
            </a:r>
          </a:p>
          <a:p>
            <a:r>
              <a:rPr lang="en-US" sz="2800">
                <a:latin typeface="Consolas" panose="020B0609020204030204" pitchFamily="49" charset="0"/>
              </a:rPr>
              <a:t>    </a:t>
            </a:r>
            <a:r>
              <a:rPr lang="en-US" sz="2800">
                <a:solidFill>
                  <a:srgbClr val="00B050"/>
                </a:solidFill>
                <a:latin typeface="Consolas" panose="020B0609020204030204" pitchFamily="49" charset="0"/>
              </a:rPr>
              <a:t>print("x is even")</a:t>
            </a:r>
          </a:p>
          <a:p>
            <a:r>
              <a:rPr lang="en-US" sz="2800">
                <a:latin typeface="Consolas" panose="020B0609020204030204" pitchFamily="49" charset="0"/>
              </a:rPr>
              <a:t>else: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odd")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731A52-EBE5-E127-87BC-D89721283BB3}"/>
              </a:ext>
            </a:extLst>
          </p:cNvPr>
          <p:cNvSpPr txBox="1"/>
          <p:nvPr/>
        </p:nvSpPr>
        <p:spPr>
          <a:xfrm>
            <a:off x="7958666" y="2505670"/>
            <a:ext cx="322579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If the condition </a:t>
            </a:r>
            <a:r>
              <a:rPr lang="en-CA">
                <a:latin typeface="Consolas" panose="020B0609020204030204" pitchFamily="49" charset="0"/>
              </a:rPr>
              <a:t>x % 2 == 0</a:t>
            </a:r>
            <a:r>
              <a:rPr lang="en-CA"/>
              <a:t> is </a:t>
            </a:r>
            <a:r>
              <a:rPr lang="en-CA">
                <a:solidFill>
                  <a:srgbClr val="00B050"/>
                </a:solidFill>
                <a:latin typeface="Consolas" panose="020B0609020204030204" pitchFamily="49" charset="0"/>
              </a:rPr>
              <a:t>True</a:t>
            </a:r>
            <a:r>
              <a:rPr lang="en-CA"/>
              <a:t>, then just this code is run (and the </a:t>
            </a:r>
            <a:r>
              <a:rPr lang="en-CA">
                <a:latin typeface="Consolas" panose="020B0609020204030204" pitchFamily="49" charset="0"/>
              </a:rPr>
              <a:t>else</a:t>
            </a:r>
            <a:r>
              <a:rPr lang="en-CA"/>
              <a:t> code is skipped)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949206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5EF23-E82E-7AD1-D251-FB9737AD8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0BFBE-EBC1-CEDC-152B-D83E6EC0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1D802C-9004-04A6-5E33-EE3B50896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61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7FB243-8825-5500-D2B4-73B2F5D43C20}"/>
              </a:ext>
            </a:extLst>
          </p:cNvPr>
          <p:cNvSpPr txBox="1"/>
          <p:nvPr/>
        </p:nvSpPr>
        <p:spPr>
          <a:xfrm>
            <a:off x="426210" y="2456655"/>
            <a:ext cx="2664230" cy="203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if-else statement</a:t>
            </a:r>
            <a:r>
              <a:rPr lang="en-CA"/>
              <a:t> runs a block a block of code just when some Boolean expression is true, and a different block of code when the expression is false.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F9E74D-FA18-3E74-B580-0A519527A516}"/>
              </a:ext>
            </a:extLst>
          </p:cNvPr>
          <p:cNvSpPr txBox="1"/>
          <p:nvPr/>
        </p:nvSpPr>
        <p:spPr>
          <a:xfrm>
            <a:off x="4820488" y="2133489"/>
            <a:ext cx="57852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8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</a:t>
            </a:r>
            <a:r>
              <a:rPr lang="en-US" sz="2800">
                <a:solidFill>
                  <a:srgbClr val="FF0000"/>
                </a:solidFill>
                <a:latin typeface="Consolas" panose="020B0609020204030204" pitchFamily="49" charset="0"/>
              </a:rPr>
              <a:t>x % 2 == 0</a:t>
            </a:r>
            <a:r>
              <a:rPr lang="en-US" sz="2800">
                <a:latin typeface="Consolas" panose="020B0609020204030204" pitchFamily="49" charset="0"/>
              </a:rPr>
              <a:t>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even")</a:t>
            </a:r>
          </a:p>
          <a:p>
            <a:r>
              <a:rPr lang="en-US" sz="2800">
                <a:latin typeface="Consolas" panose="020B0609020204030204" pitchFamily="49" charset="0"/>
              </a:rPr>
              <a:t>else:</a:t>
            </a:r>
          </a:p>
          <a:p>
            <a:r>
              <a:rPr lang="en-US" sz="2800">
                <a:latin typeface="Consolas" panose="020B0609020204030204" pitchFamily="49" charset="0"/>
              </a:rPr>
              <a:t>    </a:t>
            </a:r>
            <a:r>
              <a:rPr lang="en-US" sz="2800">
                <a:solidFill>
                  <a:srgbClr val="FF0000"/>
                </a:solidFill>
                <a:latin typeface="Consolas" panose="020B0609020204030204" pitchFamily="49" charset="0"/>
              </a:rPr>
              <a:t>print("x is odd")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342AAF-27CB-821D-DDAF-37DF13AB43A8}"/>
              </a:ext>
            </a:extLst>
          </p:cNvPr>
          <p:cNvSpPr txBox="1"/>
          <p:nvPr/>
        </p:nvSpPr>
        <p:spPr>
          <a:xfrm>
            <a:off x="6036733" y="5240404"/>
            <a:ext cx="3225799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If the condition </a:t>
            </a:r>
            <a:r>
              <a:rPr lang="en-CA">
                <a:latin typeface="Consolas" panose="020B0609020204030204" pitchFamily="49" charset="0"/>
              </a:rPr>
              <a:t>x % 2 == 0</a:t>
            </a:r>
            <a:r>
              <a:rPr lang="en-CA"/>
              <a:t> is </a:t>
            </a:r>
            <a:r>
              <a:rPr lang="en-CA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r>
              <a:rPr lang="en-CA"/>
              <a:t>, then just this code is run (and the </a:t>
            </a:r>
            <a:r>
              <a:rPr lang="en-CA">
                <a:latin typeface="Consolas" panose="020B0609020204030204" pitchFamily="49" charset="0"/>
              </a:rPr>
              <a:t>if</a:t>
            </a:r>
            <a:r>
              <a:rPr lang="en-CA"/>
              <a:t> code is skipped)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419931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BBD77-C0D2-43E9-7BA8-3BE1CC440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B3D4E-C56C-979B-727B-38FC88DE4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6728A4-62FB-9F7B-F3FA-498CB71AF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62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DE587E-AB76-21BA-2923-AF48B2EF8B84}"/>
              </a:ext>
            </a:extLst>
          </p:cNvPr>
          <p:cNvSpPr txBox="1"/>
          <p:nvPr/>
        </p:nvSpPr>
        <p:spPr>
          <a:xfrm>
            <a:off x="426210" y="2456655"/>
            <a:ext cx="2664230" cy="203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if-else statement</a:t>
            </a:r>
            <a:r>
              <a:rPr lang="en-CA"/>
              <a:t> runs a block a block of code just when some Boolean expression is true, and a different block of code when the expression is false.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76783D-1C48-4226-B539-8858A85D62DE}"/>
              </a:ext>
            </a:extLst>
          </p:cNvPr>
          <p:cNvSpPr txBox="1"/>
          <p:nvPr/>
        </p:nvSpPr>
        <p:spPr>
          <a:xfrm>
            <a:off x="4820488" y="2133489"/>
            <a:ext cx="57852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8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% 2 == 0: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even")</a:t>
            </a:r>
          </a:p>
          <a:p>
            <a:r>
              <a:rPr lang="en-US" sz="2800">
                <a:latin typeface="Consolas" panose="020B0609020204030204" pitchFamily="49" charset="0"/>
              </a:rPr>
              <a:t>else: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print("x is odd")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DBAC68-7363-3A85-7CB3-CD42D4BA9D72}"/>
              </a:ext>
            </a:extLst>
          </p:cNvPr>
          <p:cNvSpPr/>
          <p:nvPr/>
        </p:nvSpPr>
        <p:spPr>
          <a:xfrm>
            <a:off x="4953001" y="4343400"/>
            <a:ext cx="4910665" cy="4063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41BFD8-E114-6F36-3E35-1427AE265EB2}"/>
              </a:ext>
            </a:extLst>
          </p:cNvPr>
          <p:cNvSpPr txBox="1"/>
          <p:nvPr/>
        </p:nvSpPr>
        <p:spPr>
          <a:xfrm>
            <a:off x="9863666" y="1994990"/>
            <a:ext cx="2053167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Exactly </a:t>
            </a:r>
            <a:r>
              <a:rPr lang="en-CA" b="1"/>
              <a:t>one</a:t>
            </a:r>
            <a:r>
              <a:rPr lang="en-CA"/>
              <a:t> of the bodies is run. They never both run.</a:t>
            </a:r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B7F3C5-61BE-7867-8CCA-1C5A425DF2CB}"/>
              </a:ext>
            </a:extLst>
          </p:cNvPr>
          <p:cNvSpPr/>
          <p:nvPr/>
        </p:nvSpPr>
        <p:spPr>
          <a:xfrm>
            <a:off x="4953001" y="3472317"/>
            <a:ext cx="4910665" cy="4063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C86007A-8215-5EB2-E302-3A2F11899A49}"/>
              </a:ext>
            </a:extLst>
          </p:cNvPr>
          <p:cNvCxnSpPr/>
          <p:nvPr/>
        </p:nvCxnSpPr>
        <p:spPr>
          <a:xfrm flipH="1">
            <a:off x="9541933" y="2946400"/>
            <a:ext cx="321733" cy="5013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720DC4B-ABFB-6BB9-72CA-D5F9AF820BAB}"/>
              </a:ext>
            </a:extLst>
          </p:cNvPr>
          <p:cNvCxnSpPr>
            <a:stCxn id="5" idx="2"/>
          </p:cNvCxnSpPr>
          <p:nvPr/>
        </p:nvCxnSpPr>
        <p:spPr>
          <a:xfrm flipH="1">
            <a:off x="9863666" y="2918320"/>
            <a:ext cx="1026584" cy="13637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466332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7504B-3BF9-4281-3AB9-58AEDB953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81FBB-5820-6792-5EB7-1B4F18E38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323BEB-2755-7744-8DDD-01B4BA34E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63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A63A8B-9097-F75D-CEDC-2DDE4ADE55CC}"/>
              </a:ext>
            </a:extLst>
          </p:cNvPr>
          <p:cNvSpPr txBox="1"/>
          <p:nvPr/>
        </p:nvSpPr>
        <p:spPr>
          <a:xfrm>
            <a:off x="307676" y="2676789"/>
            <a:ext cx="294352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</a:t>
            </a:r>
            <a:r>
              <a:rPr lang="en-CA" b="1" err="1"/>
              <a:t>elif</a:t>
            </a:r>
            <a:r>
              <a:rPr lang="en-CA" b="1"/>
              <a:t>-else statement</a:t>
            </a:r>
            <a:r>
              <a:rPr lang="en-CA"/>
              <a:t> is the most general kind of if-statement and can check multiple conditionals.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5C2D4A-6747-7A71-F438-03168C42034E}"/>
              </a:ext>
            </a:extLst>
          </p:cNvPr>
          <p:cNvSpPr txBox="1"/>
          <p:nvPr/>
        </p:nvSpPr>
        <p:spPr>
          <a:xfrm>
            <a:off x="5023690" y="1236022"/>
            <a:ext cx="670264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4</a:t>
            </a:r>
          </a:p>
          <a:p>
            <a:r>
              <a:rPr lang="en-US" sz="2800">
                <a:latin typeface="Consolas" panose="020B0609020204030204" pitchFamily="49" charset="0"/>
              </a:rPr>
              <a:t>y = 5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solidFill>
                  <a:srgbClr val="FF0000"/>
                </a:solidFill>
                <a:latin typeface="Consolas" panose="020B0609020204030204" pitchFamily="49" charset="0"/>
              </a:rPr>
              <a:t>if</a:t>
            </a:r>
            <a:r>
              <a:rPr lang="en-US" sz="2800">
                <a:latin typeface="Consolas" panose="020B0609020204030204" pitchFamily="49" charset="0"/>
              </a:rPr>
              <a:t> x &lt; y: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is less than y')</a:t>
            </a:r>
          </a:p>
          <a:p>
            <a:r>
              <a:rPr lang="en-US" sz="2800" err="1">
                <a:solidFill>
                  <a:srgbClr val="FF0000"/>
                </a:solidFill>
                <a:latin typeface="Consolas" panose="020B0609020204030204" pitchFamily="49" charset="0"/>
              </a:rPr>
              <a:t>elif</a:t>
            </a:r>
            <a:r>
              <a:rPr lang="en-US" sz="2800">
                <a:latin typeface="Consolas" panose="020B0609020204030204" pitchFamily="49" charset="0"/>
              </a:rPr>
              <a:t> x &gt; y: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is greater than y')</a:t>
            </a:r>
          </a:p>
          <a:p>
            <a:r>
              <a:rPr lang="en-US" sz="2800">
                <a:solidFill>
                  <a:srgbClr val="FF0000"/>
                </a:solidFill>
                <a:latin typeface="Consolas" panose="020B0609020204030204" pitchFamily="49" charset="0"/>
              </a:rPr>
              <a:t>else</a:t>
            </a:r>
            <a:r>
              <a:rPr lang="en-US" sz="2800">
                <a:latin typeface="Consolas" panose="020B0609020204030204" pitchFamily="49" charset="0"/>
              </a:rPr>
              <a:t>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and y are equal')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20BB07-CB50-C98F-53ED-FC8198FBD1FE}"/>
              </a:ext>
            </a:extLst>
          </p:cNvPr>
          <p:cNvSpPr/>
          <p:nvPr/>
        </p:nvSpPr>
        <p:spPr>
          <a:xfrm>
            <a:off x="5023690" y="2515923"/>
            <a:ext cx="6431710" cy="26904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EC46BD3-69FC-ECE0-CEA8-0312794913DD}"/>
                  </a:ext>
                </a:extLst>
              </p14:cNvPr>
              <p14:cNvContentPartPr/>
              <p14:nvPr/>
            </p14:nvContentPartPr>
            <p14:xfrm>
              <a:off x="4672800" y="2914200"/>
              <a:ext cx="5818680" cy="29034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EC46BD3-69FC-ECE0-CEA8-0312794913D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63440" y="2904840"/>
                <a:ext cx="5837400" cy="292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799531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E43D5-BFAA-5207-0F0F-47C7871BC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D0958-4112-7B86-735D-00DBEE64B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B238A-8434-88DB-B70B-461DF10C0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64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8A987B-5553-2BC6-CD27-FFE648F35D6E}"/>
              </a:ext>
            </a:extLst>
          </p:cNvPr>
          <p:cNvSpPr txBox="1"/>
          <p:nvPr/>
        </p:nvSpPr>
        <p:spPr>
          <a:xfrm>
            <a:off x="307676" y="2676789"/>
            <a:ext cx="294352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</a:t>
            </a:r>
            <a:r>
              <a:rPr lang="en-CA" b="1" err="1"/>
              <a:t>elif</a:t>
            </a:r>
            <a:r>
              <a:rPr lang="en-CA" b="1"/>
              <a:t>-else statement</a:t>
            </a:r>
            <a:r>
              <a:rPr lang="en-CA"/>
              <a:t> is the most general kind of if-statement and can check multiple conditionals.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62117D-A880-9AA8-1E68-89CC9C4006B0}"/>
              </a:ext>
            </a:extLst>
          </p:cNvPr>
          <p:cNvSpPr txBox="1"/>
          <p:nvPr/>
        </p:nvSpPr>
        <p:spPr>
          <a:xfrm>
            <a:off x="5023690" y="1236022"/>
            <a:ext cx="670264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4</a:t>
            </a:r>
          </a:p>
          <a:p>
            <a:r>
              <a:rPr lang="en-US" sz="2800">
                <a:latin typeface="Consolas" panose="020B0609020204030204" pitchFamily="49" charset="0"/>
              </a:rPr>
              <a:t>y = 5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&lt; y: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is less than y')</a:t>
            </a:r>
          </a:p>
          <a:p>
            <a:r>
              <a:rPr lang="en-US" sz="2800" err="1">
                <a:latin typeface="Consolas" panose="020B0609020204030204" pitchFamily="49" charset="0"/>
              </a:rPr>
              <a:t>elif</a:t>
            </a:r>
            <a:r>
              <a:rPr lang="en-US" sz="2800">
                <a:latin typeface="Consolas" panose="020B0609020204030204" pitchFamily="49" charset="0"/>
              </a:rPr>
              <a:t> x &gt; y: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is greater than y')</a:t>
            </a:r>
          </a:p>
          <a:p>
            <a:r>
              <a:rPr lang="en-US" sz="2800">
                <a:latin typeface="Consolas" panose="020B0609020204030204" pitchFamily="49" charset="0"/>
              </a:rPr>
              <a:t>else: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and y are equal')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FCFB85-4201-8BE1-E386-38D9B5E15C0C}"/>
              </a:ext>
            </a:extLst>
          </p:cNvPr>
          <p:cNvSpPr/>
          <p:nvPr/>
        </p:nvSpPr>
        <p:spPr>
          <a:xfrm>
            <a:off x="5023690" y="2515923"/>
            <a:ext cx="1902043" cy="4982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3ACAF5-C13A-3C22-AA73-DD925F89A345}"/>
              </a:ext>
            </a:extLst>
          </p:cNvPr>
          <p:cNvSpPr/>
          <p:nvPr/>
        </p:nvSpPr>
        <p:spPr>
          <a:xfrm>
            <a:off x="5023690" y="3378908"/>
            <a:ext cx="2299977" cy="4982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7CC6B3-471F-B9C9-6E8A-1D07A86274FA}"/>
              </a:ext>
            </a:extLst>
          </p:cNvPr>
          <p:cNvSpPr/>
          <p:nvPr/>
        </p:nvSpPr>
        <p:spPr>
          <a:xfrm>
            <a:off x="5023690" y="4241893"/>
            <a:ext cx="1224711" cy="4982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757877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8675C-C86A-41F6-285C-9BBE5815C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52134-8088-D969-EBE5-0F43152D5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594AF6-6EAE-82D0-0ADA-A5C52E215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65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3706A0-A63F-AFEF-12E5-46C19D3E9EA7}"/>
              </a:ext>
            </a:extLst>
          </p:cNvPr>
          <p:cNvSpPr txBox="1"/>
          <p:nvPr/>
        </p:nvSpPr>
        <p:spPr>
          <a:xfrm>
            <a:off x="307676" y="2676789"/>
            <a:ext cx="294352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</a:t>
            </a:r>
            <a:r>
              <a:rPr lang="en-CA" b="1" err="1"/>
              <a:t>elif</a:t>
            </a:r>
            <a:r>
              <a:rPr lang="en-CA" b="1"/>
              <a:t>-else statement</a:t>
            </a:r>
            <a:r>
              <a:rPr lang="en-CA"/>
              <a:t> is the most general kind of if-statement and can check multiple conditionals.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14A74B-3E41-B5E0-2028-0B088D90D412}"/>
              </a:ext>
            </a:extLst>
          </p:cNvPr>
          <p:cNvSpPr txBox="1"/>
          <p:nvPr/>
        </p:nvSpPr>
        <p:spPr>
          <a:xfrm>
            <a:off x="5023690" y="1236022"/>
            <a:ext cx="670264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4</a:t>
            </a:r>
          </a:p>
          <a:p>
            <a:r>
              <a:rPr lang="en-US" sz="2800">
                <a:latin typeface="Consolas" panose="020B0609020204030204" pitchFamily="49" charset="0"/>
              </a:rPr>
              <a:t>y = 5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&lt; y: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is less than y')</a:t>
            </a:r>
          </a:p>
          <a:p>
            <a:r>
              <a:rPr lang="en-US" sz="2800" err="1">
                <a:latin typeface="Consolas" panose="020B0609020204030204" pitchFamily="49" charset="0"/>
              </a:rPr>
              <a:t>elif</a:t>
            </a:r>
            <a:r>
              <a:rPr lang="en-US" sz="2800">
                <a:latin typeface="Consolas" panose="020B0609020204030204" pitchFamily="49" charset="0"/>
              </a:rPr>
              <a:t> x &gt; y: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is greater than y')</a:t>
            </a:r>
          </a:p>
          <a:p>
            <a:r>
              <a:rPr lang="en-US" sz="2800">
                <a:latin typeface="Consolas" panose="020B0609020204030204" pitchFamily="49" charset="0"/>
              </a:rPr>
              <a:t>else: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and y are equal')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3668F7-92B6-1626-6C48-0F6AD6B4208D}"/>
              </a:ext>
            </a:extLst>
          </p:cNvPr>
          <p:cNvSpPr/>
          <p:nvPr/>
        </p:nvSpPr>
        <p:spPr>
          <a:xfrm>
            <a:off x="5023690" y="2515923"/>
            <a:ext cx="1902043" cy="4982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EAA9F3-72C0-23F7-71D2-CD3EAF4EB860}"/>
              </a:ext>
            </a:extLst>
          </p:cNvPr>
          <p:cNvSpPr/>
          <p:nvPr/>
        </p:nvSpPr>
        <p:spPr>
          <a:xfrm>
            <a:off x="5023690" y="3378908"/>
            <a:ext cx="2299977" cy="4982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993C3C-7009-2750-76FD-37EDF28343BF}"/>
              </a:ext>
            </a:extLst>
          </p:cNvPr>
          <p:cNvSpPr/>
          <p:nvPr/>
        </p:nvSpPr>
        <p:spPr>
          <a:xfrm>
            <a:off x="5023690" y="4241893"/>
            <a:ext cx="1224711" cy="4982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BB4F1A-215E-1C8F-ACA5-118E23EC5C13}"/>
              </a:ext>
            </a:extLst>
          </p:cNvPr>
          <p:cNvSpPr txBox="1"/>
          <p:nvPr/>
        </p:nvSpPr>
        <p:spPr>
          <a:xfrm>
            <a:off x="1066921" y="4952340"/>
            <a:ext cx="307052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Notice it is spelled </a:t>
            </a:r>
            <a:r>
              <a:rPr lang="en-CA" err="1">
                <a:latin typeface="Consolas" panose="020B0609020204030204" pitchFamily="49" charset="0"/>
              </a:rPr>
              <a:t>elif</a:t>
            </a:r>
            <a:br>
              <a:rPr lang="en-CA"/>
            </a:br>
            <a:r>
              <a:rPr lang="en-CA" i="1"/>
              <a:t>Not</a:t>
            </a:r>
            <a:r>
              <a:rPr lang="en-CA"/>
              <a:t> </a:t>
            </a:r>
            <a:r>
              <a:rPr lang="en-CA">
                <a:latin typeface="Consolas" panose="020B0609020204030204" pitchFamily="49" charset="0"/>
              </a:rPr>
              <a:t>else if</a:t>
            </a:r>
            <a:r>
              <a:rPr lang="en-CA"/>
              <a:t>, </a:t>
            </a:r>
            <a:r>
              <a:rPr lang="en-CA" i="1"/>
              <a:t>not</a:t>
            </a:r>
            <a:r>
              <a:rPr lang="en-CA"/>
              <a:t> </a:t>
            </a:r>
            <a:r>
              <a:rPr lang="en-CA">
                <a:latin typeface="Consolas" panose="020B0609020204030204" pitchFamily="49" charset="0"/>
              </a:rPr>
              <a:t>elseif</a:t>
            </a:r>
            <a:r>
              <a:rPr lang="en-CA"/>
              <a:t>, …</a:t>
            </a:r>
            <a:endParaRPr lang="en-AU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84DAF4F-5557-20D2-806C-7602486B012F}"/>
              </a:ext>
            </a:extLst>
          </p:cNvPr>
          <p:cNvCxnSpPr/>
          <p:nvPr/>
        </p:nvCxnSpPr>
        <p:spPr>
          <a:xfrm flipV="1">
            <a:off x="3826933" y="3776133"/>
            <a:ext cx="1320800" cy="11762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E4B7AD5-155E-9C45-25E8-EE8A4AE15920}"/>
                  </a:ext>
                </a:extLst>
              </p14:cNvPr>
              <p14:cNvContentPartPr/>
              <p14:nvPr/>
            </p14:nvContentPartPr>
            <p14:xfrm>
              <a:off x="5187960" y="3828960"/>
              <a:ext cx="571680" cy="385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E4B7AD5-155E-9C45-25E8-EE8A4AE1592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78600" y="3819600"/>
                <a:ext cx="590400" cy="5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8267274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84F5E-F41F-9C2D-CC3D-F0284708D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9B1EE-8D43-D75C-3BEB-B87FC7463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F3B47-2E1B-726B-4AE4-6FED8F628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66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277059-7B72-33CE-4A45-6A85D6ED5EF3}"/>
              </a:ext>
            </a:extLst>
          </p:cNvPr>
          <p:cNvSpPr txBox="1"/>
          <p:nvPr/>
        </p:nvSpPr>
        <p:spPr>
          <a:xfrm>
            <a:off x="307676" y="2676789"/>
            <a:ext cx="294352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</a:t>
            </a:r>
            <a:r>
              <a:rPr lang="en-CA" b="1" err="1"/>
              <a:t>elif</a:t>
            </a:r>
            <a:r>
              <a:rPr lang="en-CA" b="1"/>
              <a:t>-else statement</a:t>
            </a:r>
            <a:r>
              <a:rPr lang="en-CA"/>
              <a:t> is the most general kind of if-statement and can check multiple conditionals.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1D21AA-2D61-71B0-AA6E-6BFE4EED5EA6}"/>
              </a:ext>
            </a:extLst>
          </p:cNvPr>
          <p:cNvSpPr txBox="1"/>
          <p:nvPr/>
        </p:nvSpPr>
        <p:spPr>
          <a:xfrm>
            <a:off x="5023690" y="1236022"/>
            <a:ext cx="670264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4</a:t>
            </a:r>
          </a:p>
          <a:p>
            <a:r>
              <a:rPr lang="en-US" sz="2800">
                <a:latin typeface="Consolas" panose="020B0609020204030204" pitchFamily="49" charset="0"/>
              </a:rPr>
              <a:t>y = 5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&lt; y: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is less than y')</a:t>
            </a:r>
          </a:p>
          <a:p>
            <a:r>
              <a:rPr lang="en-US" sz="2800" err="1">
                <a:latin typeface="Consolas" panose="020B0609020204030204" pitchFamily="49" charset="0"/>
              </a:rPr>
              <a:t>elif</a:t>
            </a:r>
            <a:r>
              <a:rPr lang="en-US" sz="2800">
                <a:latin typeface="Consolas" panose="020B0609020204030204" pitchFamily="49" charset="0"/>
              </a:rPr>
              <a:t> x &gt; y: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is greater than y')</a:t>
            </a:r>
          </a:p>
          <a:p>
            <a:r>
              <a:rPr lang="en-US" sz="2800">
                <a:latin typeface="Consolas" panose="020B0609020204030204" pitchFamily="49" charset="0"/>
              </a:rPr>
              <a:t>else: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and y are equal')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386458-E805-2F32-A5E7-5314580911A3}"/>
              </a:ext>
            </a:extLst>
          </p:cNvPr>
          <p:cNvSpPr/>
          <p:nvPr/>
        </p:nvSpPr>
        <p:spPr>
          <a:xfrm>
            <a:off x="5023690" y="2515923"/>
            <a:ext cx="1902043" cy="4982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9DA157-8B13-2EE6-0E04-1801E283CDF5}"/>
              </a:ext>
            </a:extLst>
          </p:cNvPr>
          <p:cNvSpPr/>
          <p:nvPr/>
        </p:nvSpPr>
        <p:spPr>
          <a:xfrm>
            <a:off x="5023690" y="3378908"/>
            <a:ext cx="2299977" cy="4982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6C02BF-90E1-4D9A-FF30-E9415BC753CD}"/>
              </a:ext>
            </a:extLst>
          </p:cNvPr>
          <p:cNvSpPr/>
          <p:nvPr/>
        </p:nvSpPr>
        <p:spPr>
          <a:xfrm>
            <a:off x="5023690" y="4241893"/>
            <a:ext cx="1224711" cy="4982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5D679D-C6FF-F394-E12B-B1840D8F2483}"/>
              </a:ext>
            </a:extLst>
          </p:cNvPr>
          <p:cNvSpPr txBox="1"/>
          <p:nvPr/>
        </p:nvSpPr>
        <p:spPr>
          <a:xfrm>
            <a:off x="1989786" y="4968613"/>
            <a:ext cx="2522946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 conditions are always checked in the order they occur.</a:t>
            </a:r>
            <a:endParaRPr lang="en-AU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9F050DF-97C4-0F6E-E8E1-6B938E72F777}"/>
              </a:ext>
            </a:extLst>
          </p:cNvPr>
          <p:cNvCxnSpPr>
            <a:cxnSpLocks/>
          </p:cNvCxnSpPr>
          <p:nvPr/>
        </p:nvCxnSpPr>
        <p:spPr>
          <a:xfrm flipV="1">
            <a:off x="3151079" y="2904067"/>
            <a:ext cx="2484966" cy="19974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69A6683-6EE9-2F61-B5D2-833927EB6E19}"/>
              </a:ext>
            </a:extLst>
          </p:cNvPr>
          <p:cNvCxnSpPr>
            <a:cxnSpLocks/>
          </p:cNvCxnSpPr>
          <p:nvPr/>
        </p:nvCxnSpPr>
        <p:spPr>
          <a:xfrm flipV="1">
            <a:off x="3691467" y="3742267"/>
            <a:ext cx="2403135" cy="11592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820459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2F8A5-434C-27BC-88B7-A3FA1BD0E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64189-625D-32A5-DF02-0A4BC4C2F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41362-E8B2-937C-9548-9B8746B38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67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4F6B83-E844-56FB-FC78-A24F88C86765}"/>
              </a:ext>
            </a:extLst>
          </p:cNvPr>
          <p:cNvSpPr txBox="1"/>
          <p:nvPr/>
        </p:nvSpPr>
        <p:spPr>
          <a:xfrm>
            <a:off x="307676" y="2676789"/>
            <a:ext cx="294352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</a:t>
            </a:r>
            <a:r>
              <a:rPr lang="en-CA" b="1" err="1"/>
              <a:t>elif</a:t>
            </a:r>
            <a:r>
              <a:rPr lang="en-CA" b="1"/>
              <a:t>-else statement</a:t>
            </a:r>
            <a:r>
              <a:rPr lang="en-CA"/>
              <a:t> is the most general kind of if-statement and can check multiple conditionals.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233268-0CC4-B82B-9700-AF45CF8BB5A6}"/>
              </a:ext>
            </a:extLst>
          </p:cNvPr>
          <p:cNvSpPr txBox="1"/>
          <p:nvPr/>
        </p:nvSpPr>
        <p:spPr>
          <a:xfrm>
            <a:off x="5023690" y="1236022"/>
            <a:ext cx="670264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4</a:t>
            </a:r>
          </a:p>
          <a:p>
            <a:r>
              <a:rPr lang="en-US" sz="2800">
                <a:latin typeface="Consolas" panose="020B0609020204030204" pitchFamily="49" charset="0"/>
              </a:rPr>
              <a:t>y = 5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&lt; y: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is less than y')</a:t>
            </a:r>
          </a:p>
          <a:p>
            <a:r>
              <a:rPr lang="en-US" sz="2800" err="1">
                <a:latin typeface="Consolas" panose="020B0609020204030204" pitchFamily="49" charset="0"/>
              </a:rPr>
              <a:t>elif</a:t>
            </a:r>
            <a:r>
              <a:rPr lang="en-US" sz="2800">
                <a:latin typeface="Consolas" panose="020B0609020204030204" pitchFamily="49" charset="0"/>
              </a:rPr>
              <a:t> x &gt; y: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is greater than y')</a:t>
            </a:r>
          </a:p>
          <a:p>
            <a:r>
              <a:rPr lang="en-US" sz="2800">
                <a:latin typeface="Consolas" panose="020B0609020204030204" pitchFamily="49" charset="0"/>
              </a:rPr>
              <a:t>else: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and y are equal')</a:t>
            </a:r>
            <a:endParaRPr lang="en-CA" sz="280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82983C-267E-6BD0-085D-A2A10A78E311}"/>
              </a:ext>
            </a:extLst>
          </p:cNvPr>
          <p:cNvSpPr/>
          <p:nvPr/>
        </p:nvSpPr>
        <p:spPr>
          <a:xfrm>
            <a:off x="5023690" y="4241892"/>
            <a:ext cx="5966043" cy="8889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797C9C-8C24-59A6-3ECF-BABADAF264A4}"/>
              </a:ext>
            </a:extLst>
          </p:cNvPr>
          <p:cNvSpPr txBox="1"/>
          <p:nvPr/>
        </p:nvSpPr>
        <p:spPr>
          <a:xfrm>
            <a:off x="2997319" y="4378020"/>
            <a:ext cx="1574681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 </a:t>
            </a:r>
            <a:r>
              <a:rPr lang="en-CA">
                <a:latin typeface="Consolas" panose="020B0609020204030204" pitchFamily="49" charset="0"/>
              </a:rPr>
              <a:t>else</a:t>
            </a:r>
            <a:r>
              <a:rPr lang="en-CA"/>
              <a:t> part is optional.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378399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B08A5-09D9-6176-7F85-ED4C5D4C0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E816E-5F7D-03CC-9E91-3F1BB8A61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1B9EE3-9043-BDDC-0E5D-6F02DF6DE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68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214552-F0AB-58E9-8FE2-A8868E2F7354}"/>
              </a:ext>
            </a:extLst>
          </p:cNvPr>
          <p:cNvSpPr txBox="1"/>
          <p:nvPr/>
        </p:nvSpPr>
        <p:spPr>
          <a:xfrm>
            <a:off x="307676" y="2676789"/>
            <a:ext cx="294352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</a:t>
            </a:r>
            <a:r>
              <a:rPr lang="en-CA" b="1" err="1"/>
              <a:t>elif</a:t>
            </a:r>
            <a:r>
              <a:rPr lang="en-CA" b="1"/>
              <a:t>-else statement</a:t>
            </a:r>
            <a:r>
              <a:rPr lang="en-CA"/>
              <a:t> is the most general kind of if-statement and can check multiple conditionals.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05A0B5-CF10-8BD8-F31C-A903B801EEF6}"/>
              </a:ext>
            </a:extLst>
          </p:cNvPr>
          <p:cNvSpPr txBox="1"/>
          <p:nvPr/>
        </p:nvSpPr>
        <p:spPr>
          <a:xfrm>
            <a:off x="5023690" y="1236022"/>
            <a:ext cx="670264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4</a:t>
            </a:r>
          </a:p>
          <a:p>
            <a:r>
              <a:rPr lang="en-US" sz="2800">
                <a:latin typeface="Consolas" panose="020B0609020204030204" pitchFamily="49" charset="0"/>
              </a:rPr>
              <a:t>y = 5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&lt; y: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is less than y')</a:t>
            </a:r>
          </a:p>
          <a:p>
            <a:r>
              <a:rPr lang="en-US" sz="2800" err="1">
                <a:latin typeface="Consolas" panose="020B0609020204030204" pitchFamily="49" charset="0"/>
              </a:rPr>
              <a:t>elif</a:t>
            </a:r>
            <a:r>
              <a:rPr lang="en-US" sz="2800">
                <a:latin typeface="Consolas" panose="020B0609020204030204" pitchFamily="49" charset="0"/>
              </a:rPr>
              <a:t> x &gt; y: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is greater than y')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574D96-197C-37DB-F09A-BB534704944E}"/>
              </a:ext>
            </a:extLst>
          </p:cNvPr>
          <p:cNvSpPr txBox="1"/>
          <p:nvPr/>
        </p:nvSpPr>
        <p:spPr>
          <a:xfrm>
            <a:off x="2997319" y="4378020"/>
            <a:ext cx="1574681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 </a:t>
            </a:r>
            <a:r>
              <a:rPr lang="en-CA">
                <a:latin typeface="Consolas" panose="020B0609020204030204" pitchFamily="49" charset="0"/>
              </a:rPr>
              <a:t>else</a:t>
            </a:r>
            <a:r>
              <a:rPr lang="en-CA"/>
              <a:t> part is optional.</a:t>
            </a:r>
            <a:endParaRPr lang="en-AU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8570F42-BC27-FAC3-A75B-71BBA819FE16}"/>
                  </a:ext>
                </a:extLst>
              </p14:cNvPr>
              <p14:cNvContentPartPr/>
              <p14:nvPr/>
            </p14:nvContentPartPr>
            <p14:xfrm>
              <a:off x="5524560" y="2952360"/>
              <a:ext cx="1568880" cy="890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8570F42-BC27-FAC3-A75B-71BBA819FE1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15200" y="2943000"/>
                <a:ext cx="1587600" cy="90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4405523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2C426-A4B4-4581-11BF-882CAFC9F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1FD9B-3DEF-605E-C323-C625B3805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D34000-33D7-D8FE-E2DB-1DD9B2FEA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69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B65BD6-8C49-09B4-238F-C43BE3171B41}"/>
              </a:ext>
            </a:extLst>
          </p:cNvPr>
          <p:cNvSpPr txBox="1"/>
          <p:nvPr/>
        </p:nvSpPr>
        <p:spPr>
          <a:xfrm>
            <a:off x="307676" y="2676789"/>
            <a:ext cx="294352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</a:t>
            </a:r>
            <a:r>
              <a:rPr lang="en-CA" b="1" err="1"/>
              <a:t>elif</a:t>
            </a:r>
            <a:r>
              <a:rPr lang="en-CA" b="1"/>
              <a:t>-else statement</a:t>
            </a:r>
            <a:r>
              <a:rPr lang="en-CA"/>
              <a:t> is the most general kind of if-statement and can check multiple conditionals.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C717B5-C933-9EC7-90F9-0996FB4CA804}"/>
              </a:ext>
            </a:extLst>
          </p:cNvPr>
          <p:cNvSpPr txBox="1"/>
          <p:nvPr/>
        </p:nvSpPr>
        <p:spPr>
          <a:xfrm>
            <a:off x="3987801" y="1291794"/>
            <a:ext cx="8382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1</a:t>
            </a:r>
          </a:p>
          <a:p>
            <a:r>
              <a:rPr lang="en-US" sz="2800">
                <a:latin typeface="Consolas" panose="020B0609020204030204" pitchFamily="49" charset="0"/>
              </a:rPr>
              <a:t>y = 2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</a:t>
            </a:r>
            <a:r>
              <a:rPr lang="en-US" sz="2800">
                <a:solidFill>
                  <a:srgbClr val="FF0000"/>
                </a:solidFill>
                <a:latin typeface="Consolas" panose="020B0609020204030204" pitchFamily="49" charset="0"/>
              </a:rPr>
              <a:t>x % 2 == 0 and y % 2 == 0</a:t>
            </a:r>
            <a:r>
              <a:rPr lang="en-US" sz="2800">
                <a:latin typeface="Consolas" panose="020B0609020204030204" pitchFamily="49" charset="0"/>
              </a:rPr>
              <a:t>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and y are both even')</a:t>
            </a:r>
          </a:p>
          <a:p>
            <a:r>
              <a:rPr lang="en-US" sz="2800" err="1">
                <a:latin typeface="Consolas" panose="020B0609020204030204" pitchFamily="49" charset="0"/>
              </a:rPr>
              <a:t>elif</a:t>
            </a:r>
            <a:r>
              <a:rPr lang="en-US" sz="2800">
                <a:latin typeface="Consolas" panose="020B0609020204030204" pitchFamily="49" charset="0"/>
              </a:rPr>
              <a:t> </a:t>
            </a:r>
            <a:r>
              <a:rPr lang="en-US" sz="2800">
                <a:solidFill>
                  <a:srgbClr val="FF0000"/>
                </a:solidFill>
                <a:latin typeface="Consolas" panose="020B0609020204030204" pitchFamily="49" charset="0"/>
              </a:rPr>
              <a:t>x % 2 == 1 and y % 2 == 1</a:t>
            </a:r>
            <a:r>
              <a:rPr lang="en-US" sz="2800">
                <a:latin typeface="Consolas" panose="020B0609020204030204" pitchFamily="49" charset="0"/>
              </a:rPr>
              <a:t>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is odd')</a:t>
            </a:r>
            <a:br>
              <a:rPr lang="en-US" sz="2800">
                <a:latin typeface="Consolas" panose="020B0609020204030204" pitchFamily="49" charset="0"/>
              </a:rPr>
            </a:br>
            <a:r>
              <a:rPr lang="en-US" sz="2800">
                <a:latin typeface="Consolas" panose="020B0609020204030204" pitchFamily="49" charset="0"/>
              </a:rPr>
              <a:t>    print('y is odd')</a:t>
            </a:r>
          </a:p>
          <a:p>
            <a:r>
              <a:rPr lang="en-US" sz="2800">
                <a:latin typeface="Consolas" panose="020B0609020204030204" pitchFamily="49" charset="0"/>
              </a:rPr>
              <a:t>else: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and y are different parity')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703495-4CC7-004A-D189-B9ADD18E351C}"/>
              </a:ext>
            </a:extLst>
          </p:cNvPr>
          <p:cNvSpPr txBox="1"/>
          <p:nvPr/>
        </p:nvSpPr>
        <p:spPr>
          <a:xfrm>
            <a:off x="7384337" y="359954"/>
            <a:ext cx="294352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Another example of an if-</a:t>
            </a:r>
            <a:r>
              <a:rPr lang="en-CA" err="1"/>
              <a:t>elif</a:t>
            </a:r>
            <a:r>
              <a:rPr lang="en-CA"/>
              <a:t>-else statement, showing more elaborate conditionals.</a:t>
            </a:r>
            <a:endParaRPr lang="en-AU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949BB1E-3AA0-EAD6-CEDF-54E939BA7717}"/>
                  </a:ext>
                </a:extLst>
              </p14:cNvPr>
              <p14:cNvContentPartPr/>
              <p14:nvPr/>
            </p14:nvContentPartPr>
            <p14:xfrm>
              <a:off x="4597560" y="3016080"/>
              <a:ext cx="6947280" cy="2781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949BB1E-3AA0-EAD6-CEDF-54E939BA771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88200" y="3006720"/>
                <a:ext cx="6966000" cy="280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311172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E0D43-139C-01A6-995A-28F61BA04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3178C-3E1B-C943-8456-32533A979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C40A5-A565-437F-1B42-FB8A6B106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70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3A9AE3-9ECE-1460-D004-46D8CE7056EF}"/>
              </a:ext>
            </a:extLst>
          </p:cNvPr>
          <p:cNvSpPr txBox="1"/>
          <p:nvPr/>
        </p:nvSpPr>
        <p:spPr>
          <a:xfrm>
            <a:off x="307676" y="2676789"/>
            <a:ext cx="294352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You can put if-statements inside if-statements. These are called </a:t>
            </a:r>
            <a:r>
              <a:rPr lang="en-CA" b="1"/>
              <a:t>nested conditionals</a:t>
            </a:r>
            <a:r>
              <a:rPr lang="en-CA"/>
              <a:t>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BDF864-37FB-4F32-82CA-06CFA258F91D}"/>
              </a:ext>
            </a:extLst>
          </p:cNvPr>
          <p:cNvSpPr txBox="1"/>
          <p:nvPr/>
        </p:nvSpPr>
        <p:spPr>
          <a:xfrm>
            <a:off x="4394201" y="1317194"/>
            <a:ext cx="725593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x = 4</a:t>
            </a:r>
          </a:p>
          <a:p>
            <a:r>
              <a:rPr lang="en-US" sz="2800">
                <a:latin typeface="Consolas" panose="020B0609020204030204" pitchFamily="49" charset="0"/>
              </a:rPr>
              <a:t>y = 5</a:t>
            </a:r>
          </a:p>
          <a:p>
            <a:endParaRPr lang="en-US" sz="2800">
              <a:latin typeface="Consolas" panose="020B0609020204030204" pitchFamily="49" charset="0"/>
            </a:endParaRPr>
          </a:p>
          <a:p>
            <a:r>
              <a:rPr lang="en-US" sz="2800">
                <a:latin typeface="Consolas" panose="020B0609020204030204" pitchFamily="49" charset="0"/>
              </a:rPr>
              <a:t>if x == y:</a:t>
            </a:r>
          </a:p>
          <a:p>
            <a:r>
              <a:rPr lang="en-US" sz="2800">
                <a:latin typeface="Consolas" panose="020B0609020204030204" pitchFamily="49" charset="0"/>
              </a:rPr>
              <a:t>    print('x and y are equal')</a:t>
            </a:r>
          </a:p>
          <a:p>
            <a:r>
              <a:rPr lang="en-US" sz="2800">
                <a:latin typeface="Consolas" panose="020B0609020204030204" pitchFamily="49" charset="0"/>
              </a:rPr>
              <a:t>else:</a:t>
            </a:r>
          </a:p>
          <a:p>
            <a:r>
              <a:rPr lang="en-US" sz="2800">
                <a:latin typeface="Consolas" panose="020B0609020204030204" pitchFamily="49" charset="0"/>
              </a:rPr>
              <a:t>    if x &lt; y:</a:t>
            </a:r>
          </a:p>
          <a:p>
            <a:r>
              <a:rPr lang="en-US" sz="2800">
                <a:latin typeface="Consolas" panose="020B0609020204030204" pitchFamily="49" charset="0"/>
              </a:rPr>
              <a:t>        print('x is less than y')</a:t>
            </a:r>
          </a:p>
          <a:p>
            <a:r>
              <a:rPr lang="en-US" sz="2800">
                <a:latin typeface="Consolas" panose="020B0609020204030204" pitchFamily="49" charset="0"/>
              </a:rPr>
              <a:t>    else:</a:t>
            </a:r>
          </a:p>
          <a:p>
            <a:r>
              <a:rPr lang="en-US" sz="2800">
                <a:latin typeface="Consolas" panose="020B0609020204030204" pitchFamily="49" charset="0"/>
              </a:rPr>
              <a:t>        print('x is greater than y')</a:t>
            </a:r>
          </a:p>
        </p:txBody>
      </p:sp>
      <p:pic>
        <p:nvPicPr>
          <p:cNvPr id="3" name="Picture 2" descr="Yo Dawg Heard You Meme | I HEARD YOU LIKE IF-STATEMENTS; SO I PUT IF-STATEMENTS IN YOUR IF-STATEMENTS! | image tagged in memes,yo dawg heard you | made w/ Imgflip meme maker">
            <a:extLst>
              <a:ext uri="{FF2B5EF4-FFF2-40B4-BE49-F238E27FC236}">
                <a16:creationId xmlns:a16="http://schemas.microsoft.com/office/drawing/2014/main" id="{48CC333E-C564-20E0-9D7E-91274615B7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7557" y="0"/>
            <a:ext cx="3544443" cy="2285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83A160F-41CF-BA07-DEC3-DDF36E400FD3}"/>
                  </a:ext>
                </a:extLst>
              </p14:cNvPr>
              <p14:cNvContentPartPr/>
              <p14:nvPr/>
            </p14:nvContentPartPr>
            <p14:xfrm>
              <a:off x="4698720" y="3142800"/>
              <a:ext cx="5163120" cy="2756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83A160F-41CF-BA07-DEC3-DDF36E400FD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89360" y="3133440"/>
                <a:ext cx="5181840" cy="2775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0144753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6790B-A644-9FB5-84F2-DABFC8AF3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FEE6B-E743-F230-DF74-250B0A64E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F2BADE-71AE-B6CB-C920-1606E8C7C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71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098977-3E1F-A18D-5A44-485CC14A1EA3}"/>
              </a:ext>
            </a:extLst>
          </p:cNvPr>
          <p:cNvSpPr txBox="1"/>
          <p:nvPr/>
        </p:nvSpPr>
        <p:spPr>
          <a:xfrm>
            <a:off x="333543" y="1954868"/>
            <a:ext cx="529322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latin typeface="Consolas" panose="020B0609020204030204" pitchFamily="49" charset="0"/>
              </a:rPr>
              <a:t>x = 4</a:t>
            </a:r>
          </a:p>
          <a:p>
            <a:r>
              <a:rPr lang="en-US" sz="2000">
                <a:latin typeface="Consolas" panose="020B0609020204030204" pitchFamily="49" charset="0"/>
              </a:rPr>
              <a:t>y = 5</a:t>
            </a:r>
          </a:p>
          <a:p>
            <a:endParaRPr lang="en-US" sz="2000">
              <a:latin typeface="Consolas" panose="020B0609020204030204" pitchFamily="49" charset="0"/>
            </a:endParaRPr>
          </a:p>
          <a:p>
            <a:r>
              <a:rPr lang="en-US" sz="2000">
                <a:latin typeface="Consolas" panose="020B0609020204030204" pitchFamily="49" charset="0"/>
              </a:rPr>
              <a:t>if x == y:</a:t>
            </a:r>
          </a:p>
          <a:p>
            <a:r>
              <a:rPr lang="en-US" sz="2000">
                <a:latin typeface="Consolas" panose="020B0609020204030204" pitchFamily="49" charset="0"/>
              </a:rPr>
              <a:t>    print('x and y are equal')</a:t>
            </a:r>
          </a:p>
          <a:p>
            <a:r>
              <a:rPr lang="en-US" sz="2000">
                <a:latin typeface="Consolas" panose="020B0609020204030204" pitchFamily="49" charset="0"/>
              </a:rPr>
              <a:t>else:</a:t>
            </a:r>
          </a:p>
          <a:p>
            <a:r>
              <a:rPr lang="en-US" sz="2000">
                <a:latin typeface="Consolas" panose="020B0609020204030204" pitchFamily="49" charset="0"/>
              </a:rPr>
              <a:t>    if x &lt; y:</a:t>
            </a:r>
          </a:p>
          <a:p>
            <a:r>
              <a:rPr lang="en-US" sz="2000">
                <a:latin typeface="Consolas" panose="020B0609020204030204" pitchFamily="49" charset="0"/>
              </a:rPr>
              <a:t>        print('x is less than y')</a:t>
            </a:r>
          </a:p>
          <a:p>
            <a:r>
              <a:rPr lang="en-US" sz="2000">
                <a:latin typeface="Consolas" panose="020B0609020204030204" pitchFamily="49" charset="0"/>
              </a:rPr>
              <a:t>    else:</a:t>
            </a:r>
          </a:p>
          <a:p>
            <a:r>
              <a:rPr lang="en-US" sz="2000">
                <a:latin typeface="Consolas" panose="020B0609020204030204" pitchFamily="49" charset="0"/>
              </a:rPr>
              <a:t>        print('x is greater than y')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6D36F3-EE55-B054-A788-7A712721EF37}"/>
              </a:ext>
            </a:extLst>
          </p:cNvPr>
          <p:cNvSpPr txBox="1"/>
          <p:nvPr/>
        </p:nvSpPr>
        <p:spPr>
          <a:xfrm>
            <a:off x="7145423" y="2108756"/>
            <a:ext cx="52932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latin typeface="Consolas" panose="020B0609020204030204" pitchFamily="49" charset="0"/>
              </a:rPr>
              <a:t>x = 4</a:t>
            </a:r>
          </a:p>
          <a:p>
            <a:r>
              <a:rPr lang="en-US" sz="2000">
                <a:latin typeface="Consolas" panose="020B0609020204030204" pitchFamily="49" charset="0"/>
              </a:rPr>
              <a:t>y = 5</a:t>
            </a:r>
          </a:p>
          <a:p>
            <a:endParaRPr lang="en-US" sz="2000">
              <a:latin typeface="Consolas" panose="020B0609020204030204" pitchFamily="49" charset="0"/>
            </a:endParaRPr>
          </a:p>
          <a:p>
            <a:r>
              <a:rPr lang="en-US" sz="2000">
                <a:latin typeface="Consolas" panose="020B0609020204030204" pitchFamily="49" charset="0"/>
              </a:rPr>
              <a:t>if x == y:</a:t>
            </a:r>
          </a:p>
          <a:p>
            <a:r>
              <a:rPr lang="en-US" sz="2000">
                <a:latin typeface="Consolas" panose="020B0609020204030204" pitchFamily="49" charset="0"/>
              </a:rPr>
              <a:t>    print('x and y are equal')</a:t>
            </a:r>
          </a:p>
          <a:p>
            <a:r>
              <a:rPr lang="en-US" sz="2000" err="1">
                <a:latin typeface="Consolas" panose="020B0609020204030204" pitchFamily="49" charset="0"/>
              </a:rPr>
              <a:t>elif</a:t>
            </a:r>
            <a:r>
              <a:rPr lang="en-US" sz="2000">
                <a:latin typeface="Consolas" panose="020B0609020204030204" pitchFamily="49" charset="0"/>
              </a:rPr>
              <a:t> x &lt; y:</a:t>
            </a:r>
          </a:p>
          <a:p>
            <a:r>
              <a:rPr lang="en-US" sz="2000">
                <a:latin typeface="Consolas" panose="020B0609020204030204" pitchFamily="49" charset="0"/>
              </a:rPr>
              <a:t>    print('x is less than y')</a:t>
            </a:r>
          </a:p>
          <a:p>
            <a:r>
              <a:rPr lang="en-US" sz="2000">
                <a:latin typeface="Consolas" panose="020B0609020204030204" pitchFamily="49" charset="0"/>
              </a:rPr>
              <a:t>else:</a:t>
            </a:r>
          </a:p>
          <a:p>
            <a:r>
              <a:rPr lang="en-US" sz="2000">
                <a:latin typeface="Consolas" panose="020B0609020204030204" pitchFamily="49" charset="0"/>
              </a:rPr>
              <a:t>    print('x is greater than y')</a:t>
            </a:r>
          </a:p>
        </p:txBody>
      </p:sp>
      <p:sp>
        <p:nvSpPr>
          <p:cNvPr id="5" name="Arrow: Left-Right 4">
            <a:extLst>
              <a:ext uri="{FF2B5EF4-FFF2-40B4-BE49-F238E27FC236}">
                <a16:creationId xmlns:a16="http://schemas.microsoft.com/office/drawing/2014/main" id="{9A56E525-1F25-98C6-B5A4-16C8B3237270}"/>
              </a:ext>
            </a:extLst>
          </p:cNvPr>
          <p:cNvSpPr/>
          <p:nvPr/>
        </p:nvSpPr>
        <p:spPr>
          <a:xfrm>
            <a:off x="5451305" y="3294586"/>
            <a:ext cx="1000629" cy="49066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A6DCB7-10CA-7C27-62A7-87A964E15684}"/>
              </a:ext>
            </a:extLst>
          </p:cNvPr>
          <p:cNvSpPr txBox="1"/>
          <p:nvPr/>
        </p:nvSpPr>
        <p:spPr>
          <a:xfrm>
            <a:off x="5563319" y="2897264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Same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0F7CCE-D6CA-3734-A726-190D7CC1AA94}"/>
              </a:ext>
            </a:extLst>
          </p:cNvPr>
          <p:cNvSpPr txBox="1"/>
          <p:nvPr/>
        </p:nvSpPr>
        <p:spPr>
          <a:xfrm>
            <a:off x="770892" y="5338583"/>
            <a:ext cx="294352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In general, try to </a:t>
            </a:r>
            <a:r>
              <a:rPr lang="en-CA" b="1"/>
              <a:t>avoid nested conditionals</a:t>
            </a:r>
            <a:r>
              <a:rPr lang="en-CA"/>
              <a:t>.</a:t>
            </a:r>
            <a:endParaRPr lang="en-A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9B3DD1-9BED-BE11-007E-C155EFB48D69}"/>
              </a:ext>
            </a:extLst>
          </p:cNvPr>
          <p:cNvSpPr txBox="1"/>
          <p:nvPr/>
        </p:nvSpPr>
        <p:spPr>
          <a:xfrm>
            <a:off x="7739182" y="5348386"/>
            <a:ext cx="294352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Non-nested “flat” conditionals are often easier to read.</a:t>
            </a:r>
            <a:endParaRPr lang="en-AU"/>
          </a:p>
        </p:txBody>
      </p:sp>
      <p:pic>
        <p:nvPicPr>
          <p:cNvPr id="7" name="Picture 2" descr="Yo Dawg Heard You Meme | I HEARD YOU LIKE IF-STATEMENTS; SO I PUT IF-STATEMENTS IN YOUR IF-STATEMENTS! | image tagged in memes,yo dawg heard you | made w/ Imgflip meme maker">
            <a:extLst>
              <a:ext uri="{FF2B5EF4-FFF2-40B4-BE49-F238E27FC236}">
                <a16:creationId xmlns:a16="http://schemas.microsoft.com/office/drawing/2014/main" id="{3E4F95F4-A29F-A0B6-6C19-43060B5C0A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7557" y="0"/>
            <a:ext cx="3544443" cy="2285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482416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02B84-25FE-B487-44B0-219636D93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1AECA-5A42-0879-9874-CD874722B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If-statements</a:t>
            </a:r>
            <a:br>
              <a:rPr lang="en-CA"/>
            </a:br>
            <a:r>
              <a:rPr lang="en-CA"/>
              <a:t>(conditionals)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C69721-1964-ACB3-B2C4-55420DD39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72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74B4B5-C7FF-A969-376B-40E13B5606E6}"/>
              </a:ext>
            </a:extLst>
          </p:cNvPr>
          <p:cNvSpPr txBox="1"/>
          <p:nvPr/>
        </p:nvSpPr>
        <p:spPr>
          <a:xfrm>
            <a:off x="307676" y="2676789"/>
            <a:ext cx="2943523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if-</a:t>
            </a:r>
            <a:r>
              <a:rPr lang="en-CA" b="1" err="1"/>
              <a:t>elif</a:t>
            </a:r>
            <a:r>
              <a:rPr lang="en-CA" b="1"/>
              <a:t>-else statement</a:t>
            </a:r>
            <a:r>
              <a:rPr lang="en-CA"/>
              <a:t> is the most general kind of if-statement and can check multiple conditionals.</a:t>
            </a:r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A50A8F-A91A-EE52-0F2A-C08AB1154E2E}"/>
              </a:ext>
            </a:extLst>
          </p:cNvPr>
          <p:cNvSpPr txBox="1"/>
          <p:nvPr/>
        </p:nvSpPr>
        <p:spPr>
          <a:xfrm>
            <a:off x="5170090" y="334053"/>
            <a:ext cx="24160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>
                <a:latin typeface="Consolas" panose="020B0609020204030204" pitchFamily="49" charset="0"/>
              </a:rPr>
              <a:t>if</a:t>
            </a:r>
            <a:r>
              <a:rPr lang="en-CA" sz="2800"/>
              <a:t> </a:t>
            </a:r>
            <a:r>
              <a:rPr lang="en-CA" sz="2800" i="1">
                <a:solidFill>
                  <a:srgbClr val="FF0000"/>
                </a:solidFill>
              </a:rPr>
              <a:t>condition1</a:t>
            </a:r>
            <a:r>
              <a:rPr lang="en-CA" sz="2800"/>
              <a:t>:</a:t>
            </a:r>
            <a:endParaRPr lang="en-AU" sz="2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D2BAF3-00DD-1F91-FAAE-12F6F90EBA23}"/>
              </a:ext>
            </a:extLst>
          </p:cNvPr>
          <p:cNvSpPr txBox="1"/>
          <p:nvPr/>
        </p:nvSpPr>
        <p:spPr>
          <a:xfrm>
            <a:off x="5170090" y="1157949"/>
            <a:ext cx="28055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err="1">
                <a:latin typeface="Consolas" panose="020B0609020204030204" pitchFamily="49" charset="0"/>
              </a:rPr>
              <a:t>elif</a:t>
            </a:r>
            <a:r>
              <a:rPr lang="en-CA" sz="2800"/>
              <a:t> </a:t>
            </a:r>
            <a:r>
              <a:rPr lang="en-CA" sz="2800" i="1">
                <a:solidFill>
                  <a:srgbClr val="FF0000"/>
                </a:solidFill>
              </a:rPr>
              <a:t>condition2</a:t>
            </a:r>
            <a:r>
              <a:rPr lang="en-CA" sz="2800"/>
              <a:t>:</a:t>
            </a:r>
            <a:endParaRPr lang="en-AU" sz="2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622C95-07CA-57FA-1444-3C4E48616C2D}"/>
              </a:ext>
            </a:extLst>
          </p:cNvPr>
          <p:cNvSpPr txBox="1"/>
          <p:nvPr/>
        </p:nvSpPr>
        <p:spPr>
          <a:xfrm>
            <a:off x="5170090" y="2084723"/>
            <a:ext cx="28055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err="1">
                <a:latin typeface="Consolas" panose="020B0609020204030204" pitchFamily="49" charset="0"/>
              </a:rPr>
              <a:t>elif</a:t>
            </a:r>
            <a:r>
              <a:rPr lang="en-CA" sz="2800"/>
              <a:t> </a:t>
            </a:r>
            <a:r>
              <a:rPr lang="en-CA" sz="2800" i="1">
                <a:solidFill>
                  <a:srgbClr val="FF0000"/>
                </a:solidFill>
              </a:rPr>
              <a:t>condition3</a:t>
            </a:r>
            <a:r>
              <a:rPr lang="en-CA" sz="2800"/>
              <a:t>:</a:t>
            </a:r>
            <a:endParaRPr lang="en-AU" sz="28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C81027-8A0A-B394-85A6-E975CFCFFABD}"/>
              </a:ext>
            </a:extLst>
          </p:cNvPr>
          <p:cNvSpPr txBox="1"/>
          <p:nvPr/>
        </p:nvSpPr>
        <p:spPr>
          <a:xfrm>
            <a:off x="5170090" y="4182315"/>
            <a:ext cx="28664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err="1">
                <a:latin typeface="Consolas" panose="020B0609020204030204" pitchFamily="49" charset="0"/>
              </a:rPr>
              <a:t>elif</a:t>
            </a:r>
            <a:r>
              <a:rPr lang="en-CA" sz="2800"/>
              <a:t> </a:t>
            </a:r>
            <a:r>
              <a:rPr lang="en-CA" sz="2800" i="1" err="1">
                <a:solidFill>
                  <a:srgbClr val="FF0000"/>
                </a:solidFill>
              </a:rPr>
              <a:t>conditionN</a:t>
            </a:r>
            <a:r>
              <a:rPr lang="en-CA" sz="2800"/>
              <a:t>:</a:t>
            </a:r>
            <a:endParaRPr lang="en-AU" sz="28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8A7D89-78F5-033A-8859-1B6F39E20057}"/>
              </a:ext>
            </a:extLst>
          </p:cNvPr>
          <p:cNvSpPr txBox="1"/>
          <p:nvPr/>
        </p:nvSpPr>
        <p:spPr>
          <a:xfrm>
            <a:off x="5170090" y="5044355"/>
            <a:ext cx="1075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>
                <a:latin typeface="Consolas" panose="020B0609020204030204" pitchFamily="49" charset="0"/>
              </a:rPr>
              <a:t>else</a:t>
            </a:r>
            <a:r>
              <a:rPr lang="en-CA" sz="2800"/>
              <a:t>:</a:t>
            </a:r>
            <a:endParaRPr lang="en-AU" sz="28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7C3C16-2F88-46F2-FEC4-11E170C40A92}"/>
              </a:ext>
            </a:extLst>
          </p:cNvPr>
          <p:cNvSpPr txBox="1"/>
          <p:nvPr/>
        </p:nvSpPr>
        <p:spPr>
          <a:xfrm>
            <a:off x="5698065" y="775375"/>
            <a:ext cx="1557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/>
              <a:t>Code block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45D9F5-B922-F70F-0A65-12687B5732B3}"/>
              </a:ext>
            </a:extLst>
          </p:cNvPr>
          <p:cNvSpPr txBox="1"/>
          <p:nvPr/>
        </p:nvSpPr>
        <p:spPr>
          <a:xfrm>
            <a:off x="5698065" y="1641223"/>
            <a:ext cx="1557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/>
              <a:t>Code block 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E5EE3B-6BC6-3ADD-D476-13F780EF77AB}"/>
              </a:ext>
            </a:extLst>
          </p:cNvPr>
          <p:cNvSpPr txBox="1"/>
          <p:nvPr/>
        </p:nvSpPr>
        <p:spPr>
          <a:xfrm>
            <a:off x="5698065" y="2638715"/>
            <a:ext cx="1557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/>
              <a:t>Code block 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837141-9D74-DFA4-DC75-B40D08C6BEA3}"/>
              </a:ext>
            </a:extLst>
          </p:cNvPr>
          <p:cNvSpPr txBox="1"/>
          <p:nvPr/>
        </p:nvSpPr>
        <p:spPr>
          <a:xfrm>
            <a:off x="5708057" y="4623637"/>
            <a:ext cx="15578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/>
              <a:t>Code block 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5707C7-7833-F0CC-0BFD-36DE0473009A}"/>
              </a:ext>
            </a:extLst>
          </p:cNvPr>
          <p:cNvSpPr txBox="1"/>
          <p:nvPr/>
        </p:nvSpPr>
        <p:spPr>
          <a:xfrm>
            <a:off x="5708056" y="5489913"/>
            <a:ext cx="179341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/>
              <a:t>Code Block N+1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F703A0-B10C-80C7-4C99-3F723A5C81C8}"/>
              </a:ext>
            </a:extLst>
          </p:cNvPr>
          <p:cNvSpPr txBox="1"/>
          <p:nvPr/>
        </p:nvSpPr>
        <p:spPr>
          <a:xfrm>
            <a:off x="6378113" y="3131348"/>
            <a:ext cx="2535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/>
              <a:t>.</a:t>
            </a:r>
            <a:br>
              <a:rPr lang="en-CA" b="1"/>
            </a:br>
            <a:r>
              <a:rPr lang="en-CA" b="1"/>
              <a:t>.</a:t>
            </a:r>
          </a:p>
          <a:p>
            <a:r>
              <a:rPr lang="en-CA" b="1"/>
              <a:t>.</a:t>
            </a:r>
            <a:endParaRPr lang="en-AU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4CF28C-8507-8C28-994A-15D0D23B98A6}"/>
              </a:ext>
            </a:extLst>
          </p:cNvPr>
          <p:cNvSpPr txBox="1"/>
          <p:nvPr/>
        </p:nvSpPr>
        <p:spPr>
          <a:xfrm>
            <a:off x="8836158" y="329227"/>
            <a:ext cx="294352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 conditions are checked in the order they occur, from top to bottom.</a:t>
            </a:r>
            <a:endParaRPr lang="en-A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B5AB45-C7AE-B60A-4CF5-E598EBC09909}"/>
              </a:ext>
            </a:extLst>
          </p:cNvPr>
          <p:cNvSpPr txBox="1"/>
          <p:nvPr/>
        </p:nvSpPr>
        <p:spPr>
          <a:xfrm>
            <a:off x="8836158" y="1674925"/>
            <a:ext cx="294352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For the first condition that is true, the corresponding code block is executed.</a:t>
            </a:r>
            <a:endParaRPr lang="en-A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C05B58-413D-60E2-F8A3-971901AC23CE}"/>
              </a:ext>
            </a:extLst>
          </p:cNvPr>
          <p:cNvSpPr txBox="1"/>
          <p:nvPr/>
        </p:nvSpPr>
        <p:spPr>
          <a:xfrm>
            <a:off x="8836158" y="3020623"/>
            <a:ext cx="2943523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After the code block finishes, the computer jumps out and runs the code that comes after the if-</a:t>
            </a:r>
            <a:r>
              <a:rPr lang="en-CA" err="1"/>
              <a:t>elif</a:t>
            </a:r>
            <a:r>
              <a:rPr lang="en-CA"/>
              <a:t>-else statement.</a:t>
            </a:r>
            <a:endParaRPr lang="en-A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42CC3F-7226-F5F3-43B5-93F2B5F133AD}"/>
              </a:ext>
            </a:extLst>
          </p:cNvPr>
          <p:cNvSpPr txBox="1"/>
          <p:nvPr/>
        </p:nvSpPr>
        <p:spPr>
          <a:xfrm>
            <a:off x="8836158" y="4920319"/>
            <a:ext cx="294352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So, when there is an </a:t>
            </a:r>
            <a:r>
              <a:rPr lang="en-CA">
                <a:latin typeface="Consolas" panose="020B0609020204030204" pitchFamily="49" charset="0"/>
              </a:rPr>
              <a:t>else</a:t>
            </a:r>
            <a:r>
              <a:rPr lang="en-CA"/>
              <a:t>, </a:t>
            </a:r>
            <a:r>
              <a:rPr lang="en-CA" b="1"/>
              <a:t>exactly one </a:t>
            </a:r>
            <a:r>
              <a:rPr lang="en-CA"/>
              <a:t>of the code blocks is executed.</a:t>
            </a:r>
            <a:endParaRPr lang="en-A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EA90F-F415-BB1C-FB9B-A44FEC715BB8}"/>
              </a:ext>
            </a:extLst>
          </p:cNvPr>
          <p:cNvSpPr txBox="1"/>
          <p:nvPr/>
        </p:nvSpPr>
        <p:spPr>
          <a:xfrm>
            <a:off x="1779437" y="5074414"/>
            <a:ext cx="304409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 </a:t>
            </a:r>
            <a:r>
              <a:rPr lang="en-CA" err="1">
                <a:latin typeface="Consolas" panose="020B0609020204030204" pitchFamily="49" charset="0"/>
              </a:rPr>
              <a:t>elif</a:t>
            </a:r>
            <a:r>
              <a:rPr lang="en-CA"/>
              <a:t> and </a:t>
            </a:r>
            <a:r>
              <a:rPr lang="en-CA">
                <a:latin typeface="Consolas" panose="020B0609020204030204" pitchFamily="49" charset="0"/>
              </a:rPr>
              <a:t>else</a:t>
            </a:r>
            <a:r>
              <a:rPr lang="en-CA"/>
              <a:t> parts of an if-statement are optional. Whether you need them depends upon your program.</a:t>
            </a:r>
            <a:endParaRPr lang="en-AU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490FA86-758B-B82A-A91B-C9E70281108A}"/>
              </a:ext>
            </a:extLst>
          </p:cNvPr>
          <p:cNvCxnSpPr>
            <a:stCxn id="8" idx="2"/>
            <a:endCxn id="17" idx="0"/>
          </p:cNvCxnSpPr>
          <p:nvPr/>
        </p:nvCxnSpPr>
        <p:spPr>
          <a:xfrm>
            <a:off x="10307920" y="1252557"/>
            <a:ext cx="0" cy="4223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FDB875E-2651-FE0F-A665-9541CE25190C}"/>
              </a:ext>
            </a:extLst>
          </p:cNvPr>
          <p:cNvCxnSpPr>
            <a:stCxn id="17" idx="2"/>
            <a:endCxn id="18" idx="0"/>
          </p:cNvCxnSpPr>
          <p:nvPr/>
        </p:nvCxnSpPr>
        <p:spPr>
          <a:xfrm>
            <a:off x="10307920" y="2598255"/>
            <a:ext cx="0" cy="4223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63D81DF-B9CC-3AB9-0924-DD998B25502F}"/>
              </a:ext>
            </a:extLst>
          </p:cNvPr>
          <p:cNvCxnSpPr>
            <a:stCxn id="18" idx="2"/>
            <a:endCxn id="19" idx="0"/>
          </p:cNvCxnSpPr>
          <p:nvPr/>
        </p:nvCxnSpPr>
        <p:spPr>
          <a:xfrm>
            <a:off x="10307920" y="4497951"/>
            <a:ext cx="0" cy="4223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EB8A54E4-FEA1-6794-FB0C-16784741063D}"/>
                  </a:ext>
                </a:extLst>
              </p14:cNvPr>
              <p14:cNvContentPartPr/>
              <p14:nvPr/>
            </p14:nvContentPartPr>
            <p14:xfrm>
              <a:off x="5124240" y="857160"/>
              <a:ext cx="2134080" cy="47948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EB8A54E4-FEA1-6794-FB0C-16784741063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14880" y="847800"/>
                <a:ext cx="2152800" cy="4813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582965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9F55E-3CF8-D16F-D364-75E6535FC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D7D0B-E1CC-813B-7DF5-9B8EEDDE1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4" y="203993"/>
            <a:ext cx="10381011" cy="1325563"/>
          </a:xfrm>
        </p:spPr>
        <p:txBody>
          <a:bodyPr>
            <a:normAutofit/>
          </a:bodyPr>
          <a:lstStyle/>
          <a:p>
            <a:r>
              <a:rPr lang="en-CA" dirty="0"/>
              <a:t>How would you describe this picture to someone over the phone?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ED08BB-544C-1015-ABBA-CA7FDDDAB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73</a:t>
            </a:fld>
            <a:endParaRPr lang="en-AU"/>
          </a:p>
        </p:txBody>
      </p:sp>
      <p:pic>
        <p:nvPicPr>
          <p:cNvPr id="1032" name="Picture 8" descr="undefined">
            <a:extLst>
              <a:ext uri="{FF2B5EF4-FFF2-40B4-BE49-F238E27FC236}">
                <a16:creationId xmlns:a16="http://schemas.microsoft.com/office/drawing/2014/main" id="{BA8026C5-A8CF-486B-7BFF-3E058C338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0993" y="1810880"/>
            <a:ext cx="5350013" cy="4633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7F0285B-0437-4151-0D23-24A255E2A906}"/>
                  </a:ext>
                </a:extLst>
              </p14:cNvPr>
              <p14:cNvContentPartPr/>
              <p14:nvPr/>
            </p14:nvContentPartPr>
            <p14:xfrm>
              <a:off x="4413240" y="1646640"/>
              <a:ext cx="7507440" cy="3641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7F0285B-0437-4151-0D23-24A255E2A90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03880" y="1637280"/>
                <a:ext cx="7526160" cy="366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7995446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6A661-0A58-321E-D285-381958EF7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8FD748-DC0D-7FDC-18C1-8F39E0A8F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74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BEF248-2585-C699-BA51-4CB6407CD0C2}"/>
              </a:ext>
            </a:extLst>
          </p:cNvPr>
          <p:cNvSpPr txBox="1"/>
          <p:nvPr/>
        </p:nvSpPr>
        <p:spPr>
          <a:xfrm>
            <a:off x="3920067" y="2663784"/>
            <a:ext cx="4318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onsolas" panose="020B0609020204030204" pitchFamily="49" charset="0"/>
              </a:rPr>
              <a:t>def mystery():</a:t>
            </a:r>
          </a:p>
          <a:p>
            <a:r>
              <a:rPr lang="en-US" sz="4000" dirty="0">
                <a:latin typeface="Consolas" panose="020B0609020204030204" pitchFamily="49" charset="0"/>
              </a:rPr>
              <a:t>    mystery()</a:t>
            </a:r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9AE5E092-17E7-CCFD-C695-518FCD22F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903" y="365125"/>
            <a:ext cx="10943897" cy="1325563"/>
          </a:xfrm>
        </p:spPr>
        <p:txBody>
          <a:bodyPr/>
          <a:lstStyle/>
          <a:p>
            <a:r>
              <a:rPr lang="en-US" dirty="0"/>
              <a:t>What happens when you call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mystery()</a:t>
            </a:r>
            <a:r>
              <a:rPr lang="en-US" dirty="0"/>
              <a:t> 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B798B4-882C-1618-9A32-F3F555F7D939}"/>
              </a:ext>
            </a:extLst>
          </p:cNvPr>
          <p:cNvSpPr txBox="1"/>
          <p:nvPr/>
        </p:nvSpPr>
        <p:spPr>
          <a:xfrm>
            <a:off x="9581322" y="1506022"/>
            <a:ext cx="1932989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See mystery1.py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9822405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2937B-577B-9D9B-A3ED-BEC3E5867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A85A8-5515-F7E8-9713-FFA1909FF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75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EB4DC7-9C01-32E3-9862-8D3A9800A2C3}"/>
              </a:ext>
            </a:extLst>
          </p:cNvPr>
          <p:cNvSpPr txBox="1"/>
          <p:nvPr/>
        </p:nvSpPr>
        <p:spPr>
          <a:xfrm>
            <a:off x="3920067" y="2663784"/>
            <a:ext cx="519240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onsolas" panose="020B0609020204030204" pitchFamily="49" charset="0"/>
              </a:rPr>
              <a:t>def mystery():</a:t>
            </a:r>
          </a:p>
          <a:p>
            <a:r>
              <a:rPr lang="en-US" sz="4000" dirty="0">
                <a:latin typeface="Consolas" panose="020B0609020204030204" pitchFamily="49" charset="0"/>
              </a:rPr>
              <a:t>    mystery()</a:t>
            </a:r>
            <a:br>
              <a:rPr lang="en-US" sz="4000" dirty="0">
                <a:latin typeface="Consolas" panose="020B0609020204030204" pitchFamily="49" charset="0"/>
              </a:rPr>
            </a:br>
            <a:r>
              <a:rPr lang="en-US" sz="4000" dirty="0">
                <a:latin typeface="Consolas" panose="020B0609020204030204" pitchFamily="49" charset="0"/>
              </a:rPr>
              <a:t>    </a:t>
            </a:r>
            <a:r>
              <a:rPr lang="en-US" sz="4000" dirty="0">
                <a:highlight>
                  <a:srgbClr val="FFFF00"/>
                </a:highlight>
                <a:latin typeface="Consolas" panose="020B0609020204030204" pitchFamily="49" charset="0"/>
              </a:rPr>
              <a:t>print('done')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34A0234-94F7-2AD7-3C49-F9998E322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903" y="365125"/>
            <a:ext cx="10943897" cy="1325563"/>
          </a:xfrm>
        </p:spPr>
        <p:txBody>
          <a:bodyPr/>
          <a:lstStyle/>
          <a:p>
            <a:r>
              <a:rPr lang="en-US" dirty="0"/>
              <a:t>What happens when you call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mystery()</a:t>
            </a:r>
            <a:r>
              <a:rPr lang="en-US" dirty="0"/>
              <a:t> 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A04480-DB14-7045-2111-099C7A00CCDE}"/>
              </a:ext>
            </a:extLst>
          </p:cNvPr>
          <p:cNvSpPr txBox="1"/>
          <p:nvPr/>
        </p:nvSpPr>
        <p:spPr>
          <a:xfrm>
            <a:off x="9581322" y="1506022"/>
            <a:ext cx="1932989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See mystery2.py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1090045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66299-A0AA-FC45-8935-B06C998D6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3C7AB-6DA7-3B9A-DFF5-D8D8352EF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76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338C2D-18C0-C5C6-B17C-26AE2E10A618}"/>
              </a:ext>
            </a:extLst>
          </p:cNvPr>
          <p:cNvSpPr txBox="1"/>
          <p:nvPr/>
        </p:nvSpPr>
        <p:spPr>
          <a:xfrm>
            <a:off x="3920067" y="2663784"/>
            <a:ext cx="714732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onsolas" panose="020B0609020204030204" pitchFamily="49" charset="0"/>
              </a:rPr>
              <a:t>def mystery():</a:t>
            </a:r>
          </a:p>
          <a:p>
            <a:r>
              <a:rPr lang="en-US" sz="4000" dirty="0">
                <a:latin typeface="Consolas" panose="020B0609020204030204" pitchFamily="49" charset="0"/>
              </a:rPr>
              <a:t>    </a:t>
            </a:r>
            <a:r>
              <a:rPr lang="en-US" sz="4000" dirty="0">
                <a:highlight>
                  <a:srgbClr val="FFFF00"/>
                </a:highlight>
                <a:latin typeface="Consolas" panose="020B0609020204030204" pitchFamily="49" charset="0"/>
              </a:rPr>
              <a:t>print('calling ...')</a:t>
            </a:r>
            <a:br>
              <a:rPr lang="en-US" sz="4000" dirty="0">
                <a:latin typeface="Consolas" panose="020B0609020204030204" pitchFamily="49" charset="0"/>
              </a:rPr>
            </a:br>
            <a:r>
              <a:rPr lang="en-US" sz="4000" dirty="0">
                <a:latin typeface="Consolas" panose="020B0609020204030204" pitchFamily="49" charset="0"/>
              </a:rPr>
              <a:t>    mystery()</a:t>
            </a:r>
            <a:br>
              <a:rPr lang="en-US" sz="4000" dirty="0">
                <a:latin typeface="Consolas" panose="020B0609020204030204" pitchFamily="49" charset="0"/>
              </a:rPr>
            </a:br>
            <a:r>
              <a:rPr lang="en-US" sz="4000" dirty="0">
                <a:latin typeface="Consolas" panose="020B0609020204030204" pitchFamily="49" charset="0"/>
              </a:rPr>
              <a:t>  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8923093-DB00-8A49-F61D-39396BA6F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903" y="365125"/>
            <a:ext cx="10943897" cy="1325563"/>
          </a:xfrm>
        </p:spPr>
        <p:txBody>
          <a:bodyPr/>
          <a:lstStyle/>
          <a:p>
            <a:r>
              <a:rPr lang="en-US" dirty="0"/>
              <a:t>What happens when you call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mystery()</a:t>
            </a:r>
            <a:r>
              <a:rPr lang="en-US" dirty="0"/>
              <a:t> 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5D5AA5-CC3D-1E26-2D99-26F5B18EC161}"/>
              </a:ext>
            </a:extLst>
          </p:cNvPr>
          <p:cNvSpPr txBox="1"/>
          <p:nvPr/>
        </p:nvSpPr>
        <p:spPr>
          <a:xfrm>
            <a:off x="9581322" y="1506022"/>
            <a:ext cx="1932989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See mystery3.py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5995724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A0AB3-F4C0-F43C-F50A-660AD7781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267677-6D82-57A9-E995-4553A655A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77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0F9A1D-1174-E5C3-A74F-5F44E89FD756}"/>
              </a:ext>
            </a:extLst>
          </p:cNvPr>
          <p:cNvSpPr txBox="1"/>
          <p:nvPr/>
        </p:nvSpPr>
        <p:spPr>
          <a:xfrm>
            <a:off x="3310467" y="1880388"/>
            <a:ext cx="714732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onsolas" panose="020B0609020204030204" pitchFamily="49" charset="0"/>
              </a:rPr>
              <a:t>n = 0</a:t>
            </a:r>
          </a:p>
          <a:p>
            <a:r>
              <a:rPr lang="en-US" sz="4000" dirty="0">
                <a:latin typeface="Consolas" panose="020B0609020204030204" pitchFamily="49" charset="0"/>
              </a:rPr>
              <a:t>def </a:t>
            </a:r>
            <a:r>
              <a:rPr lang="en-US" sz="4000">
                <a:latin typeface="Consolas" panose="020B0609020204030204" pitchFamily="49" charset="0"/>
              </a:rPr>
              <a:t>mystery():</a:t>
            </a:r>
            <a:endParaRPr lang="en-US" sz="4000" dirty="0">
              <a:latin typeface="Consolas" panose="020B0609020204030204" pitchFamily="49" charset="0"/>
            </a:endParaRPr>
          </a:p>
          <a:p>
            <a:r>
              <a:rPr lang="en-US" sz="4000" dirty="0">
                <a:latin typeface="Consolas" panose="020B0609020204030204" pitchFamily="49" charset="0"/>
              </a:rPr>
              <a:t>   global n   </a:t>
            </a:r>
          </a:p>
          <a:p>
            <a:r>
              <a:rPr lang="en-US" sz="4000" dirty="0">
                <a:latin typeface="Consolas" panose="020B0609020204030204" pitchFamily="49" charset="0"/>
              </a:rPr>
              <a:t>   print('calling ...')</a:t>
            </a:r>
          </a:p>
          <a:p>
            <a:r>
              <a:rPr lang="en-US" sz="4000" dirty="0">
                <a:latin typeface="Consolas" panose="020B0609020204030204" pitchFamily="49" charset="0"/>
              </a:rPr>
              <a:t>   n += 1</a:t>
            </a:r>
          </a:p>
          <a:p>
            <a:r>
              <a:rPr lang="en-US" sz="4000" dirty="0">
                <a:latin typeface="Consolas" panose="020B0609020204030204" pitchFamily="49" charset="0"/>
              </a:rPr>
              <a:t>   print(</a:t>
            </a:r>
            <a:r>
              <a:rPr lang="en-US" sz="4000" dirty="0" err="1">
                <a:latin typeface="Consolas" panose="020B0609020204030204" pitchFamily="49" charset="0"/>
              </a:rPr>
              <a:t>f'n</a:t>
            </a:r>
            <a:r>
              <a:rPr lang="en-US" sz="4000" dirty="0">
                <a:latin typeface="Consolas" panose="020B0609020204030204" pitchFamily="49" charset="0"/>
              </a:rPr>
              <a:t> = {n}')</a:t>
            </a:r>
            <a:br>
              <a:rPr lang="en-US" sz="4000" dirty="0">
                <a:latin typeface="Consolas" panose="020B0609020204030204" pitchFamily="49" charset="0"/>
              </a:rPr>
            </a:br>
            <a:r>
              <a:rPr lang="en-US" sz="4000" dirty="0">
                <a:latin typeface="Consolas" panose="020B0609020204030204" pitchFamily="49" charset="0"/>
              </a:rPr>
              <a:t>   mystery() 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5455AB7-E327-21FC-2D3A-A845BF0B6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903" y="365125"/>
            <a:ext cx="10943897" cy="1325563"/>
          </a:xfrm>
        </p:spPr>
        <p:txBody>
          <a:bodyPr/>
          <a:lstStyle/>
          <a:p>
            <a:r>
              <a:rPr lang="en-US" dirty="0"/>
              <a:t>What happens when you call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mystery()</a:t>
            </a:r>
            <a:r>
              <a:rPr lang="en-US" dirty="0"/>
              <a:t> 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6BBE9B-DBA1-F233-491F-105328B4355E}"/>
              </a:ext>
            </a:extLst>
          </p:cNvPr>
          <p:cNvSpPr txBox="1"/>
          <p:nvPr/>
        </p:nvSpPr>
        <p:spPr>
          <a:xfrm>
            <a:off x="99929" y="3917170"/>
            <a:ext cx="1634278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Necessary to modify global variable 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CA" dirty="0"/>
              <a:t>.</a:t>
            </a:r>
            <a:endParaRPr lang="en-AU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F3CD08B-266C-207A-EC6E-D22C640828A1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1734207" y="3594538"/>
            <a:ext cx="2417379" cy="7842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756AA1C-A1B4-046A-9DA5-2ECA6B86E464}"/>
              </a:ext>
            </a:extLst>
          </p:cNvPr>
          <p:cNvSpPr txBox="1"/>
          <p:nvPr/>
        </p:nvSpPr>
        <p:spPr>
          <a:xfrm>
            <a:off x="99929" y="1859278"/>
            <a:ext cx="1923312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CA" dirty="0"/>
              <a:t> is a global variable, i.e. it is defined outside of a function.</a:t>
            </a:r>
            <a:endParaRPr lang="en-AU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EE0D6AD-3B77-9122-58F4-AC57CA00F464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2023241" y="2307333"/>
            <a:ext cx="1287226" cy="1521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F86274D-60E1-CC9F-CDC4-4D4C7EDCABAA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1734207" y="4378835"/>
            <a:ext cx="2417379" cy="3297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308FB2C-9501-9655-87BD-CC19900B6C20}"/>
              </a:ext>
            </a:extLst>
          </p:cNvPr>
          <p:cNvSpPr txBox="1"/>
          <p:nvPr/>
        </p:nvSpPr>
        <p:spPr>
          <a:xfrm>
            <a:off x="9581322" y="1506022"/>
            <a:ext cx="1932989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See mystery4.py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2945012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F607A-5BA9-1B07-00B0-D27845CC8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276B5-2210-A25F-4553-D9AFF0B6B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78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8EDE39-CB9A-CFEF-4753-F032B0E24B47}"/>
              </a:ext>
            </a:extLst>
          </p:cNvPr>
          <p:cNvSpPr txBox="1"/>
          <p:nvPr/>
        </p:nvSpPr>
        <p:spPr>
          <a:xfrm>
            <a:off x="2834874" y="2216719"/>
            <a:ext cx="71473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onsolas" panose="020B0609020204030204" pitchFamily="49" charset="0"/>
              </a:rPr>
              <a:t>def mystery(</a:t>
            </a:r>
            <a:r>
              <a:rPr lang="en-US" sz="4000" dirty="0">
                <a:highlight>
                  <a:srgbClr val="FFFF00"/>
                </a:highlight>
                <a:latin typeface="Consolas" panose="020B0609020204030204" pitchFamily="49" charset="0"/>
              </a:rPr>
              <a:t>n</a:t>
            </a:r>
            <a:r>
              <a:rPr lang="en-US" sz="4000" dirty="0">
                <a:latin typeface="Consolas" panose="020B0609020204030204" pitchFamily="49" charset="0"/>
              </a:rPr>
              <a:t>):</a:t>
            </a:r>
          </a:p>
          <a:p>
            <a:r>
              <a:rPr lang="en-US" sz="4000" dirty="0">
                <a:latin typeface="Consolas" panose="020B0609020204030204" pitchFamily="49" charset="0"/>
              </a:rPr>
              <a:t>   print('calling ...')</a:t>
            </a:r>
          </a:p>
          <a:p>
            <a:r>
              <a:rPr lang="en-US" sz="4000" dirty="0">
                <a:latin typeface="Consolas" panose="020B0609020204030204" pitchFamily="49" charset="0"/>
              </a:rPr>
              <a:t>   mystery(</a:t>
            </a:r>
            <a:r>
              <a:rPr lang="en-US" sz="4000" dirty="0">
                <a:highlight>
                  <a:srgbClr val="FFFF00"/>
                </a:highlight>
                <a:latin typeface="Consolas" panose="020B0609020204030204" pitchFamily="49" charset="0"/>
              </a:rPr>
              <a:t>n</a:t>
            </a:r>
            <a:r>
              <a:rPr lang="en-US" sz="40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23B0FAB-685F-F6ED-77CE-7D3A3C89E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903" y="365125"/>
            <a:ext cx="10943897" cy="1325563"/>
          </a:xfrm>
        </p:spPr>
        <p:txBody>
          <a:bodyPr/>
          <a:lstStyle/>
          <a:p>
            <a:r>
              <a:rPr lang="en-US" dirty="0"/>
              <a:t>What happens when you call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mystery(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dirty="0"/>
              <a:t> 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90C17-C42F-4D9A-0985-53080766B77E}"/>
              </a:ext>
            </a:extLst>
          </p:cNvPr>
          <p:cNvSpPr txBox="1"/>
          <p:nvPr/>
        </p:nvSpPr>
        <p:spPr>
          <a:xfrm>
            <a:off x="9581322" y="1506022"/>
            <a:ext cx="1932989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See mystery5.py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9841814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53001-9D25-A237-B326-458E685B8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5BBBB-02C4-9674-BCBD-4DDBFD32F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79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816C85-676E-F8F7-A850-28F72E554F7B}"/>
              </a:ext>
            </a:extLst>
          </p:cNvPr>
          <p:cNvSpPr txBox="1"/>
          <p:nvPr/>
        </p:nvSpPr>
        <p:spPr>
          <a:xfrm>
            <a:off x="2834874" y="2216719"/>
            <a:ext cx="71473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onsolas" panose="020B0609020204030204" pitchFamily="49" charset="0"/>
              </a:rPr>
              <a:t>def mystery(n):</a:t>
            </a:r>
          </a:p>
          <a:p>
            <a:r>
              <a:rPr lang="en-US" sz="4000" dirty="0">
                <a:latin typeface="Consolas" panose="020B0609020204030204" pitchFamily="49" charset="0"/>
              </a:rPr>
              <a:t>   print('calling ...')</a:t>
            </a:r>
          </a:p>
          <a:p>
            <a:r>
              <a:rPr lang="en-US" sz="4000" dirty="0">
                <a:latin typeface="Consolas" panose="020B0609020204030204" pitchFamily="49" charset="0"/>
              </a:rPr>
              <a:t>   mystery(</a:t>
            </a:r>
            <a:r>
              <a:rPr lang="en-US" sz="4000" dirty="0">
                <a:highlight>
                  <a:srgbClr val="FFFF00"/>
                </a:highlight>
                <a:latin typeface="Consolas" panose="020B0609020204030204" pitchFamily="49" charset="0"/>
              </a:rPr>
              <a:t>n + 1</a:t>
            </a:r>
            <a:r>
              <a:rPr lang="en-US" sz="40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262C670-B87D-DE60-C6FE-A8527556B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903" y="365125"/>
            <a:ext cx="10943897" cy="1325563"/>
          </a:xfrm>
        </p:spPr>
        <p:txBody>
          <a:bodyPr/>
          <a:lstStyle/>
          <a:p>
            <a:r>
              <a:rPr lang="en-US" dirty="0"/>
              <a:t>What happens when you call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mystery(1)</a:t>
            </a:r>
            <a:r>
              <a:rPr lang="en-US" dirty="0"/>
              <a:t> 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62E3F8-38CF-C34B-F866-31A58B3D18FA}"/>
              </a:ext>
            </a:extLst>
          </p:cNvPr>
          <p:cNvSpPr txBox="1"/>
          <p:nvPr/>
        </p:nvSpPr>
        <p:spPr>
          <a:xfrm>
            <a:off x="9581322" y="1506022"/>
            <a:ext cx="1932989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See mystery6.py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6467176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431E4-50FA-A3CE-C65C-7F1ACBC24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7065C3-5060-7860-E99F-1E6A70360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80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065CC0-15D2-9187-F9DA-8DDC808AE320}"/>
              </a:ext>
            </a:extLst>
          </p:cNvPr>
          <p:cNvSpPr txBox="1"/>
          <p:nvPr/>
        </p:nvSpPr>
        <p:spPr>
          <a:xfrm>
            <a:off x="2322786" y="2216719"/>
            <a:ext cx="765941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onsolas" panose="020B0609020204030204" pitchFamily="49" charset="0"/>
              </a:rPr>
              <a:t>def mystery(n):</a:t>
            </a:r>
          </a:p>
          <a:p>
            <a:r>
              <a:rPr lang="en-US" sz="4000" dirty="0">
                <a:highlight>
                  <a:srgbClr val="FFFF00"/>
                </a:highlight>
                <a:latin typeface="Consolas" panose="020B0609020204030204" pitchFamily="49" charset="0"/>
              </a:rPr>
              <a:t>   if n &gt; 5:</a:t>
            </a:r>
          </a:p>
          <a:p>
            <a:r>
              <a:rPr lang="en-US" sz="4000" dirty="0">
                <a:highlight>
                  <a:srgbClr val="FFFF00"/>
                </a:highlight>
                <a:latin typeface="Consolas" panose="020B0609020204030204" pitchFamily="49" charset="0"/>
              </a:rPr>
              <a:t>      return</a:t>
            </a:r>
          </a:p>
          <a:p>
            <a:r>
              <a:rPr lang="en-US" sz="4000" dirty="0">
                <a:highlight>
                  <a:srgbClr val="FFFF00"/>
                </a:highlight>
                <a:latin typeface="Consolas" panose="020B0609020204030204" pitchFamily="49" charset="0"/>
              </a:rPr>
              <a:t>   else:</a:t>
            </a:r>
          </a:p>
          <a:p>
            <a:r>
              <a:rPr lang="en-US" sz="4000" dirty="0">
                <a:latin typeface="Consolas" panose="020B0609020204030204" pitchFamily="49" charset="0"/>
              </a:rPr>
              <a:t>      print('calling ...')</a:t>
            </a:r>
          </a:p>
          <a:p>
            <a:r>
              <a:rPr lang="en-US" sz="4000" dirty="0">
                <a:latin typeface="Consolas" panose="020B0609020204030204" pitchFamily="49" charset="0"/>
              </a:rPr>
              <a:t>      mystery(n + 1)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F54F024-004D-5865-85CD-836404391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903" y="365125"/>
            <a:ext cx="10943897" cy="1325563"/>
          </a:xfrm>
        </p:spPr>
        <p:txBody>
          <a:bodyPr/>
          <a:lstStyle/>
          <a:p>
            <a:r>
              <a:rPr lang="en-US" dirty="0"/>
              <a:t>What happens when you call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mystery(1)</a:t>
            </a:r>
            <a:r>
              <a:rPr lang="en-US" dirty="0"/>
              <a:t> 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14128E-C1D7-1711-79EA-12E08B54A658}"/>
              </a:ext>
            </a:extLst>
          </p:cNvPr>
          <p:cNvSpPr txBox="1"/>
          <p:nvPr/>
        </p:nvSpPr>
        <p:spPr>
          <a:xfrm>
            <a:off x="9581322" y="1506022"/>
            <a:ext cx="1932989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See mystery7.py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8263475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B8595-A40B-3F30-FF56-6AE880EE2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8C990-EEF3-79C7-33A6-88872770E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81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E9EBE6-68B9-8B53-3E33-D25691CB26C7}"/>
              </a:ext>
            </a:extLst>
          </p:cNvPr>
          <p:cNvSpPr txBox="1"/>
          <p:nvPr/>
        </p:nvSpPr>
        <p:spPr>
          <a:xfrm>
            <a:off x="2322786" y="2216719"/>
            <a:ext cx="765941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onsolas" panose="020B0609020204030204" pitchFamily="49" charset="0"/>
              </a:rPr>
              <a:t>def mystery(n):</a:t>
            </a:r>
          </a:p>
          <a:p>
            <a:r>
              <a:rPr lang="en-US" sz="4000" dirty="0">
                <a:latin typeface="Consolas" panose="020B0609020204030204" pitchFamily="49" charset="0"/>
              </a:rPr>
              <a:t>   if </a:t>
            </a:r>
            <a:r>
              <a:rPr lang="en-US" sz="4000" dirty="0">
                <a:highlight>
                  <a:srgbClr val="FFFF00"/>
                </a:highlight>
                <a:latin typeface="Consolas" panose="020B0609020204030204" pitchFamily="49" charset="0"/>
              </a:rPr>
              <a:t>n &lt; 1</a:t>
            </a:r>
            <a:r>
              <a:rPr lang="en-US" sz="4000" dirty="0">
                <a:latin typeface="Consolas" panose="020B0609020204030204" pitchFamily="49" charset="0"/>
              </a:rPr>
              <a:t>:</a:t>
            </a:r>
          </a:p>
          <a:p>
            <a:r>
              <a:rPr lang="en-US" sz="4000" dirty="0">
                <a:latin typeface="Consolas" panose="020B0609020204030204" pitchFamily="49" charset="0"/>
              </a:rPr>
              <a:t>      return</a:t>
            </a:r>
          </a:p>
          <a:p>
            <a:r>
              <a:rPr lang="en-US" sz="4000" dirty="0">
                <a:latin typeface="Consolas" panose="020B0609020204030204" pitchFamily="49" charset="0"/>
              </a:rPr>
              <a:t>   else:</a:t>
            </a:r>
          </a:p>
          <a:p>
            <a:r>
              <a:rPr lang="en-US" sz="4000" dirty="0">
                <a:latin typeface="Consolas" panose="020B0609020204030204" pitchFamily="49" charset="0"/>
              </a:rPr>
              <a:t>      print('calling ...')</a:t>
            </a:r>
          </a:p>
          <a:p>
            <a:r>
              <a:rPr lang="en-US" sz="4000" dirty="0">
                <a:latin typeface="Consolas" panose="020B0609020204030204" pitchFamily="49" charset="0"/>
              </a:rPr>
              <a:t>      mystery(</a:t>
            </a:r>
            <a:r>
              <a:rPr lang="en-US" sz="4000" dirty="0">
                <a:highlight>
                  <a:srgbClr val="FFFF00"/>
                </a:highlight>
                <a:latin typeface="Consolas" panose="020B0609020204030204" pitchFamily="49" charset="0"/>
              </a:rPr>
              <a:t>n - 1</a:t>
            </a:r>
            <a:r>
              <a:rPr lang="en-US" sz="40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733F7CC-23AD-F956-CD58-6D47A4F0B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903" y="365125"/>
            <a:ext cx="10943897" cy="1325563"/>
          </a:xfrm>
        </p:spPr>
        <p:txBody>
          <a:bodyPr/>
          <a:lstStyle/>
          <a:p>
            <a:r>
              <a:rPr lang="en-US" dirty="0"/>
              <a:t>What happens when you call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mystery(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dirty="0"/>
              <a:t> 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F52271-3EEF-EBF8-3A72-16E6FEEE1973}"/>
              </a:ext>
            </a:extLst>
          </p:cNvPr>
          <p:cNvSpPr txBox="1"/>
          <p:nvPr/>
        </p:nvSpPr>
        <p:spPr>
          <a:xfrm>
            <a:off x="9581322" y="1506022"/>
            <a:ext cx="1932989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See mystery8.py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165261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B0E2A-BC7A-292F-7265-5BD8CD582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CA1D7A-8D54-793F-948B-3BA550659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82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C4F505-B25D-4D13-EFDD-5302E56CC8C2}"/>
              </a:ext>
            </a:extLst>
          </p:cNvPr>
          <p:cNvSpPr txBox="1"/>
          <p:nvPr/>
        </p:nvSpPr>
        <p:spPr>
          <a:xfrm>
            <a:off x="2322786" y="2216719"/>
            <a:ext cx="765941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onsolas" panose="020B0609020204030204" pitchFamily="49" charset="0"/>
              </a:rPr>
              <a:t>def </a:t>
            </a:r>
            <a:r>
              <a:rPr lang="en-US" sz="4000" dirty="0" err="1">
                <a:highlight>
                  <a:srgbClr val="FFFF00"/>
                </a:highlight>
                <a:latin typeface="Consolas" panose="020B0609020204030204" pitchFamily="49" charset="0"/>
              </a:rPr>
              <a:t>count_down</a:t>
            </a:r>
            <a:r>
              <a:rPr lang="en-US" sz="4000" dirty="0">
                <a:latin typeface="Consolas" panose="020B0609020204030204" pitchFamily="49" charset="0"/>
              </a:rPr>
              <a:t>(n):</a:t>
            </a:r>
          </a:p>
          <a:p>
            <a:r>
              <a:rPr lang="en-US" sz="4000" dirty="0">
                <a:latin typeface="Consolas" panose="020B0609020204030204" pitchFamily="49" charset="0"/>
              </a:rPr>
              <a:t>   if n &lt; 1:</a:t>
            </a:r>
          </a:p>
          <a:p>
            <a:r>
              <a:rPr lang="en-US" sz="4000" dirty="0">
                <a:latin typeface="Consolas" panose="020B0609020204030204" pitchFamily="49" charset="0"/>
              </a:rPr>
              <a:t>      return</a:t>
            </a:r>
          </a:p>
          <a:p>
            <a:r>
              <a:rPr lang="en-US" sz="4000" dirty="0">
                <a:latin typeface="Consolas" panose="020B0609020204030204" pitchFamily="49" charset="0"/>
              </a:rPr>
              <a:t>   else:</a:t>
            </a:r>
          </a:p>
          <a:p>
            <a:r>
              <a:rPr lang="en-US" sz="4000" dirty="0">
                <a:latin typeface="Consolas" panose="020B0609020204030204" pitchFamily="49" charset="0"/>
              </a:rPr>
              <a:t>      </a:t>
            </a:r>
            <a:r>
              <a:rPr lang="en-US" sz="4000" dirty="0">
                <a:highlight>
                  <a:srgbClr val="FFFF00"/>
                </a:highlight>
                <a:latin typeface="Consolas" panose="020B0609020204030204" pitchFamily="49" charset="0"/>
              </a:rPr>
              <a:t>print(n)</a:t>
            </a:r>
          </a:p>
          <a:p>
            <a:r>
              <a:rPr lang="en-US" sz="4000" dirty="0">
                <a:latin typeface="Consolas" panose="020B0609020204030204" pitchFamily="49" charset="0"/>
              </a:rPr>
              <a:t>      </a:t>
            </a:r>
            <a:r>
              <a:rPr lang="en-US" sz="4000" dirty="0" err="1">
                <a:highlight>
                  <a:srgbClr val="FFFF00"/>
                </a:highlight>
                <a:latin typeface="Consolas" panose="020B0609020204030204" pitchFamily="49" charset="0"/>
              </a:rPr>
              <a:t>count_down</a:t>
            </a:r>
            <a:r>
              <a:rPr lang="en-US" sz="4000" dirty="0">
                <a:latin typeface="Consolas" panose="020B0609020204030204" pitchFamily="49" charset="0"/>
              </a:rPr>
              <a:t>(n - 1)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767F971-B002-3B8B-A763-2EECC6CF7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903" y="365125"/>
            <a:ext cx="11225049" cy="1325563"/>
          </a:xfrm>
        </p:spPr>
        <p:txBody>
          <a:bodyPr/>
          <a:lstStyle/>
          <a:p>
            <a:r>
              <a:rPr lang="en-US" dirty="0"/>
              <a:t>What happens when you call </a:t>
            </a:r>
            <a:r>
              <a:rPr lang="en-US" dirty="0" err="1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count_down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(5)</a:t>
            </a:r>
            <a:r>
              <a:rPr lang="en-US" dirty="0"/>
              <a:t> 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9EFAF4-04AD-0CD3-0582-F9BC18B2330E}"/>
              </a:ext>
            </a:extLst>
          </p:cNvPr>
          <p:cNvSpPr txBox="1"/>
          <p:nvPr/>
        </p:nvSpPr>
        <p:spPr>
          <a:xfrm>
            <a:off x="9581322" y="1506022"/>
            <a:ext cx="1932989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See mystery9.py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9280334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EA508-3265-2FB0-96C5-35A357377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2B0E1-224C-3E5D-8E69-61BF3B9B3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83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028120-D2B9-7422-3488-C6E91A49CA58}"/>
              </a:ext>
            </a:extLst>
          </p:cNvPr>
          <p:cNvSpPr txBox="1"/>
          <p:nvPr/>
        </p:nvSpPr>
        <p:spPr>
          <a:xfrm>
            <a:off x="325022" y="1858911"/>
            <a:ext cx="3431969" cy="19389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def </a:t>
            </a:r>
            <a:r>
              <a:rPr lang="en-US" sz="2000" dirty="0" err="1">
                <a:latin typeface="Consolas" panose="020B0609020204030204" pitchFamily="49" charset="0"/>
              </a:rPr>
              <a:t>count_down</a:t>
            </a:r>
            <a:r>
              <a:rPr lang="en-US" sz="2000" dirty="0">
                <a:latin typeface="Consolas" panose="020B0609020204030204" pitchFamily="49" charset="0"/>
              </a:rPr>
              <a:t>(n):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if n &lt; 1: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  return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else: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  print(n)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  </a:t>
            </a:r>
            <a:r>
              <a:rPr lang="en-US" sz="2000" dirty="0" err="1">
                <a:latin typeface="Consolas" panose="020B0609020204030204" pitchFamily="49" charset="0"/>
              </a:rPr>
              <a:t>count_down</a:t>
            </a:r>
            <a:r>
              <a:rPr lang="en-US" sz="2000" dirty="0">
                <a:latin typeface="Consolas" panose="020B0609020204030204" pitchFamily="49" charset="0"/>
              </a:rPr>
              <a:t>(n - 1)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3C8D30D-D87C-EC05-54FF-8FDB96AC3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903" y="365125"/>
            <a:ext cx="11514367" cy="1325563"/>
          </a:xfrm>
        </p:spPr>
        <p:txBody>
          <a:bodyPr/>
          <a:lstStyle/>
          <a:p>
            <a:r>
              <a:rPr lang="en-US" dirty="0"/>
              <a:t>How can you make </a:t>
            </a:r>
            <a:r>
              <a:rPr lang="en-US" dirty="0" err="1">
                <a:highlight>
                  <a:srgbClr val="FFFF00"/>
                </a:highlight>
              </a:rPr>
              <a:t>count_up</a:t>
            </a:r>
            <a:r>
              <a:rPr lang="en-US" dirty="0">
                <a:highlight>
                  <a:srgbClr val="FFFF00"/>
                </a:highlight>
              </a:rPr>
              <a:t>(n)</a:t>
            </a:r>
            <a:r>
              <a:rPr lang="en-US" dirty="0"/>
              <a:t> print 1, 2, 3, …, n 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EDE6F9-734C-AE48-662E-01E703AA84D4}"/>
              </a:ext>
            </a:extLst>
          </p:cNvPr>
          <p:cNvSpPr txBox="1"/>
          <p:nvPr/>
        </p:nvSpPr>
        <p:spPr>
          <a:xfrm>
            <a:off x="5088834" y="1690688"/>
            <a:ext cx="46987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def </a:t>
            </a:r>
            <a:r>
              <a:rPr lang="en-US" sz="4000" dirty="0" err="1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count_up</a:t>
            </a:r>
            <a:r>
              <a:rPr lang="en-US" sz="4000" dirty="0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(n):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421CE8-00F2-A98A-7A18-663B87C45CC6}"/>
              </a:ext>
            </a:extLst>
          </p:cNvPr>
          <p:cNvSpPr txBox="1"/>
          <p:nvPr/>
        </p:nvSpPr>
        <p:spPr>
          <a:xfrm>
            <a:off x="9991281" y="1405468"/>
            <a:ext cx="1932989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See mystery10.py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414458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C2D44-D06C-60C4-AFA3-C777C094D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5A619-B04A-2A3D-3AD7-AF1975CCD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Recursive</a:t>
            </a:r>
            <a:br>
              <a:rPr lang="en-CA"/>
            </a:br>
            <a:r>
              <a:rPr lang="en-CA"/>
              <a:t>Functions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C89D4-A6C9-5B34-326B-FC10DE40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84</a:t>
            </a:fld>
            <a:endParaRPr lang="en-A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021E92-B8E6-202F-2562-38750FA79F9D}"/>
              </a:ext>
            </a:extLst>
          </p:cNvPr>
          <p:cNvSpPr txBox="1"/>
          <p:nvPr/>
        </p:nvSpPr>
        <p:spPr>
          <a:xfrm>
            <a:off x="591776" y="2828835"/>
            <a:ext cx="2572530" cy="203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When a function is called in Python, it is put on the </a:t>
            </a:r>
            <a:r>
              <a:rPr lang="en-CA" b="1"/>
              <a:t>call stack</a:t>
            </a:r>
            <a:r>
              <a:rPr lang="en-CA"/>
              <a:t>. The first function called is at the </a:t>
            </a:r>
            <a:r>
              <a:rPr lang="en-CA" b="1"/>
              <a:t>bottom</a:t>
            </a:r>
            <a:r>
              <a:rPr lang="en-CA"/>
              <a:t>, the most recent function called is at the </a:t>
            </a:r>
            <a:r>
              <a:rPr lang="en-CA" b="1"/>
              <a:t>top</a:t>
            </a:r>
            <a:r>
              <a:rPr lang="en-CA"/>
              <a:t>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FCD07D-4548-130E-208C-0E5F8A273FD6}"/>
              </a:ext>
            </a:extLst>
          </p:cNvPr>
          <p:cNvCxnSpPr/>
          <p:nvPr/>
        </p:nvCxnSpPr>
        <p:spPr>
          <a:xfrm>
            <a:off x="3765885" y="6124074"/>
            <a:ext cx="51735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509CB10-2D41-280D-9E39-42E445552EB1}"/>
              </a:ext>
            </a:extLst>
          </p:cNvPr>
          <p:cNvSpPr txBox="1"/>
          <p:nvPr/>
        </p:nvSpPr>
        <p:spPr>
          <a:xfrm>
            <a:off x="5142486" y="6240838"/>
            <a:ext cx="2106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Call Stack (bottom)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D200C70-5A34-FE76-B53F-832CD6E9498C}"/>
              </a:ext>
            </a:extLst>
          </p:cNvPr>
          <p:cNvSpPr txBox="1"/>
          <p:nvPr/>
        </p:nvSpPr>
        <p:spPr>
          <a:xfrm>
            <a:off x="4720613" y="3244332"/>
            <a:ext cx="257253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We start out with an </a:t>
            </a:r>
            <a:r>
              <a:rPr lang="en-CA" b="1"/>
              <a:t>empty stack</a:t>
            </a:r>
            <a:r>
              <a:rPr lang="en-CA"/>
              <a:t>, since no functions have been called yet …</a:t>
            </a:r>
          </a:p>
        </p:txBody>
      </p:sp>
    </p:spTree>
    <p:extLst>
      <p:ext uri="{BB962C8B-B14F-4D97-AF65-F5344CB8AC3E}">
        <p14:creationId xmlns:p14="http://schemas.microsoft.com/office/powerpoint/2010/main" val="101643976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C2D44-D06C-60C4-AFA3-C777C094D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5A619-B04A-2A3D-3AD7-AF1975CCD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Recursive</a:t>
            </a:r>
            <a:br>
              <a:rPr lang="en-CA"/>
            </a:br>
            <a:r>
              <a:rPr lang="en-CA"/>
              <a:t>Functions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C89D4-A6C9-5B34-326B-FC10DE40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85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FAC789-B47F-0874-97F0-A56C15B4EA61}"/>
              </a:ext>
            </a:extLst>
          </p:cNvPr>
          <p:cNvSpPr txBox="1"/>
          <p:nvPr/>
        </p:nvSpPr>
        <p:spPr>
          <a:xfrm>
            <a:off x="4361225" y="4188451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021E92-B8E6-202F-2562-38750FA79F9D}"/>
              </a:ext>
            </a:extLst>
          </p:cNvPr>
          <p:cNvSpPr txBox="1"/>
          <p:nvPr/>
        </p:nvSpPr>
        <p:spPr>
          <a:xfrm>
            <a:off x="1193355" y="4465449"/>
            <a:ext cx="257253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First </a:t>
            </a:r>
            <a:r>
              <a:rPr lang="en-CA">
                <a:latin typeface="Consolas" panose="020B0609020204030204" pitchFamily="49" charset="0"/>
              </a:rPr>
              <a:t>countdown(2)</a:t>
            </a:r>
            <a:r>
              <a:rPr lang="en-CA"/>
              <a:t> is called. It’s at the bottom of the </a:t>
            </a:r>
            <a:r>
              <a:rPr lang="en-CA" b="1"/>
              <a:t>call stack</a:t>
            </a:r>
            <a:r>
              <a:rPr lang="en-CA"/>
              <a:t>. n=2 throughout the function.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FCD07D-4548-130E-208C-0E5F8A273FD6}"/>
              </a:ext>
            </a:extLst>
          </p:cNvPr>
          <p:cNvCxnSpPr/>
          <p:nvPr/>
        </p:nvCxnSpPr>
        <p:spPr>
          <a:xfrm>
            <a:off x="3765885" y="6124074"/>
            <a:ext cx="51735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509CB10-2D41-280D-9E39-42E445552EB1}"/>
              </a:ext>
            </a:extLst>
          </p:cNvPr>
          <p:cNvSpPr txBox="1"/>
          <p:nvPr/>
        </p:nvSpPr>
        <p:spPr>
          <a:xfrm>
            <a:off x="5142486" y="6240838"/>
            <a:ext cx="2106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Call Stack (bottom)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9F1C00-EC7D-6215-F8E3-CF398F11A5A4}"/>
              </a:ext>
            </a:extLst>
          </p:cNvPr>
          <p:cNvSpPr txBox="1"/>
          <p:nvPr/>
        </p:nvSpPr>
        <p:spPr>
          <a:xfrm>
            <a:off x="8549106" y="4071646"/>
            <a:ext cx="257253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>
                <a:latin typeface="Consolas" panose="020B0609020204030204" pitchFamily="49" charset="0"/>
              </a:rPr>
              <a:t>2 &lt;= 0</a:t>
            </a:r>
            <a:r>
              <a:rPr lang="en-CA"/>
              <a:t> is </a:t>
            </a:r>
            <a:r>
              <a:rPr lang="en-CA">
                <a:latin typeface="Consolas" panose="020B0609020204030204" pitchFamily="49" charset="0"/>
              </a:rPr>
              <a:t>False</a:t>
            </a:r>
            <a:r>
              <a:rPr lang="en-CA"/>
              <a:t>, so we skip to the </a:t>
            </a:r>
            <a:r>
              <a:rPr lang="en-CA">
                <a:latin typeface="Consolas" panose="020B0609020204030204" pitchFamily="49" charset="0"/>
              </a:rPr>
              <a:t>else</a:t>
            </a:r>
            <a:r>
              <a:rPr lang="en-CA"/>
              <a:t> part.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5192003-AAF2-327A-6F94-8E26723E4AC4}"/>
              </a:ext>
            </a:extLst>
          </p:cNvPr>
          <p:cNvCxnSpPr/>
          <p:nvPr/>
        </p:nvCxnSpPr>
        <p:spPr>
          <a:xfrm flipH="1">
            <a:off x="6195595" y="4420454"/>
            <a:ext cx="2292684" cy="2070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074359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C2D44-D06C-60C4-AFA3-C777C094D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5A619-B04A-2A3D-3AD7-AF1975CCD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Recursive</a:t>
            </a:r>
            <a:br>
              <a:rPr lang="en-CA"/>
            </a:br>
            <a:r>
              <a:rPr lang="en-CA"/>
              <a:t>Functions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C89D4-A6C9-5B34-326B-FC10DE40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86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FAC789-B47F-0874-97F0-A56C15B4EA61}"/>
              </a:ext>
            </a:extLst>
          </p:cNvPr>
          <p:cNvSpPr txBox="1"/>
          <p:nvPr/>
        </p:nvSpPr>
        <p:spPr>
          <a:xfrm>
            <a:off x="4361225" y="4188451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021E92-B8E6-202F-2562-38750FA79F9D}"/>
              </a:ext>
            </a:extLst>
          </p:cNvPr>
          <p:cNvSpPr txBox="1"/>
          <p:nvPr/>
        </p:nvSpPr>
        <p:spPr>
          <a:xfrm>
            <a:off x="1193355" y="4465449"/>
            <a:ext cx="257253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First </a:t>
            </a:r>
            <a:r>
              <a:rPr lang="en-CA">
                <a:latin typeface="Consolas" panose="020B0609020204030204" pitchFamily="49" charset="0"/>
              </a:rPr>
              <a:t>countdown(2)</a:t>
            </a:r>
            <a:r>
              <a:rPr lang="en-CA"/>
              <a:t> is called. It’s at the bottom of the </a:t>
            </a:r>
            <a:r>
              <a:rPr lang="en-CA" b="1"/>
              <a:t>call stack</a:t>
            </a:r>
            <a:r>
              <a:rPr lang="en-CA"/>
              <a:t>. n=2 throughout the function.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FCD07D-4548-130E-208C-0E5F8A273FD6}"/>
              </a:ext>
            </a:extLst>
          </p:cNvPr>
          <p:cNvCxnSpPr/>
          <p:nvPr/>
        </p:nvCxnSpPr>
        <p:spPr>
          <a:xfrm>
            <a:off x="3765885" y="6124074"/>
            <a:ext cx="51735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509CB10-2D41-280D-9E39-42E445552EB1}"/>
              </a:ext>
            </a:extLst>
          </p:cNvPr>
          <p:cNvSpPr txBox="1"/>
          <p:nvPr/>
        </p:nvSpPr>
        <p:spPr>
          <a:xfrm>
            <a:off x="5142486" y="6240838"/>
            <a:ext cx="2106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Call Stack (bottom)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9F1C00-EC7D-6215-F8E3-CF398F11A5A4}"/>
              </a:ext>
            </a:extLst>
          </p:cNvPr>
          <p:cNvSpPr txBox="1"/>
          <p:nvPr/>
        </p:nvSpPr>
        <p:spPr>
          <a:xfrm>
            <a:off x="8549106" y="4071646"/>
            <a:ext cx="257253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>
                <a:latin typeface="Consolas" panose="020B0609020204030204" pitchFamily="49" charset="0"/>
              </a:rPr>
              <a:t>2 &lt;= 0</a:t>
            </a:r>
            <a:r>
              <a:rPr lang="en-CA"/>
              <a:t> is </a:t>
            </a:r>
            <a:r>
              <a:rPr lang="en-CA">
                <a:latin typeface="Consolas" panose="020B0609020204030204" pitchFamily="49" charset="0"/>
              </a:rPr>
              <a:t>False</a:t>
            </a:r>
            <a:r>
              <a:rPr lang="en-CA"/>
              <a:t>, so we skip to the </a:t>
            </a:r>
            <a:r>
              <a:rPr lang="en-CA">
                <a:latin typeface="Consolas" panose="020B0609020204030204" pitchFamily="49" charset="0"/>
              </a:rPr>
              <a:t>else</a:t>
            </a:r>
            <a:r>
              <a:rPr lang="en-CA"/>
              <a:t> part.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5192003-AAF2-327A-6F94-8E26723E4AC4}"/>
              </a:ext>
            </a:extLst>
          </p:cNvPr>
          <p:cNvCxnSpPr/>
          <p:nvPr/>
        </p:nvCxnSpPr>
        <p:spPr>
          <a:xfrm flipH="1">
            <a:off x="6195595" y="4420454"/>
            <a:ext cx="2292684" cy="2070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4B87278-A3CE-86FE-9127-67D575922C31}"/>
              </a:ext>
            </a:extLst>
          </p:cNvPr>
          <p:cNvSpPr txBox="1"/>
          <p:nvPr/>
        </p:nvSpPr>
        <p:spPr>
          <a:xfrm>
            <a:off x="8549106" y="4901112"/>
            <a:ext cx="2572530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2 is printed right here.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483D6BB-D7E1-3405-517D-0076EA0A25B3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6515100" y="5085778"/>
            <a:ext cx="2034006" cy="3659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451481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C2D44-D06C-60C4-AFA3-C777C094D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5A619-B04A-2A3D-3AD7-AF1975CCD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Recursive</a:t>
            </a:r>
            <a:br>
              <a:rPr lang="en-CA"/>
            </a:br>
            <a:r>
              <a:rPr lang="en-CA"/>
              <a:t>Functions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C89D4-A6C9-5B34-326B-FC10DE40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87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FAC789-B47F-0874-97F0-A56C15B4EA61}"/>
              </a:ext>
            </a:extLst>
          </p:cNvPr>
          <p:cNvSpPr txBox="1"/>
          <p:nvPr/>
        </p:nvSpPr>
        <p:spPr>
          <a:xfrm>
            <a:off x="4361225" y="4188451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021E92-B8E6-202F-2562-38750FA79F9D}"/>
              </a:ext>
            </a:extLst>
          </p:cNvPr>
          <p:cNvSpPr txBox="1"/>
          <p:nvPr/>
        </p:nvSpPr>
        <p:spPr>
          <a:xfrm>
            <a:off x="1193355" y="4465449"/>
            <a:ext cx="257253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First </a:t>
            </a:r>
            <a:r>
              <a:rPr lang="en-CA">
                <a:latin typeface="Consolas" panose="020B0609020204030204" pitchFamily="49" charset="0"/>
              </a:rPr>
              <a:t>countdown(2)</a:t>
            </a:r>
            <a:r>
              <a:rPr lang="en-CA"/>
              <a:t> is called. It’s at the bottom of the </a:t>
            </a:r>
            <a:r>
              <a:rPr lang="en-CA" b="1"/>
              <a:t>call stack</a:t>
            </a:r>
            <a:r>
              <a:rPr lang="en-CA"/>
              <a:t>. n=2 throughout the function.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FCD07D-4548-130E-208C-0E5F8A273FD6}"/>
              </a:ext>
            </a:extLst>
          </p:cNvPr>
          <p:cNvCxnSpPr/>
          <p:nvPr/>
        </p:nvCxnSpPr>
        <p:spPr>
          <a:xfrm>
            <a:off x="3765885" y="6124074"/>
            <a:ext cx="51735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509CB10-2D41-280D-9E39-42E445552EB1}"/>
              </a:ext>
            </a:extLst>
          </p:cNvPr>
          <p:cNvSpPr txBox="1"/>
          <p:nvPr/>
        </p:nvSpPr>
        <p:spPr>
          <a:xfrm>
            <a:off x="5142486" y="6240838"/>
            <a:ext cx="2106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Call Stack (bottom)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9F1C00-EC7D-6215-F8E3-CF398F11A5A4}"/>
              </a:ext>
            </a:extLst>
          </p:cNvPr>
          <p:cNvSpPr txBox="1"/>
          <p:nvPr/>
        </p:nvSpPr>
        <p:spPr>
          <a:xfrm>
            <a:off x="8549106" y="4071646"/>
            <a:ext cx="257253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>
                <a:latin typeface="Consolas" panose="020B0609020204030204" pitchFamily="49" charset="0"/>
              </a:rPr>
              <a:t>2 &lt;= 0</a:t>
            </a:r>
            <a:r>
              <a:rPr lang="en-CA"/>
              <a:t> is </a:t>
            </a:r>
            <a:r>
              <a:rPr lang="en-CA">
                <a:latin typeface="Consolas" panose="020B0609020204030204" pitchFamily="49" charset="0"/>
              </a:rPr>
              <a:t>False</a:t>
            </a:r>
            <a:r>
              <a:rPr lang="en-CA"/>
              <a:t>, so we skip to the </a:t>
            </a:r>
            <a:r>
              <a:rPr lang="en-CA">
                <a:latin typeface="Consolas" panose="020B0609020204030204" pitchFamily="49" charset="0"/>
              </a:rPr>
              <a:t>else</a:t>
            </a:r>
            <a:r>
              <a:rPr lang="en-CA"/>
              <a:t> part.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5192003-AAF2-327A-6F94-8E26723E4AC4}"/>
              </a:ext>
            </a:extLst>
          </p:cNvPr>
          <p:cNvCxnSpPr/>
          <p:nvPr/>
        </p:nvCxnSpPr>
        <p:spPr>
          <a:xfrm flipH="1">
            <a:off x="6195595" y="4420454"/>
            <a:ext cx="2292684" cy="2070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4B87278-A3CE-86FE-9127-67D575922C31}"/>
              </a:ext>
            </a:extLst>
          </p:cNvPr>
          <p:cNvSpPr txBox="1"/>
          <p:nvPr/>
        </p:nvSpPr>
        <p:spPr>
          <a:xfrm>
            <a:off x="8549106" y="4901112"/>
            <a:ext cx="2572530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2 is printed right here.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483D6BB-D7E1-3405-517D-0076EA0A25B3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6515100" y="5085778"/>
            <a:ext cx="2034006" cy="3659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B1FA9CC-CCA1-EFA3-EC01-790658FFA85A}"/>
              </a:ext>
            </a:extLst>
          </p:cNvPr>
          <p:cNvSpPr txBox="1"/>
          <p:nvPr/>
        </p:nvSpPr>
        <p:spPr>
          <a:xfrm>
            <a:off x="8549106" y="5451741"/>
            <a:ext cx="257253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Now </a:t>
            </a:r>
            <a:r>
              <a:rPr lang="en-CA">
                <a:latin typeface="Consolas" panose="020B0609020204030204" pitchFamily="49" charset="0"/>
              </a:rPr>
              <a:t>countdown(1)</a:t>
            </a:r>
            <a:r>
              <a:rPr lang="en-CA"/>
              <a:t> is called.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AF8F522-F8F8-E800-E3FC-86DB8E01ADC5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7248704" y="5749802"/>
            <a:ext cx="1300402" cy="251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854188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C2D44-D06C-60C4-AFA3-C777C094D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5A619-B04A-2A3D-3AD7-AF1975CCD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Recursive</a:t>
            </a:r>
            <a:br>
              <a:rPr lang="en-CA"/>
            </a:br>
            <a:r>
              <a:rPr lang="en-CA"/>
              <a:t>Functions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C89D4-A6C9-5B34-326B-FC10DE40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88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FAC789-B47F-0874-97F0-A56C15B4EA61}"/>
              </a:ext>
            </a:extLst>
          </p:cNvPr>
          <p:cNvSpPr txBox="1"/>
          <p:nvPr/>
        </p:nvSpPr>
        <p:spPr>
          <a:xfrm>
            <a:off x="4361225" y="4188451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021E92-B8E6-202F-2562-38750FA79F9D}"/>
              </a:ext>
            </a:extLst>
          </p:cNvPr>
          <p:cNvSpPr txBox="1"/>
          <p:nvPr/>
        </p:nvSpPr>
        <p:spPr>
          <a:xfrm>
            <a:off x="964754" y="2203457"/>
            <a:ext cx="2861287" cy="23083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>
                <a:latin typeface="Consolas" panose="020B0609020204030204" pitchFamily="49" charset="0"/>
              </a:rPr>
              <a:t>countdown(1)</a:t>
            </a:r>
            <a:r>
              <a:rPr lang="en-CA"/>
              <a:t> is called next. It is put on top of the call to </a:t>
            </a:r>
            <a:r>
              <a:rPr lang="en-CA">
                <a:latin typeface="Consolas" panose="020B0609020204030204" pitchFamily="49" charset="0"/>
              </a:rPr>
              <a:t>countdown(2)</a:t>
            </a:r>
            <a:r>
              <a:rPr lang="en-CA"/>
              <a:t>. </a:t>
            </a:r>
            <a:r>
              <a:rPr lang="en-CA">
                <a:latin typeface="Consolas" panose="020B0609020204030204" pitchFamily="49" charset="0"/>
              </a:rPr>
              <a:t>countdown(2)</a:t>
            </a:r>
            <a:r>
              <a:rPr lang="en-CA"/>
              <a:t> has not finished yet, and it sits at the bottom of the stack waiting for </a:t>
            </a:r>
            <a:r>
              <a:rPr lang="en-CA">
                <a:latin typeface="Consolas" panose="020B0609020204030204" pitchFamily="49" charset="0"/>
              </a:rPr>
              <a:t>countdown(1)</a:t>
            </a:r>
            <a:r>
              <a:rPr lang="en-CA"/>
              <a:t> to finish.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BBCB83-77B4-F37D-8FF7-FC6F901D208A}"/>
              </a:ext>
            </a:extLst>
          </p:cNvPr>
          <p:cNvSpPr txBox="1"/>
          <p:nvPr/>
        </p:nvSpPr>
        <p:spPr>
          <a:xfrm>
            <a:off x="4361225" y="2136064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FCD07D-4548-130E-208C-0E5F8A273FD6}"/>
              </a:ext>
            </a:extLst>
          </p:cNvPr>
          <p:cNvCxnSpPr/>
          <p:nvPr/>
        </p:nvCxnSpPr>
        <p:spPr>
          <a:xfrm>
            <a:off x="3765885" y="6124074"/>
            <a:ext cx="51735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509CB10-2D41-280D-9E39-42E445552EB1}"/>
              </a:ext>
            </a:extLst>
          </p:cNvPr>
          <p:cNvSpPr txBox="1"/>
          <p:nvPr/>
        </p:nvSpPr>
        <p:spPr>
          <a:xfrm>
            <a:off x="5142486" y="6240838"/>
            <a:ext cx="2106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Call Stack (bottom)</a:t>
            </a:r>
          </a:p>
        </p:txBody>
      </p:sp>
    </p:spTree>
    <p:extLst>
      <p:ext uri="{BB962C8B-B14F-4D97-AF65-F5344CB8AC3E}">
        <p14:creationId xmlns:p14="http://schemas.microsoft.com/office/powerpoint/2010/main" val="69297519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C2D44-D06C-60C4-AFA3-C777C094D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5A619-B04A-2A3D-3AD7-AF1975CCD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Recursive</a:t>
            </a:r>
            <a:br>
              <a:rPr lang="en-CA"/>
            </a:br>
            <a:r>
              <a:rPr lang="en-CA"/>
              <a:t>Functions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C89D4-A6C9-5B34-326B-FC10DE40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89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FAC789-B47F-0874-97F0-A56C15B4EA61}"/>
              </a:ext>
            </a:extLst>
          </p:cNvPr>
          <p:cNvSpPr txBox="1"/>
          <p:nvPr/>
        </p:nvSpPr>
        <p:spPr>
          <a:xfrm>
            <a:off x="4361225" y="4188451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021E92-B8E6-202F-2562-38750FA79F9D}"/>
              </a:ext>
            </a:extLst>
          </p:cNvPr>
          <p:cNvSpPr txBox="1"/>
          <p:nvPr/>
        </p:nvSpPr>
        <p:spPr>
          <a:xfrm>
            <a:off x="964754" y="2203457"/>
            <a:ext cx="2861287" cy="23083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>
                <a:latin typeface="Consolas" panose="020B0609020204030204" pitchFamily="49" charset="0"/>
              </a:rPr>
              <a:t>countdown(1)</a:t>
            </a:r>
            <a:r>
              <a:rPr lang="en-CA"/>
              <a:t> is called next. It is put on top of the call to </a:t>
            </a:r>
            <a:r>
              <a:rPr lang="en-CA">
                <a:latin typeface="Consolas" panose="020B0609020204030204" pitchFamily="49" charset="0"/>
              </a:rPr>
              <a:t>countdown(2)</a:t>
            </a:r>
            <a:r>
              <a:rPr lang="en-CA"/>
              <a:t>. </a:t>
            </a:r>
            <a:r>
              <a:rPr lang="en-CA">
                <a:latin typeface="Consolas" panose="020B0609020204030204" pitchFamily="49" charset="0"/>
              </a:rPr>
              <a:t>countdown(2)</a:t>
            </a:r>
            <a:r>
              <a:rPr lang="en-CA"/>
              <a:t> has not finished yet, and it sits at the bottom of the stack waiting for </a:t>
            </a:r>
            <a:r>
              <a:rPr lang="en-CA">
                <a:latin typeface="Consolas" panose="020B0609020204030204" pitchFamily="49" charset="0"/>
              </a:rPr>
              <a:t>countdown(1)</a:t>
            </a:r>
            <a:r>
              <a:rPr lang="en-CA"/>
              <a:t> to finish.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BBCB83-77B4-F37D-8FF7-FC6F901D208A}"/>
              </a:ext>
            </a:extLst>
          </p:cNvPr>
          <p:cNvSpPr txBox="1"/>
          <p:nvPr/>
        </p:nvSpPr>
        <p:spPr>
          <a:xfrm>
            <a:off x="4361225" y="2136064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FCD07D-4548-130E-208C-0E5F8A273FD6}"/>
              </a:ext>
            </a:extLst>
          </p:cNvPr>
          <p:cNvCxnSpPr/>
          <p:nvPr/>
        </p:nvCxnSpPr>
        <p:spPr>
          <a:xfrm>
            <a:off x="3765885" y="6124074"/>
            <a:ext cx="51735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509CB10-2D41-280D-9E39-42E445552EB1}"/>
              </a:ext>
            </a:extLst>
          </p:cNvPr>
          <p:cNvSpPr txBox="1"/>
          <p:nvPr/>
        </p:nvSpPr>
        <p:spPr>
          <a:xfrm>
            <a:off x="5142486" y="6240838"/>
            <a:ext cx="2106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Call Stack (bottom)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36F625-F82D-C7BB-6848-C039F7283A9B}"/>
              </a:ext>
            </a:extLst>
          </p:cNvPr>
          <p:cNvSpPr txBox="1"/>
          <p:nvPr/>
        </p:nvSpPr>
        <p:spPr>
          <a:xfrm>
            <a:off x="8610600" y="2852684"/>
            <a:ext cx="2572530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1 is printed right here.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5B05932-DF0D-C296-794C-3BE219D0F910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6576594" y="3037350"/>
            <a:ext cx="2034006" cy="3659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AA7E1D1-A5CA-B6BE-5F84-244164327863}"/>
              </a:ext>
            </a:extLst>
          </p:cNvPr>
          <p:cNvSpPr txBox="1"/>
          <p:nvPr/>
        </p:nvSpPr>
        <p:spPr>
          <a:xfrm>
            <a:off x="8610600" y="2023218"/>
            <a:ext cx="257253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>
                <a:latin typeface="Consolas" panose="020B0609020204030204" pitchFamily="49" charset="0"/>
              </a:rPr>
              <a:t>1 &lt;= 0</a:t>
            </a:r>
            <a:r>
              <a:rPr lang="en-CA"/>
              <a:t> is </a:t>
            </a:r>
            <a:r>
              <a:rPr lang="en-CA">
                <a:latin typeface="Consolas" panose="020B0609020204030204" pitchFamily="49" charset="0"/>
              </a:rPr>
              <a:t>False</a:t>
            </a:r>
            <a:r>
              <a:rPr lang="en-CA"/>
              <a:t>, so we skip to the </a:t>
            </a:r>
            <a:r>
              <a:rPr lang="en-CA">
                <a:latin typeface="Consolas" panose="020B0609020204030204" pitchFamily="49" charset="0"/>
              </a:rPr>
              <a:t>else</a:t>
            </a:r>
            <a:r>
              <a:rPr lang="en-CA"/>
              <a:t> part.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AA8D236-5F59-8A40-56A7-6BFC9C0EBDB9}"/>
              </a:ext>
            </a:extLst>
          </p:cNvPr>
          <p:cNvCxnSpPr/>
          <p:nvPr/>
        </p:nvCxnSpPr>
        <p:spPr>
          <a:xfrm flipH="1">
            <a:off x="6257089" y="2372026"/>
            <a:ext cx="2292684" cy="2070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2123732-6B0A-903B-2EEB-8A5564E48511}"/>
              </a:ext>
            </a:extLst>
          </p:cNvPr>
          <p:cNvSpPr txBox="1"/>
          <p:nvPr/>
        </p:nvSpPr>
        <p:spPr>
          <a:xfrm>
            <a:off x="8610600" y="3403313"/>
            <a:ext cx="257253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Now </a:t>
            </a:r>
            <a:r>
              <a:rPr lang="en-CA">
                <a:latin typeface="Consolas" panose="020B0609020204030204" pitchFamily="49" charset="0"/>
              </a:rPr>
              <a:t>countdown(0)</a:t>
            </a:r>
            <a:r>
              <a:rPr lang="en-CA"/>
              <a:t> is called.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2BAAF64-53B3-AABB-6C55-7809EAE01CBA}"/>
              </a:ext>
            </a:extLst>
          </p:cNvPr>
          <p:cNvCxnSpPr>
            <a:cxnSpLocks/>
            <a:stCxn id="24" idx="1"/>
          </p:cNvCxnSpPr>
          <p:nvPr/>
        </p:nvCxnSpPr>
        <p:spPr>
          <a:xfrm flipH="1" flipV="1">
            <a:off x="7310198" y="3701374"/>
            <a:ext cx="1300402" cy="251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000143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C2D44-D06C-60C4-AFA3-C777C094D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5A619-B04A-2A3D-3AD7-AF1975CCD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Recursive</a:t>
            </a:r>
            <a:br>
              <a:rPr lang="en-CA"/>
            </a:br>
            <a:r>
              <a:rPr lang="en-CA"/>
              <a:t>Functions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C89D4-A6C9-5B34-326B-FC10DE40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90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FAC789-B47F-0874-97F0-A56C15B4EA61}"/>
              </a:ext>
            </a:extLst>
          </p:cNvPr>
          <p:cNvSpPr txBox="1"/>
          <p:nvPr/>
        </p:nvSpPr>
        <p:spPr>
          <a:xfrm>
            <a:off x="4361225" y="4188451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BBCB83-77B4-F37D-8FF7-FC6F901D208A}"/>
              </a:ext>
            </a:extLst>
          </p:cNvPr>
          <p:cNvSpPr txBox="1"/>
          <p:nvPr/>
        </p:nvSpPr>
        <p:spPr>
          <a:xfrm>
            <a:off x="4361225" y="2136064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20BAE8-98A1-C7CC-2B06-0CF3C3FCF333}"/>
              </a:ext>
            </a:extLst>
          </p:cNvPr>
          <p:cNvSpPr txBox="1"/>
          <p:nvPr/>
        </p:nvSpPr>
        <p:spPr>
          <a:xfrm>
            <a:off x="4361225" y="83678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FCD07D-4548-130E-208C-0E5F8A273FD6}"/>
              </a:ext>
            </a:extLst>
          </p:cNvPr>
          <p:cNvCxnSpPr/>
          <p:nvPr/>
        </p:nvCxnSpPr>
        <p:spPr>
          <a:xfrm>
            <a:off x="3765885" y="6124074"/>
            <a:ext cx="51735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509CB10-2D41-280D-9E39-42E445552EB1}"/>
              </a:ext>
            </a:extLst>
          </p:cNvPr>
          <p:cNvSpPr txBox="1"/>
          <p:nvPr/>
        </p:nvSpPr>
        <p:spPr>
          <a:xfrm>
            <a:off x="5142486" y="6240838"/>
            <a:ext cx="2106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Call Stack (bottom)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867197-BE7C-150D-9213-A415DE26E77B}"/>
              </a:ext>
            </a:extLst>
          </p:cNvPr>
          <p:cNvSpPr txBox="1"/>
          <p:nvPr/>
        </p:nvSpPr>
        <p:spPr>
          <a:xfrm>
            <a:off x="964754" y="2203457"/>
            <a:ext cx="2861287" cy="203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>
                <a:latin typeface="Consolas" panose="020B0609020204030204" pitchFamily="49" charset="0"/>
              </a:rPr>
              <a:t>countdown(0)</a:t>
            </a:r>
            <a:r>
              <a:rPr lang="en-CA"/>
              <a:t> is called next. It is put on top of the call to </a:t>
            </a:r>
            <a:r>
              <a:rPr lang="en-CA">
                <a:latin typeface="Consolas" panose="020B0609020204030204" pitchFamily="49" charset="0"/>
              </a:rPr>
              <a:t>countdown(1)</a:t>
            </a:r>
            <a:r>
              <a:rPr lang="en-CA"/>
              <a:t>. </a:t>
            </a:r>
            <a:r>
              <a:rPr lang="en-CA">
                <a:latin typeface="Consolas" panose="020B0609020204030204" pitchFamily="49" charset="0"/>
              </a:rPr>
              <a:t>countdown(1)</a:t>
            </a:r>
            <a:r>
              <a:rPr lang="en-CA"/>
              <a:t> and </a:t>
            </a:r>
            <a:r>
              <a:rPr lang="en-CA">
                <a:latin typeface="Consolas" panose="020B0609020204030204" pitchFamily="49" charset="0"/>
              </a:rPr>
              <a:t>countdown(2)</a:t>
            </a:r>
            <a:r>
              <a:rPr lang="en-CA"/>
              <a:t> sit on the stack waiting for </a:t>
            </a:r>
            <a:r>
              <a:rPr lang="en-CA">
                <a:latin typeface="Consolas" panose="020B0609020204030204" pitchFamily="49" charset="0"/>
              </a:rPr>
              <a:t>countdown(0)</a:t>
            </a:r>
            <a:r>
              <a:rPr lang="en-CA"/>
              <a:t> to finish.</a:t>
            </a:r>
          </a:p>
        </p:txBody>
      </p:sp>
    </p:spTree>
    <p:extLst>
      <p:ext uri="{BB962C8B-B14F-4D97-AF65-F5344CB8AC3E}">
        <p14:creationId xmlns:p14="http://schemas.microsoft.com/office/powerpoint/2010/main" val="71056439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C2D44-D06C-60C4-AFA3-C777C094D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5A619-B04A-2A3D-3AD7-AF1975CCD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Recursive</a:t>
            </a:r>
            <a:br>
              <a:rPr lang="en-CA"/>
            </a:br>
            <a:r>
              <a:rPr lang="en-CA"/>
              <a:t>Functions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C89D4-A6C9-5B34-326B-FC10DE40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91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FAC789-B47F-0874-97F0-A56C15B4EA61}"/>
              </a:ext>
            </a:extLst>
          </p:cNvPr>
          <p:cNvSpPr txBox="1"/>
          <p:nvPr/>
        </p:nvSpPr>
        <p:spPr>
          <a:xfrm>
            <a:off x="4361225" y="4188451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BBCB83-77B4-F37D-8FF7-FC6F901D208A}"/>
              </a:ext>
            </a:extLst>
          </p:cNvPr>
          <p:cNvSpPr txBox="1"/>
          <p:nvPr/>
        </p:nvSpPr>
        <p:spPr>
          <a:xfrm>
            <a:off x="4361225" y="2136064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20BAE8-98A1-C7CC-2B06-0CF3C3FCF333}"/>
              </a:ext>
            </a:extLst>
          </p:cNvPr>
          <p:cNvSpPr txBox="1"/>
          <p:nvPr/>
        </p:nvSpPr>
        <p:spPr>
          <a:xfrm>
            <a:off x="4361225" y="83678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FCD07D-4548-130E-208C-0E5F8A273FD6}"/>
              </a:ext>
            </a:extLst>
          </p:cNvPr>
          <p:cNvCxnSpPr/>
          <p:nvPr/>
        </p:nvCxnSpPr>
        <p:spPr>
          <a:xfrm>
            <a:off x="3765885" y="6124074"/>
            <a:ext cx="51735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509CB10-2D41-280D-9E39-42E445552EB1}"/>
              </a:ext>
            </a:extLst>
          </p:cNvPr>
          <p:cNvSpPr txBox="1"/>
          <p:nvPr/>
        </p:nvSpPr>
        <p:spPr>
          <a:xfrm>
            <a:off x="5142486" y="6240838"/>
            <a:ext cx="2106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Call Stack (bottom)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867197-BE7C-150D-9213-A415DE26E77B}"/>
              </a:ext>
            </a:extLst>
          </p:cNvPr>
          <p:cNvSpPr txBox="1"/>
          <p:nvPr/>
        </p:nvSpPr>
        <p:spPr>
          <a:xfrm>
            <a:off x="964754" y="2203457"/>
            <a:ext cx="2861287" cy="203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>
                <a:latin typeface="Consolas" panose="020B0609020204030204" pitchFamily="49" charset="0"/>
              </a:rPr>
              <a:t>countdown(0)</a:t>
            </a:r>
            <a:r>
              <a:rPr lang="en-CA"/>
              <a:t> is called next. It is put on top of the call to </a:t>
            </a:r>
            <a:r>
              <a:rPr lang="en-CA">
                <a:latin typeface="Consolas" panose="020B0609020204030204" pitchFamily="49" charset="0"/>
              </a:rPr>
              <a:t>countdown(1)</a:t>
            </a:r>
            <a:r>
              <a:rPr lang="en-CA"/>
              <a:t>. </a:t>
            </a:r>
            <a:r>
              <a:rPr lang="en-CA">
                <a:latin typeface="Consolas" panose="020B0609020204030204" pitchFamily="49" charset="0"/>
              </a:rPr>
              <a:t>countdown(1)</a:t>
            </a:r>
            <a:r>
              <a:rPr lang="en-CA"/>
              <a:t> and </a:t>
            </a:r>
            <a:r>
              <a:rPr lang="en-CA">
                <a:latin typeface="Consolas" panose="020B0609020204030204" pitchFamily="49" charset="0"/>
              </a:rPr>
              <a:t>countdown(2)</a:t>
            </a:r>
            <a:r>
              <a:rPr lang="en-CA"/>
              <a:t> sit on the stack waiting for </a:t>
            </a:r>
            <a:r>
              <a:rPr lang="en-CA">
                <a:latin typeface="Consolas" panose="020B0609020204030204" pitchFamily="49" charset="0"/>
              </a:rPr>
              <a:t>countdown(0)</a:t>
            </a:r>
            <a:r>
              <a:rPr lang="en-CA"/>
              <a:t> to finish.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691376-50FF-1BE9-2A12-5355B5C1A063}"/>
              </a:ext>
            </a:extLst>
          </p:cNvPr>
          <p:cNvSpPr txBox="1"/>
          <p:nvPr/>
        </p:nvSpPr>
        <p:spPr>
          <a:xfrm>
            <a:off x="8610600" y="861436"/>
            <a:ext cx="2572530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 else part is skipped and does not run. So no more recursive calls.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907F626-87A7-8AA5-E4AE-AD2F37565EBA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7549816" y="1323101"/>
            <a:ext cx="1060784" cy="904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ACE9FA0-A98F-6961-8411-6F2BD58B59DA}"/>
              </a:ext>
            </a:extLst>
          </p:cNvPr>
          <p:cNvSpPr txBox="1"/>
          <p:nvPr/>
        </p:nvSpPr>
        <p:spPr>
          <a:xfrm>
            <a:off x="8610600" y="31970"/>
            <a:ext cx="257253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>
                <a:latin typeface="Consolas" panose="020B0609020204030204" pitchFamily="49" charset="0"/>
              </a:rPr>
              <a:t>0 &lt;= 0</a:t>
            </a:r>
            <a:r>
              <a:rPr lang="en-CA"/>
              <a:t> is </a:t>
            </a:r>
            <a:r>
              <a:rPr lang="en-CA">
                <a:latin typeface="Consolas" panose="020B0609020204030204" pitchFamily="49" charset="0"/>
              </a:rPr>
              <a:t>True</a:t>
            </a:r>
            <a:r>
              <a:rPr lang="en-CA"/>
              <a:t>, so </a:t>
            </a:r>
            <a:r>
              <a:rPr lang="en-CA" err="1"/>
              <a:t>Blastoff</a:t>
            </a:r>
            <a:r>
              <a:rPr lang="en-CA"/>
              <a:t>! is printed.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DA0A67C-56B7-3582-6DBE-20BBA1EE9749}"/>
              </a:ext>
            </a:extLst>
          </p:cNvPr>
          <p:cNvCxnSpPr/>
          <p:nvPr/>
        </p:nvCxnSpPr>
        <p:spPr>
          <a:xfrm flipH="1">
            <a:off x="6257089" y="380778"/>
            <a:ext cx="2292684" cy="2070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ight Brace 16">
            <a:extLst>
              <a:ext uri="{FF2B5EF4-FFF2-40B4-BE49-F238E27FC236}">
                <a16:creationId xmlns:a16="http://schemas.microsoft.com/office/drawing/2014/main" id="{AD7F8E0C-C280-6B53-293F-E14DC7B385A6}"/>
              </a:ext>
            </a:extLst>
          </p:cNvPr>
          <p:cNvSpPr/>
          <p:nvPr/>
        </p:nvSpPr>
        <p:spPr>
          <a:xfrm>
            <a:off x="7248704" y="1070811"/>
            <a:ext cx="174780" cy="71395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528688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C2D44-D06C-60C4-AFA3-C777C094D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5A619-B04A-2A3D-3AD7-AF1975CCD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Recursive</a:t>
            </a:r>
            <a:br>
              <a:rPr lang="en-CA"/>
            </a:br>
            <a:r>
              <a:rPr lang="en-CA"/>
              <a:t>Functions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C89D4-A6C9-5B34-326B-FC10DE40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92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FAC789-B47F-0874-97F0-A56C15B4EA61}"/>
              </a:ext>
            </a:extLst>
          </p:cNvPr>
          <p:cNvSpPr txBox="1"/>
          <p:nvPr/>
        </p:nvSpPr>
        <p:spPr>
          <a:xfrm>
            <a:off x="4361225" y="4188451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BBCB83-77B4-F37D-8FF7-FC6F901D208A}"/>
              </a:ext>
            </a:extLst>
          </p:cNvPr>
          <p:cNvSpPr txBox="1"/>
          <p:nvPr/>
        </p:nvSpPr>
        <p:spPr>
          <a:xfrm>
            <a:off x="4361225" y="2136064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20BAE8-98A1-C7CC-2B06-0CF3C3FCF333}"/>
              </a:ext>
            </a:extLst>
          </p:cNvPr>
          <p:cNvSpPr txBox="1"/>
          <p:nvPr/>
        </p:nvSpPr>
        <p:spPr>
          <a:xfrm>
            <a:off x="4361225" y="83678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FCD07D-4548-130E-208C-0E5F8A273FD6}"/>
              </a:ext>
            </a:extLst>
          </p:cNvPr>
          <p:cNvCxnSpPr/>
          <p:nvPr/>
        </p:nvCxnSpPr>
        <p:spPr>
          <a:xfrm>
            <a:off x="3765885" y="6124074"/>
            <a:ext cx="51735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509CB10-2D41-280D-9E39-42E445552EB1}"/>
              </a:ext>
            </a:extLst>
          </p:cNvPr>
          <p:cNvSpPr txBox="1"/>
          <p:nvPr/>
        </p:nvSpPr>
        <p:spPr>
          <a:xfrm>
            <a:off x="5142486" y="6240838"/>
            <a:ext cx="2106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Call Stack (bottom)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691376-50FF-1BE9-2A12-5355B5C1A063}"/>
              </a:ext>
            </a:extLst>
          </p:cNvPr>
          <p:cNvSpPr txBox="1"/>
          <p:nvPr/>
        </p:nvSpPr>
        <p:spPr>
          <a:xfrm>
            <a:off x="8610600" y="861436"/>
            <a:ext cx="2572530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 else part is skipped and does not run. So no more recursive calls.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907F626-87A7-8AA5-E4AE-AD2F37565EBA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7549816" y="1323101"/>
            <a:ext cx="1060784" cy="904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ACE9FA0-A98F-6961-8411-6F2BD58B59DA}"/>
              </a:ext>
            </a:extLst>
          </p:cNvPr>
          <p:cNvSpPr txBox="1"/>
          <p:nvPr/>
        </p:nvSpPr>
        <p:spPr>
          <a:xfrm>
            <a:off x="8610600" y="31970"/>
            <a:ext cx="257253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>
                <a:latin typeface="Consolas" panose="020B0609020204030204" pitchFamily="49" charset="0"/>
              </a:rPr>
              <a:t>0 &lt;= 0</a:t>
            </a:r>
            <a:r>
              <a:rPr lang="en-CA"/>
              <a:t> is True, so </a:t>
            </a:r>
            <a:r>
              <a:rPr lang="en-CA" err="1"/>
              <a:t>Blastoff</a:t>
            </a:r>
            <a:r>
              <a:rPr lang="en-CA"/>
              <a:t>! is printed.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DA0A67C-56B7-3582-6DBE-20BBA1EE9749}"/>
              </a:ext>
            </a:extLst>
          </p:cNvPr>
          <p:cNvCxnSpPr/>
          <p:nvPr/>
        </p:nvCxnSpPr>
        <p:spPr>
          <a:xfrm flipH="1">
            <a:off x="6257089" y="380778"/>
            <a:ext cx="2292684" cy="2070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ight Brace 16">
            <a:extLst>
              <a:ext uri="{FF2B5EF4-FFF2-40B4-BE49-F238E27FC236}">
                <a16:creationId xmlns:a16="http://schemas.microsoft.com/office/drawing/2014/main" id="{AD7F8E0C-C280-6B53-293F-E14DC7B385A6}"/>
              </a:ext>
            </a:extLst>
          </p:cNvPr>
          <p:cNvSpPr/>
          <p:nvPr/>
        </p:nvSpPr>
        <p:spPr>
          <a:xfrm>
            <a:off x="7248704" y="1070811"/>
            <a:ext cx="174780" cy="71395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23CBCC-DFB1-B8BA-6D1C-DD7E69E8C5C5}"/>
              </a:ext>
            </a:extLst>
          </p:cNvPr>
          <p:cNvSpPr txBox="1"/>
          <p:nvPr/>
        </p:nvSpPr>
        <p:spPr>
          <a:xfrm>
            <a:off x="8565150" y="2914952"/>
            <a:ext cx="2572530" cy="23083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 stack has now gotten as big as it is going to get for calling </a:t>
            </a:r>
            <a:r>
              <a:rPr lang="en-CA">
                <a:latin typeface="Consolas" panose="020B0609020204030204" pitchFamily="49" charset="0"/>
              </a:rPr>
              <a:t>countdown(2)</a:t>
            </a:r>
            <a:r>
              <a:rPr lang="en-CA"/>
              <a:t>. If we do too many function calls we can run out of stack memory, known as </a:t>
            </a:r>
            <a:r>
              <a:rPr lang="en-CA" b="1"/>
              <a:t>stack overflow</a:t>
            </a:r>
            <a:r>
              <a:rPr lang="en-CA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1918913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C2D44-D06C-60C4-AFA3-C777C094D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5A619-B04A-2A3D-3AD7-AF1975CCD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Recursive</a:t>
            </a:r>
            <a:br>
              <a:rPr lang="en-CA"/>
            </a:br>
            <a:r>
              <a:rPr lang="en-CA"/>
              <a:t>Functions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C89D4-A6C9-5B34-326B-FC10DE40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93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FAC789-B47F-0874-97F0-A56C15B4EA61}"/>
              </a:ext>
            </a:extLst>
          </p:cNvPr>
          <p:cNvSpPr txBox="1"/>
          <p:nvPr/>
        </p:nvSpPr>
        <p:spPr>
          <a:xfrm>
            <a:off x="4361225" y="4188451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BBCB83-77B4-F37D-8FF7-FC6F901D208A}"/>
              </a:ext>
            </a:extLst>
          </p:cNvPr>
          <p:cNvSpPr txBox="1"/>
          <p:nvPr/>
        </p:nvSpPr>
        <p:spPr>
          <a:xfrm>
            <a:off x="4361225" y="2136064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20BAE8-98A1-C7CC-2B06-0CF3C3FCF333}"/>
              </a:ext>
            </a:extLst>
          </p:cNvPr>
          <p:cNvSpPr txBox="1"/>
          <p:nvPr/>
        </p:nvSpPr>
        <p:spPr>
          <a:xfrm>
            <a:off x="4361225" y="83678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FCD07D-4548-130E-208C-0E5F8A273FD6}"/>
              </a:ext>
            </a:extLst>
          </p:cNvPr>
          <p:cNvCxnSpPr/>
          <p:nvPr/>
        </p:nvCxnSpPr>
        <p:spPr>
          <a:xfrm>
            <a:off x="3765885" y="6124074"/>
            <a:ext cx="51735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509CB10-2D41-280D-9E39-42E445552EB1}"/>
              </a:ext>
            </a:extLst>
          </p:cNvPr>
          <p:cNvSpPr txBox="1"/>
          <p:nvPr/>
        </p:nvSpPr>
        <p:spPr>
          <a:xfrm>
            <a:off x="5142486" y="6240838"/>
            <a:ext cx="2106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Call Stack (bottom)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CE9FA0-A98F-6961-8411-6F2BD58B59DA}"/>
              </a:ext>
            </a:extLst>
          </p:cNvPr>
          <p:cNvSpPr txBox="1"/>
          <p:nvPr/>
        </p:nvSpPr>
        <p:spPr>
          <a:xfrm>
            <a:off x="8610600" y="360676"/>
            <a:ext cx="257253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When a function ends, it is removed from the stack. This is called </a:t>
            </a:r>
            <a:r>
              <a:rPr lang="en-CA" b="1"/>
              <a:t>popping the stack</a:t>
            </a:r>
            <a:r>
              <a:rPr lang="en-CA"/>
              <a:t>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C42D9E7-14E6-F746-61FD-65F9C4BEFEAD}"/>
              </a:ext>
            </a:extLst>
          </p:cNvPr>
          <p:cNvCxnSpPr/>
          <p:nvPr/>
        </p:nvCxnSpPr>
        <p:spPr>
          <a:xfrm>
            <a:off x="4078705" y="0"/>
            <a:ext cx="4132848" cy="17686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B6D5B00-C000-128E-ED93-E3893D7950A3}"/>
              </a:ext>
            </a:extLst>
          </p:cNvPr>
          <p:cNvCxnSpPr>
            <a:cxnSpLocks/>
          </p:cNvCxnSpPr>
          <p:nvPr/>
        </p:nvCxnSpPr>
        <p:spPr>
          <a:xfrm flipV="1">
            <a:off x="4144879" y="360676"/>
            <a:ext cx="4066674" cy="14875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741834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C2D44-D06C-60C4-AFA3-C777C094D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5A619-B04A-2A3D-3AD7-AF1975CCD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Recursive</a:t>
            </a:r>
            <a:br>
              <a:rPr lang="en-CA"/>
            </a:br>
            <a:r>
              <a:rPr lang="en-CA"/>
              <a:t>Functions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C89D4-A6C9-5B34-326B-FC10DE40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94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FAC789-B47F-0874-97F0-A56C15B4EA61}"/>
              </a:ext>
            </a:extLst>
          </p:cNvPr>
          <p:cNvSpPr txBox="1"/>
          <p:nvPr/>
        </p:nvSpPr>
        <p:spPr>
          <a:xfrm>
            <a:off x="4361225" y="4188451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BBCB83-77B4-F37D-8FF7-FC6F901D208A}"/>
              </a:ext>
            </a:extLst>
          </p:cNvPr>
          <p:cNvSpPr txBox="1"/>
          <p:nvPr/>
        </p:nvSpPr>
        <p:spPr>
          <a:xfrm>
            <a:off x="4361225" y="2136064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FCD07D-4548-130E-208C-0E5F8A273FD6}"/>
              </a:ext>
            </a:extLst>
          </p:cNvPr>
          <p:cNvCxnSpPr/>
          <p:nvPr/>
        </p:nvCxnSpPr>
        <p:spPr>
          <a:xfrm>
            <a:off x="3765885" y="6124074"/>
            <a:ext cx="51735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509CB10-2D41-280D-9E39-42E445552EB1}"/>
              </a:ext>
            </a:extLst>
          </p:cNvPr>
          <p:cNvSpPr txBox="1"/>
          <p:nvPr/>
        </p:nvSpPr>
        <p:spPr>
          <a:xfrm>
            <a:off x="5142486" y="6240838"/>
            <a:ext cx="2106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Call Stack (bottom)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CE9FA0-A98F-6961-8411-6F2BD58B59DA}"/>
              </a:ext>
            </a:extLst>
          </p:cNvPr>
          <p:cNvSpPr txBox="1"/>
          <p:nvPr/>
        </p:nvSpPr>
        <p:spPr>
          <a:xfrm>
            <a:off x="8695935" y="2240431"/>
            <a:ext cx="2572530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Now we are back to </a:t>
            </a:r>
            <a:r>
              <a:rPr lang="en-CA">
                <a:latin typeface="Consolas" panose="020B0609020204030204" pitchFamily="49" charset="0"/>
              </a:rPr>
              <a:t>countdown(1)</a:t>
            </a:r>
            <a:r>
              <a:rPr lang="en-CA"/>
              <a:t>, at this point. So this function call is done and is popped off the stack.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CC088C0-6742-6E45-0BAF-E0E19BAB60CD}"/>
              </a:ext>
            </a:extLst>
          </p:cNvPr>
          <p:cNvCxnSpPr>
            <a:stCxn id="7" idx="1"/>
          </p:cNvCxnSpPr>
          <p:nvPr/>
        </p:nvCxnSpPr>
        <p:spPr>
          <a:xfrm flipH="1">
            <a:off x="7248704" y="2979095"/>
            <a:ext cx="1447231" cy="8529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2091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C2D44-D06C-60C4-AFA3-C777C094D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5A619-B04A-2A3D-3AD7-AF1975CCD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Recursive</a:t>
            </a:r>
            <a:br>
              <a:rPr lang="en-CA"/>
            </a:br>
            <a:r>
              <a:rPr lang="en-CA"/>
              <a:t>Functions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C89D4-A6C9-5B34-326B-FC10DE40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95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FAC789-B47F-0874-97F0-A56C15B4EA61}"/>
              </a:ext>
            </a:extLst>
          </p:cNvPr>
          <p:cNvSpPr txBox="1"/>
          <p:nvPr/>
        </p:nvSpPr>
        <p:spPr>
          <a:xfrm>
            <a:off x="4361225" y="4188451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FCD07D-4548-130E-208C-0E5F8A273FD6}"/>
              </a:ext>
            </a:extLst>
          </p:cNvPr>
          <p:cNvCxnSpPr/>
          <p:nvPr/>
        </p:nvCxnSpPr>
        <p:spPr>
          <a:xfrm>
            <a:off x="3765885" y="6124074"/>
            <a:ext cx="51735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509CB10-2D41-280D-9E39-42E445552EB1}"/>
              </a:ext>
            </a:extLst>
          </p:cNvPr>
          <p:cNvSpPr txBox="1"/>
          <p:nvPr/>
        </p:nvSpPr>
        <p:spPr>
          <a:xfrm>
            <a:off x="5142486" y="6240838"/>
            <a:ext cx="2106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Call Stack (bottom)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2965F9-DEE0-46BB-DCA9-64EFE0F7C0FD}"/>
              </a:ext>
            </a:extLst>
          </p:cNvPr>
          <p:cNvSpPr txBox="1"/>
          <p:nvPr/>
        </p:nvSpPr>
        <p:spPr>
          <a:xfrm>
            <a:off x="8610600" y="4315166"/>
            <a:ext cx="2572530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Now we are back to </a:t>
            </a:r>
            <a:r>
              <a:rPr lang="en-CA">
                <a:latin typeface="Consolas" panose="020B0609020204030204" pitchFamily="49" charset="0"/>
              </a:rPr>
              <a:t>countdown(0)</a:t>
            </a:r>
            <a:r>
              <a:rPr lang="en-CA"/>
              <a:t>, at this point. So this function call is done and is popped off the stack.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C30E8C7-029B-D43E-FE54-96C9E4E275D4}"/>
              </a:ext>
            </a:extLst>
          </p:cNvPr>
          <p:cNvCxnSpPr>
            <a:stCxn id="9" idx="1"/>
          </p:cNvCxnSpPr>
          <p:nvPr/>
        </p:nvCxnSpPr>
        <p:spPr>
          <a:xfrm flipH="1">
            <a:off x="7163369" y="5053830"/>
            <a:ext cx="1447231" cy="8529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220759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C2D44-D06C-60C4-AFA3-C777C094D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5A619-B04A-2A3D-3AD7-AF1975CCD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Recursive</a:t>
            </a:r>
            <a:br>
              <a:rPr lang="en-CA"/>
            </a:br>
            <a:r>
              <a:rPr lang="en-CA"/>
              <a:t>Functions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C89D4-A6C9-5B34-326B-FC10DE40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96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FAC789-B47F-0874-97F0-A56C15B4EA61}"/>
              </a:ext>
            </a:extLst>
          </p:cNvPr>
          <p:cNvSpPr txBox="1"/>
          <p:nvPr/>
        </p:nvSpPr>
        <p:spPr>
          <a:xfrm>
            <a:off x="4361225" y="4188451"/>
            <a:ext cx="366874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def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):</a:t>
            </a:r>
          </a:p>
          <a:p>
            <a:r>
              <a:rPr lang="en-US">
                <a:latin typeface="Consolas" panose="020B0609020204030204" pitchFamily="49" charset="0"/>
              </a:rPr>
              <a:t>    if 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 &lt;= 0:</a:t>
            </a:r>
          </a:p>
          <a:p>
            <a:r>
              <a:rPr lang="en-US">
                <a:latin typeface="Consolas" panose="020B0609020204030204" pitchFamily="49" charset="0"/>
              </a:rPr>
              <a:t>        print('Blastoff!')</a:t>
            </a:r>
          </a:p>
          <a:p>
            <a:r>
              <a:rPr lang="en-US">
                <a:latin typeface="Consolas" panose="020B0609020204030204" pitchFamily="49" charset="0"/>
              </a:rPr>
              <a:t>    else:</a:t>
            </a:r>
          </a:p>
          <a:p>
            <a:r>
              <a:rPr lang="en-US">
                <a:latin typeface="Consolas" panose="020B0609020204030204" pitchFamily="49" charset="0"/>
              </a:rPr>
              <a:t>        print(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)</a:t>
            </a:r>
          </a:p>
          <a:p>
            <a:r>
              <a:rPr lang="en-US">
                <a:latin typeface="Consolas" panose="020B0609020204030204" pitchFamily="49" charset="0"/>
              </a:rPr>
              <a:t>        countdown(</a:t>
            </a:r>
            <a:r>
              <a:rPr lang="en-US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>
                <a:latin typeface="Consolas" panose="020B0609020204030204" pitchFamily="49" charset="0"/>
              </a:rPr>
              <a:t>-1)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FCD07D-4548-130E-208C-0E5F8A273FD6}"/>
              </a:ext>
            </a:extLst>
          </p:cNvPr>
          <p:cNvCxnSpPr/>
          <p:nvPr/>
        </p:nvCxnSpPr>
        <p:spPr>
          <a:xfrm>
            <a:off x="3765885" y="6124074"/>
            <a:ext cx="51735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509CB10-2D41-280D-9E39-42E445552EB1}"/>
              </a:ext>
            </a:extLst>
          </p:cNvPr>
          <p:cNvSpPr txBox="1"/>
          <p:nvPr/>
        </p:nvSpPr>
        <p:spPr>
          <a:xfrm>
            <a:off x="5142486" y="6240838"/>
            <a:ext cx="2106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Call Stack (bottom)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027FDB-465E-1A47-03F9-78505B4624EB}"/>
              </a:ext>
            </a:extLst>
          </p:cNvPr>
          <p:cNvGrpSpPr/>
          <p:nvPr/>
        </p:nvGrpSpPr>
        <p:grpSpPr>
          <a:xfrm>
            <a:off x="4233113" y="4071688"/>
            <a:ext cx="4132848" cy="1848215"/>
            <a:chOff x="4078705" y="0"/>
            <a:chExt cx="4132848" cy="1848215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C42D9E7-14E6-F746-61FD-65F9C4BEFEAD}"/>
                </a:ext>
              </a:extLst>
            </p:cNvPr>
            <p:cNvCxnSpPr/>
            <p:nvPr/>
          </p:nvCxnSpPr>
          <p:spPr>
            <a:xfrm>
              <a:off x="4078705" y="0"/>
              <a:ext cx="4132848" cy="176864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B6D5B00-C000-128E-ED93-E3893D7950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44879" y="360676"/>
              <a:ext cx="4066674" cy="148753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482965F9-DEE0-46BB-DCA9-64EFE0F7C0FD}"/>
              </a:ext>
            </a:extLst>
          </p:cNvPr>
          <p:cNvSpPr txBox="1"/>
          <p:nvPr/>
        </p:nvSpPr>
        <p:spPr>
          <a:xfrm>
            <a:off x="8610600" y="4315166"/>
            <a:ext cx="2572530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Now we are back to </a:t>
            </a:r>
            <a:r>
              <a:rPr lang="en-CA">
                <a:latin typeface="Consolas" panose="020B0609020204030204" pitchFamily="49" charset="0"/>
              </a:rPr>
              <a:t>countdown(0)</a:t>
            </a:r>
            <a:r>
              <a:rPr lang="en-CA"/>
              <a:t>, at this point. So this function call is done and is popped off the stack.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C30E8C7-029B-D43E-FE54-96C9E4E275D4}"/>
              </a:ext>
            </a:extLst>
          </p:cNvPr>
          <p:cNvCxnSpPr>
            <a:stCxn id="9" idx="1"/>
          </p:cNvCxnSpPr>
          <p:nvPr/>
        </p:nvCxnSpPr>
        <p:spPr>
          <a:xfrm flipH="1">
            <a:off x="7163369" y="5053830"/>
            <a:ext cx="1447231" cy="8529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343081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C2D44-D06C-60C4-AFA3-C777C094D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5A619-B04A-2A3D-3AD7-AF1975CCD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5" y="203993"/>
            <a:ext cx="3454402" cy="1325563"/>
          </a:xfrm>
        </p:spPr>
        <p:txBody>
          <a:bodyPr>
            <a:normAutofit/>
          </a:bodyPr>
          <a:lstStyle/>
          <a:p>
            <a:r>
              <a:rPr lang="en-CA"/>
              <a:t>Recursive</a:t>
            </a:r>
            <a:br>
              <a:rPr lang="en-CA"/>
            </a:br>
            <a:r>
              <a:rPr lang="en-CA"/>
              <a:t>Functions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C89D4-A6C9-5B34-326B-FC10DE40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97</a:t>
            </a:fld>
            <a:endParaRPr lang="en-AU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FCD07D-4548-130E-208C-0E5F8A273FD6}"/>
              </a:ext>
            </a:extLst>
          </p:cNvPr>
          <p:cNvCxnSpPr/>
          <p:nvPr/>
        </p:nvCxnSpPr>
        <p:spPr>
          <a:xfrm>
            <a:off x="3765885" y="6124074"/>
            <a:ext cx="51735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509CB10-2D41-280D-9E39-42E445552EB1}"/>
              </a:ext>
            </a:extLst>
          </p:cNvPr>
          <p:cNvSpPr txBox="1"/>
          <p:nvPr/>
        </p:nvSpPr>
        <p:spPr>
          <a:xfrm>
            <a:off x="5142486" y="6240838"/>
            <a:ext cx="2106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Call Stack (bottom)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2965F9-DEE0-46BB-DCA9-64EFE0F7C0FD}"/>
              </a:ext>
            </a:extLst>
          </p:cNvPr>
          <p:cNvSpPr txBox="1"/>
          <p:nvPr/>
        </p:nvSpPr>
        <p:spPr>
          <a:xfrm>
            <a:off x="5066409" y="4381963"/>
            <a:ext cx="257253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Now the call stack is empty, meaning all the functions have finished. We’re done!</a:t>
            </a:r>
          </a:p>
        </p:txBody>
      </p:sp>
    </p:spTree>
    <p:extLst>
      <p:ext uri="{BB962C8B-B14F-4D97-AF65-F5344CB8AC3E}">
        <p14:creationId xmlns:p14="http://schemas.microsoft.com/office/powerpoint/2010/main" val="116867571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EF4ADD-1AD7-EA38-40FA-F2F331B35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98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FF535E-6D47-83E6-0CDD-652A201BA017}"/>
              </a:ext>
            </a:extLst>
          </p:cNvPr>
          <p:cNvSpPr txBox="1"/>
          <p:nvPr/>
        </p:nvSpPr>
        <p:spPr>
          <a:xfrm>
            <a:off x="178678" y="0"/>
            <a:ext cx="483270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Problem 1</a:t>
            </a:r>
          </a:p>
          <a:p>
            <a:r>
              <a:rPr lang="en-US" sz="3200" dirty="0"/>
              <a:t>Write a program that asks the user for the </a:t>
            </a:r>
            <a:r>
              <a:rPr lang="en-US" sz="3200" b="1" dirty="0"/>
              <a:t>wind speed</a:t>
            </a:r>
            <a:r>
              <a:rPr lang="en-US" sz="3200" dirty="0"/>
              <a:t>, and prints its category (or that it's not a hurricane) and if it's major.</a:t>
            </a:r>
            <a:endParaRPr lang="en-AU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35E2F8-9B36-497B-43F5-3523C21725F9}"/>
              </a:ext>
            </a:extLst>
          </p:cNvPr>
          <p:cNvSpPr txBox="1"/>
          <p:nvPr/>
        </p:nvSpPr>
        <p:spPr>
          <a:xfrm>
            <a:off x="5070654" y="126506"/>
            <a:ext cx="7079891" cy="313932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Saffir-Simpson hurricane scale </a:t>
            </a:r>
            <a:r>
              <a:rPr lang="en-US" dirty="0"/>
              <a:t>ranks the severity of hurricanes based on their wind speed. The scale ranges from 1 to 5 (most severe):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Category 1 hurricane: wind speed 119 to less than 154 km/h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Category 2 hurricane: wind speed 154 to less than 178 km/h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Category 3 hurricane: wind speed 178 to less than 209 km/h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Category 4 hurricane: wind speed 209 to less than 252 km/h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Category 5 hurricane: wind speed 252 km/h or more</a:t>
            </a:r>
          </a:p>
          <a:p>
            <a:endParaRPr lang="en-US" dirty="0"/>
          </a:p>
          <a:p>
            <a:r>
              <a:rPr lang="en-US" dirty="0"/>
              <a:t>A wind speed of less than 119 km/h is not considered to be a hurricane. Category 3 and higher are “major” hurricanes.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345C50-DBE1-25A3-E943-80A020E9093B}"/>
              </a:ext>
            </a:extLst>
          </p:cNvPr>
          <p:cNvSpPr txBox="1"/>
          <p:nvPr/>
        </p:nvSpPr>
        <p:spPr>
          <a:xfrm>
            <a:off x="228496" y="3818449"/>
            <a:ext cx="670581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/>
              <a:t>Wind speed in km/h? </a:t>
            </a:r>
            <a:r>
              <a:rPr lang="en-US" b="1">
                <a:solidFill>
                  <a:srgbClr val="FF0000"/>
                </a:solidFill>
              </a:rPr>
              <a:t>201.5</a:t>
            </a:r>
          </a:p>
          <a:p>
            <a:endParaRPr lang="en-US"/>
          </a:p>
          <a:p>
            <a:r>
              <a:rPr lang="en-US"/>
              <a:t>A hurricane with wind speed 201.5 km/h is a Category 3 hurricane.</a:t>
            </a:r>
          </a:p>
          <a:p>
            <a:r>
              <a:rPr lang="en-US"/>
              <a:t>It is a major hurricane.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2C684E-8EFF-AED0-4ED2-827B303FD57C}"/>
              </a:ext>
            </a:extLst>
          </p:cNvPr>
          <p:cNvSpPr txBox="1"/>
          <p:nvPr/>
        </p:nvSpPr>
        <p:spPr>
          <a:xfrm>
            <a:off x="228496" y="5359733"/>
            <a:ext cx="670581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Wind speed in km/h? </a:t>
            </a:r>
            <a:r>
              <a:rPr lang="en-US" b="1">
                <a:solidFill>
                  <a:srgbClr val="FF0000"/>
                </a:solidFill>
              </a:rPr>
              <a:t>145</a:t>
            </a:r>
          </a:p>
          <a:p>
            <a:endParaRPr lang="en-US"/>
          </a:p>
          <a:p>
            <a:r>
              <a:rPr lang="en-US"/>
              <a:t>A hurricane with wind speed 145 km/h is a Category 1 hurricane.</a:t>
            </a:r>
          </a:p>
          <a:p>
            <a:r>
              <a:rPr lang="en-US"/>
              <a:t>It is not a major hurricane.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BA1028-65C1-602F-5459-BDA28181EFD5}"/>
              </a:ext>
            </a:extLst>
          </p:cNvPr>
          <p:cNvSpPr txBox="1"/>
          <p:nvPr/>
        </p:nvSpPr>
        <p:spPr>
          <a:xfrm>
            <a:off x="7319702" y="4732712"/>
            <a:ext cx="4422686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/>
              <a:t>Wind speed in km/h? </a:t>
            </a:r>
            <a:r>
              <a:rPr lang="en-US" b="1">
                <a:solidFill>
                  <a:srgbClr val="FF0000"/>
                </a:solidFill>
              </a:rPr>
              <a:t>75</a:t>
            </a:r>
          </a:p>
          <a:p>
            <a:endParaRPr lang="en-US"/>
          </a:p>
          <a:p>
            <a:r>
              <a:rPr lang="en-US"/>
              <a:t>A wind speed of 75 km/h is not a hurricane.</a:t>
            </a:r>
          </a:p>
        </p:txBody>
      </p:sp>
    </p:spTree>
    <p:extLst>
      <p:ext uri="{BB962C8B-B14F-4D97-AF65-F5344CB8AC3E}">
        <p14:creationId xmlns:p14="http://schemas.microsoft.com/office/powerpoint/2010/main" val="249086776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1A8F5-588F-964F-2861-95176839A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16C484-ACF2-A2BE-CCEE-D9A4AF46E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99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05A3E2-9EF9-9474-1125-484444D04367}"/>
              </a:ext>
            </a:extLst>
          </p:cNvPr>
          <p:cNvSpPr txBox="1"/>
          <p:nvPr/>
        </p:nvSpPr>
        <p:spPr>
          <a:xfrm>
            <a:off x="458079" y="1315672"/>
            <a:ext cx="1144605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Problem 2</a:t>
            </a:r>
          </a:p>
          <a:p>
            <a:r>
              <a:rPr lang="en-US" sz="3200" dirty="0"/>
              <a:t>Write a program that prints all the numbers from 1 to 100 that are multiples of both 3 and 5, but </a:t>
            </a:r>
            <a:r>
              <a:rPr lang="en-US" sz="3200" b="1" dirty="0"/>
              <a:t>not</a:t>
            </a:r>
            <a:r>
              <a:rPr lang="en-US" sz="3200" dirty="0"/>
              <a:t> multiples </a:t>
            </a:r>
            <a:r>
              <a:rPr lang="en-US" sz="3200"/>
              <a:t>of 2.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64175164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04791-5F7C-0B41-01F4-023FF5116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8782EE-5578-83B2-85C6-1B6B35357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100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F230AC-1ADF-2A2A-D4AE-8550FAE29FC1}"/>
              </a:ext>
            </a:extLst>
          </p:cNvPr>
          <p:cNvSpPr txBox="1"/>
          <p:nvPr/>
        </p:nvSpPr>
        <p:spPr>
          <a:xfrm>
            <a:off x="263345" y="528272"/>
            <a:ext cx="1144605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Problem 3</a:t>
            </a:r>
          </a:p>
          <a:p>
            <a:r>
              <a:rPr lang="en-US" sz="3200"/>
              <a:t>Write a program that prints all the numbers from 100 to 999 that are evenly divisible by the sum of its digits.</a:t>
            </a:r>
          </a:p>
          <a:p>
            <a:endParaRPr lang="en-US" sz="3200"/>
          </a:p>
          <a:p>
            <a:r>
              <a:rPr lang="en-US" sz="3200"/>
              <a:t>For example, 540 is printed because the sum of its digits is </a:t>
            </a:r>
            <a:br>
              <a:rPr lang="en-US" sz="3200"/>
            </a:br>
            <a:r>
              <a:rPr lang="en-US" sz="3200"/>
              <a:t>5 + 4 + 0 = 9, and 540 is a multiple of 9.</a:t>
            </a:r>
          </a:p>
          <a:p>
            <a:endParaRPr lang="en-US" sz="3200"/>
          </a:p>
          <a:p>
            <a:r>
              <a:rPr lang="en-US" sz="3200" b="1"/>
              <a:t>Hint</a:t>
            </a:r>
            <a:r>
              <a:rPr lang="en-US" sz="3200"/>
              <a:t>: There are 180 numbers in total: 100, 102, 108, …,  990, 999.</a:t>
            </a:r>
            <a:endParaRPr lang="en-AU" sz="3200"/>
          </a:p>
        </p:txBody>
      </p:sp>
    </p:spTree>
    <p:extLst>
      <p:ext uri="{BB962C8B-B14F-4D97-AF65-F5344CB8AC3E}">
        <p14:creationId xmlns:p14="http://schemas.microsoft.com/office/powerpoint/2010/main" val="1243566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6740</Words>
  <Application>Microsoft Macintosh PowerPoint</Application>
  <PresentationFormat>Widescreen</PresentationFormat>
  <Paragraphs>1124</Paragraphs>
  <Slides>100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05" baseType="lpstr">
      <vt:lpstr>Aptos</vt:lpstr>
      <vt:lpstr>Aptos Display</vt:lpstr>
      <vt:lpstr>Arial</vt:lpstr>
      <vt:lpstr>Consolas</vt:lpstr>
      <vt:lpstr>Office Theme</vt:lpstr>
      <vt:lpstr>Chapter 5 Booleans, if-statements, and recursion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The Remainder Operator </vt:lpstr>
      <vt:lpstr>George Boole 1815 - 1864</vt:lpstr>
      <vt:lpstr>Boolean Expressions</vt:lpstr>
      <vt:lpstr>Boolean Expressions</vt:lpstr>
      <vt:lpstr>Boolean Expressions</vt:lpstr>
      <vt:lpstr>Boolean Expressions</vt:lpstr>
      <vt:lpstr>Boolean Expressions</vt:lpstr>
      <vt:lpstr>Boolean Expressions</vt:lpstr>
      <vt:lpstr>Boolean Expressions</vt:lpstr>
      <vt:lpstr>Boolean Expressions</vt:lpstr>
      <vt:lpstr>Boolean Expressions</vt:lpstr>
      <vt:lpstr>Boolean Expressions</vt:lpstr>
      <vt:lpstr>Boolean Expressions</vt:lpstr>
      <vt:lpstr>Boolean Expressions</vt:lpstr>
      <vt:lpstr>Boolean Expressions</vt:lpstr>
      <vt:lpstr>Boolean Expressions</vt:lpstr>
      <vt:lpstr>Boolean Expressions</vt:lpstr>
      <vt:lpstr>Boolean Expressions</vt:lpstr>
      <vt:lpstr>Logical Operators</vt:lpstr>
      <vt:lpstr>Logical Operators</vt:lpstr>
      <vt:lpstr>Logical Operators</vt:lpstr>
      <vt:lpstr>Logical Operators</vt:lpstr>
      <vt:lpstr>Logical Operators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If-statements (conditionals)</vt:lpstr>
      <vt:lpstr>How would you describe this picture to someone over the phone?</vt:lpstr>
      <vt:lpstr>What happens when you call mystery() ?</vt:lpstr>
      <vt:lpstr>What happens when you call mystery() ?</vt:lpstr>
      <vt:lpstr>What happens when you call mystery() ?</vt:lpstr>
      <vt:lpstr>What happens when you call mystery() ?</vt:lpstr>
      <vt:lpstr>What happens when you call mystery(1) ?</vt:lpstr>
      <vt:lpstr>What happens when you call mystery(1) ?</vt:lpstr>
      <vt:lpstr>What happens when you call mystery(1) ?</vt:lpstr>
      <vt:lpstr>What happens when you call mystery(5) ?</vt:lpstr>
      <vt:lpstr>What happens when you call count_down(5) ?</vt:lpstr>
      <vt:lpstr>How can you make count_up(n) print 1, 2, 3, …, n ?</vt:lpstr>
      <vt:lpstr>Recursive Functions </vt:lpstr>
      <vt:lpstr>Recursive Functions </vt:lpstr>
      <vt:lpstr>Recursive Functions </vt:lpstr>
      <vt:lpstr>Recursive Functions </vt:lpstr>
      <vt:lpstr>Recursive Functions </vt:lpstr>
      <vt:lpstr>Recursive Functions </vt:lpstr>
      <vt:lpstr>Recursive Functions </vt:lpstr>
      <vt:lpstr>Recursive Functions </vt:lpstr>
      <vt:lpstr>Recursive Functions </vt:lpstr>
      <vt:lpstr>Recursive Functions </vt:lpstr>
      <vt:lpstr>Recursive Functions </vt:lpstr>
      <vt:lpstr>Recursive Functions </vt:lpstr>
      <vt:lpstr>Recursive Functions </vt:lpstr>
      <vt:lpstr>Recursive Functions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cp:lastPrinted>2024-10-09T17:30:11Z</cp:lastPrinted>
  <dcterms:created xsi:type="dcterms:W3CDTF">2024-09-15T21:36:40Z</dcterms:created>
  <dcterms:modified xsi:type="dcterms:W3CDTF">2026-02-09T17:50:39Z</dcterms:modified>
</cp:coreProperties>
</file>