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sldIdLst>
    <p:sldId id="256" r:id="rId2"/>
    <p:sldId id="298" r:id="rId3"/>
    <p:sldId id="299" r:id="rId4"/>
    <p:sldId id="301" r:id="rId5"/>
    <p:sldId id="302" r:id="rId6"/>
    <p:sldId id="303" r:id="rId7"/>
    <p:sldId id="304" r:id="rId8"/>
    <p:sldId id="300" r:id="rId9"/>
    <p:sldId id="305" r:id="rId10"/>
    <p:sldId id="306" r:id="rId11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47D3F3-DF96-EA4D-BDC6-AA1F1483E945}" v="2" dt="2026-01-30T17:48:16.4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750"/>
    <p:restoredTop sz="96327"/>
  </p:normalViewPr>
  <p:slideViewPr>
    <p:cSldViewPr snapToGrid="0">
      <p:cViewPr varScale="1">
        <p:scale>
          <a:sx n="108" d="100"/>
          <a:sy n="108" d="100"/>
        </p:scale>
        <p:origin x="216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F31BC264-820E-54C4-A6D1-F92AF9CC222E}"/>
    <pc:docChg chg="undo custSel modSld">
      <pc:chgData name="Toby Donaldson" userId="2e6e5431-bb17-4c41-9985-d39c50d83c73" providerId="ADAL" clId="{F31BC264-820E-54C4-A6D1-F92AF9CC222E}" dt="2026-02-02T06:11:27.660" v="285" actId="20577"/>
      <pc:docMkLst>
        <pc:docMk/>
      </pc:docMkLst>
      <pc:sldChg chg="addSp delSp modSp mod">
        <pc:chgData name="Toby Donaldson" userId="2e6e5431-bb17-4c41-9985-d39c50d83c73" providerId="ADAL" clId="{F31BC264-820E-54C4-A6D1-F92AF9CC222E}" dt="2026-02-02T06:11:27.660" v="285" actId="20577"/>
        <pc:sldMkLst>
          <pc:docMk/>
          <pc:sldMk cId="3113156551" sldId="256"/>
        </pc:sldMkLst>
        <pc:spChg chg="mod">
          <ac:chgData name="Toby Donaldson" userId="2e6e5431-bb17-4c41-9985-d39c50d83c73" providerId="ADAL" clId="{F31BC264-820E-54C4-A6D1-F92AF9CC222E}" dt="2026-02-02T06:11:27.660" v="285" actId="20577"/>
          <ac:spMkLst>
            <pc:docMk/>
            <pc:sldMk cId="3113156551" sldId="256"/>
            <ac:spMk id="4" creationId="{1C211242-B5A3-D371-4A7A-C8E9982D7CD5}"/>
          </ac:spMkLst>
        </pc:spChg>
      </pc:sldChg>
      <pc:sldChg chg="addSp delSp mod">
        <pc:chgData name="Toby Donaldson" userId="2e6e5431-bb17-4c41-9985-d39c50d83c73" providerId="ADAL" clId="{F31BC264-820E-54C4-A6D1-F92AF9CC222E}" dt="2026-01-30T17:48:16.471" v="281"/>
        <pc:sldMkLst>
          <pc:docMk/>
          <pc:sldMk cId="2271719595" sldId="298"/>
        </pc:sldMkLst>
        <pc:inkChg chg="add">
          <ac:chgData name="Toby Donaldson" userId="2e6e5431-bb17-4c41-9985-d39c50d83c73" providerId="ADAL" clId="{F31BC264-820E-54C4-A6D1-F92AF9CC222E}" dt="2026-01-30T17:48:16.471" v="281"/>
          <ac:inkMkLst>
            <pc:docMk/>
            <pc:sldMk cId="2271719595" sldId="298"/>
            <ac:inkMk id="5" creationId="{8783156E-79B4-67DD-F4A3-AA518FF810F1}"/>
          </ac:inkMkLst>
        </pc:inkChg>
      </pc:sldChg>
      <pc:sldChg chg="addSp">
        <pc:chgData name="Toby Donaldson" userId="2e6e5431-bb17-4c41-9985-d39c50d83c73" providerId="ADAL" clId="{F31BC264-820E-54C4-A6D1-F92AF9CC222E}" dt="2026-01-30T17:48:16.471" v="281"/>
        <pc:sldMkLst>
          <pc:docMk/>
          <pc:sldMk cId="1736699491" sldId="299"/>
        </pc:sldMkLst>
        <pc:inkChg chg="add">
          <ac:chgData name="Toby Donaldson" userId="2e6e5431-bb17-4c41-9985-d39c50d83c73" providerId="ADAL" clId="{F31BC264-820E-54C4-A6D1-F92AF9CC222E}" dt="2026-01-30T17:48:16.471" v="281"/>
          <ac:inkMkLst>
            <pc:docMk/>
            <pc:sldMk cId="1736699491" sldId="299"/>
            <ac:inkMk id="3" creationId="{6A91775E-44B4-4110-DB36-40413D8F879B}"/>
          </ac:inkMkLst>
        </pc:inkChg>
      </pc:sldChg>
      <pc:sldChg chg="addSp">
        <pc:chgData name="Toby Donaldson" userId="2e6e5431-bb17-4c41-9985-d39c50d83c73" providerId="ADAL" clId="{F31BC264-820E-54C4-A6D1-F92AF9CC222E}" dt="2026-01-30T17:48:16.471" v="281"/>
        <pc:sldMkLst>
          <pc:docMk/>
          <pc:sldMk cId="3405585005" sldId="301"/>
        </pc:sldMkLst>
        <pc:inkChg chg="add">
          <ac:chgData name="Toby Donaldson" userId="2e6e5431-bb17-4c41-9985-d39c50d83c73" providerId="ADAL" clId="{F31BC264-820E-54C4-A6D1-F92AF9CC222E}" dt="2026-01-30T17:48:16.471" v="281"/>
          <ac:inkMkLst>
            <pc:docMk/>
            <pc:sldMk cId="3405585005" sldId="301"/>
            <ac:inkMk id="3" creationId="{6CFD1B3B-7673-54F7-9FDD-ECF6440117DA}"/>
          </ac:inkMkLst>
        </pc:inkChg>
      </pc:sldChg>
      <pc:sldChg chg="addSp">
        <pc:chgData name="Toby Donaldson" userId="2e6e5431-bb17-4c41-9985-d39c50d83c73" providerId="ADAL" clId="{F31BC264-820E-54C4-A6D1-F92AF9CC222E}" dt="2026-01-30T17:48:16.471" v="281"/>
        <pc:sldMkLst>
          <pc:docMk/>
          <pc:sldMk cId="4239799208" sldId="303"/>
        </pc:sldMkLst>
        <pc:inkChg chg="add">
          <ac:chgData name="Toby Donaldson" userId="2e6e5431-bb17-4c41-9985-d39c50d83c73" providerId="ADAL" clId="{F31BC264-820E-54C4-A6D1-F92AF9CC222E}" dt="2026-01-30T17:48:16.471" v="281"/>
          <ac:inkMkLst>
            <pc:docMk/>
            <pc:sldMk cId="4239799208" sldId="303"/>
            <ac:inkMk id="10" creationId="{5E7EE96F-BF3F-A410-C125-7C928C343296}"/>
          </ac:inkMkLst>
        </pc:inkChg>
      </pc:sldChg>
      <pc:sldChg chg="addSp">
        <pc:chgData name="Toby Donaldson" userId="2e6e5431-bb17-4c41-9985-d39c50d83c73" providerId="ADAL" clId="{F31BC264-820E-54C4-A6D1-F92AF9CC222E}" dt="2026-01-30T17:48:16.471" v="281"/>
        <pc:sldMkLst>
          <pc:docMk/>
          <pc:sldMk cId="2688429574" sldId="304"/>
        </pc:sldMkLst>
        <pc:inkChg chg="add">
          <ac:chgData name="Toby Donaldson" userId="2e6e5431-bb17-4c41-9985-d39c50d83c73" providerId="ADAL" clId="{F31BC264-820E-54C4-A6D1-F92AF9CC222E}" dt="2026-01-30T17:48:16.471" v="281"/>
          <ac:inkMkLst>
            <pc:docMk/>
            <pc:sldMk cId="2688429574" sldId="304"/>
            <ac:inkMk id="12" creationId="{AC7C3684-15E3-8D5E-DE84-1530A8505AAB}"/>
          </ac:inkMkLst>
        </pc:inkChg>
      </pc:sldChg>
      <pc:sldChg chg="addSp">
        <pc:chgData name="Toby Donaldson" userId="2e6e5431-bb17-4c41-9985-d39c50d83c73" providerId="ADAL" clId="{F31BC264-820E-54C4-A6D1-F92AF9CC222E}" dt="2026-01-30T17:48:16.471" v="281"/>
        <pc:sldMkLst>
          <pc:docMk/>
          <pc:sldMk cId="1863368186" sldId="305"/>
        </pc:sldMkLst>
        <pc:inkChg chg="add">
          <ac:chgData name="Toby Donaldson" userId="2e6e5431-bb17-4c41-9985-d39c50d83c73" providerId="ADAL" clId="{F31BC264-820E-54C4-A6D1-F92AF9CC222E}" dt="2026-01-30T17:48:16.471" v="281"/>
          <ac:inkMkLst>
            <pc:docMk/>
            <pc:sldMk cId="1863368186" sldId="305"/>
            <ac:inkMk id="3" creationId="{4078A0C8-0645-BA72-21F2-04602C4F95D2}"/>
          </ac:inkMkLst>
        </pc:inkChg>
      </pc:sldChg>
      <pc:sldChg chg="addSp">
        <pc:chgData name="Toby Donaldson" userId="2e6e5431-bb17-4c41-9985-d39c50d83c73" providerId="ADAL" clId="{F31BC264-820E-54C4-A6D1-F92AF9CC222E}" dt="2026-01-30T17:48:16.471" v="281"/>
        <pc:sldMkLst>
          <pc:docMk/>
          <pc:sldMk cId="124086956" sldId="306"/>
        </pc:sldMkLst>
        <pc:inkChg chg="add">
          <ac:chgData name="Toby Donaldson" userId="2e6e5431-bb17-4c41-9985-d39c50d83c73" providerId="ADAL" clId="{F31BC264-820E-54C4-A6D1-F92AF9CC222E}" dt="2026-01-30T17:48:16.471" v="281"/>
          <ac:inkMkLst>
            <pc:docMk/>
            <pc:sldMk cId="124086956" sldId="306"/>
            <ac:inkMk id="5" creationId="{875607DA-2705-C168-088C-C600FD083350}"/>
          </ac:inkMkLst>
        </pc:inkChg>
      </pc:sldChg>
    </pc:docChg>
  </pc:docChgLst>
  <pc:docChgLst>
    <pc:chgData name="Toby Donaldson" userId="2e6e5431-bb17-4c41-9985-d39c50d83c73" providerId="ADAL" clId="{7F9681A8-EEE2-56F4-9B39-ECCBEE0471AC}"/>
    <pc:docChg chg="undo custSel addSld delSld modSld sldOrd addSection delSection modSection">
      <pc:chgData name="Toby Donaldson" userId="2e6e5431-bb17-4c41-9985-d39c50d83c73" providerId="ADAL" clId="{7F9681A8-EEE2-56F4-9B39-ECCBEE0471AC}" dt="2026-01-29T19:30:13.222" v="3672" actId="20577"/>
      <pc:docMkLst>
        <pc:docMk/>
      </pc:docMkLst>
      <pc:sldChg chg="modSp mod">
        <pc:chgData name="Toby Donaldson" userId="2e6e5431-bb17-4c41-9985-d39c50d83c73" providerId="ADAL" clId="{7F9681A8-EEE2-56F4-9B39-ECCBEE0471AC}" dt="2026-01-29T18:47:36.306" v="1663" actId="20577"/>
        <pc:sldMkLst>
          <pc:docMk/>
          <pc:sldMk cId="3113156551" sldId="256"/>
        </pc:sldMkLst>
        <pc:spChg chg="mod">
          <ac:chgData name="Toby Donaldson" userId="2e6e5431-bb17-4c41-9985-d39c50d83c73" providerId="ADAL" clId="{7F9681A8-EEE2-56F4-9B39-ECCBEE0471AC}" dt="2026-01-29T18:47:36.306" v="1663" actId="20577"/>
          <ac:spMkLst>
            <pc:docMk/>
            <pc:sldMk cId="3113156551" sldId="256"/>
            <ac:spMk id="2" creationId="{10D35B3B-97F8-53B4-0820-5D8414186FD7}"/>
          </ac:spMkLst>
        </pc:spChg>
        <pc:spChg chg="mod">
          <ac:chgData name="Toby Donaldson" userId="2e6e5431-bb17-4c41-9985-d39c50d83c73" providerId="ADAL" clId="{7F9681A8-EEE2-56F4-9B39-ECCBEE0471AC}" dt="2026-01-29T18:38:39.089" v="1644" actId="20577"/>
          <ac:spMkLst>
            <pc:docMk/>
            <pc:sldMk cId="3113156551" sldId="256"/>
            <ac:spMk id="4" creationId="{1C211242-B5A3-D371-4A7A-C8E9982D7CD5}"/>
          </ac:spMkLst>
        </pc:spChg>
      </pc:sldChg>
      <pc:sldChg chg="modSp new mod">
        <pc:chgData name="Toby Donaldson" userId="2e6e5431-bb17-4c41-9985-d39c50d83c73" providerId="ADAL" clId="{7F9681A8-EEE2-56F4-9B39-ECCBEE0471AC}" dt="2026-01-29T18:51:19.719" v="2212" actId="2711"/>
        <pc:sldMkLst>
          <pc:docMk/>
          <pc:sldMk cId="2271719595" sldId="298"/>
        </pc:sldMkLst>
        <pc:spChg chg="mod">
          <ac:chgData name="Toby Donaldson" userId="2e6e5431-bb17-4c41-9985-d39c50d83c73" providerId="ADAL" clId="{7F9681A8-EEE2-56F4-9B39-ECCBEE0471AC}" dt="2026-01-29T18:47:53.648" v="1679" actId="20577"/>
          <ac:spMkLst>
            <pc:docMk/>
            <pc:sldMk cId="2271719595" sldId="298"/>
            <ac:spMk id="2" creationId="{4CF52642-B052-BF18-ADE2-4118A850E857}"/>
          </ac:spMkLst>
        </pc:spChg>
        <pc:spChg chg="mod">
          <ac:chgData name="Toby Donaldson" userId="2e6e5431-bb17-4c41-9985-d39c50d83c73" providerId="ADAL" clId="{7F9681A8-EEE2-56F4-9B39-ECCBEE0471AC}" dt="2026-01-29T18:51:19.719" v="2212" actId="2711"/>
          <ac:spMkLst>
            <pc:docMk/>
            <pc:sldMk cId="2271719595" sldId="298"/>
            <ac:spMk id="3" creationId="{6BFC6AA3-C85B-2663-6F5C-CD64770EBDE8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1-29T18:58:44.814" v="2507" actId="21"/>
        <pc:sldMkLst>
          <pc:docMk/>
          <pc:sldMk cId="1736699491" sldId="299"/>
        </pc:sldMkLst>
        <pc:spChg chg="add mod">
          <ac:chgData name="Toby Donaldson" userId="2e6e5431-bb17-4c41-9985-d39c50d83c73" providerId="ADAL" clId="{7F9681A8-EEE2-56F4-9B39-ECCBEE0471AC}" dt="2026-01-29T18:52:36.692" v="2320" actId="2711"/>
          <ac:spMkLst>
            <pc:docMk/>
            <pc:sldMk cId="1736699491" sldId="299"/>
            <ac:spMk id="7" creationId="{8290FD19-E9F9-159A-CBD1-4052AF22F389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1-29T19:15:59.736" v="2544"/>
        <pc:sldMkLst>
          <pc:docMk/>
          <pc:sldMk cId="846121660" sldId="300"/>
        </pc:sldMkLst>
        <pc:picChg chg="add mod">
          <ac:chgData name="Toby Donaldson" userId="2e6e5431-bb17-4c41-9985-d39c50d83c73" providerId="ADAL" clId="{7F9681A8-EEE2-56F4-9B39-ECCBEE0471AC}" dt="2026-01-29T19:15:59.736" v="2544"/>
          <ac:picMkLst>
            <pc:docMk/>
            <pc:sldMk cId="846121660" sldId="300"/>
            <ac:picMk id="6" creationId="{EF0DF9EB-DEF9-6FE7-53A2-CE2C8609B90A}"/>
          </ac:picMkLst>
        </pc:picChg>
      </pc:sldChg>
      <pc:sldChg chg="addSp delSp modSp add mod">
        <pc:chgData name="Toby Donaldson" userId="2e6e5431-bb17-4c41-9985-d39c50d83c73" providerId="ADAL" clId="{7F9681A8-EEE2-56F4-9B39-ECCBEE0471AC}" dt="2026-01-29T19:13:37.985" v="2535" actId="732"/>
        <pc:sldMkLst>
          <pc:docMk/>
          <pc:sldMk cId="3405585005" sldId="301"/>
        </pc:sldMkLst>
        <pc:picChg chg="add mod modCrop">
          <ac:chgData name="Toby Donaldson" userId="2e6e5431-bb17-4c41-9985-d39c50d83c73" providerId="ADAL" clId="{7F9681A8-EEE2-56F4-9B39-ECCBEE0471AC}" dt="2026-01-29T19:13:37.985" v="2535" actId="732"/>
          <ac:picMkLst>
            <pc:docMk/>
            <pc:sldMk cId="3405585005" sldId="301"/>
            <ac:picMk id="6" creationId="{8E54DD2B-976E-A8FC-FC4D-DF91E1FC9F08}"/>
          </ac:picMkLst>
        </pc:picChg>
      </pc:sldChg>
      <pc:sldChg chg="addSp modSp add">
        <pc:chgData name="Toby Donaldson" userId="2e6e5431-bb17-4c41-9985-d39c50d83c73" providerId="ADAL" clId="{7F9681A8-EEE2-56F4-9B39-ECCBEE0471AC}" dt="2026-01-29T19:14:35.494" v="2539"/>
        <pc:sldMkLst>
          <pc:docMk/>
          <pc:sldMk cId="1194432263" sldId="302"/>
        </pc:sldMkLst>
        <pc:spChg chg="add mod">
          <ac:chgData name="Toby Donaldson" userId="2e6e5431-bb17-4c41-9985-d39c50d83c73" providerId="ADAL" clId="{7F9681A8-EEE2-56F4-9B39-ECCBEE0471AC}" dt="2026-01-29T19:14:35.494" v="2539"/>
          <ac:spMkLst>
            <pc:docMk/>
            <pc:sldMk cId="1194432263" sldId="302"/>
            <ac:spMk id="3" creationId="{E679BE2B-E0AA-DEDC-04F2-B78113D23A06}"/>
          </ac:spMkLst>
        </pc:spChg>
        <pc:cxnChg chg="add mod">
          <ac:chgData name="Toby Donaldson" userId="2e6e5431-bb17-4c41-9985-d39c50d83c73" providerId="ADAL" clId="{7F9681A8-EEE2-56F4-9B39-ECCBEE0471AC}" dt="2026-01-29T19:14:35.494" v="2539"/>
          <ac:cxnSpMkLst>
            <pc:docMk/>
            <pc:sldMk cId="1194432263" sldId="302"/>
            <ac:cxnSpMk id="5" creationId="{1B657624-A12A-95EB-AD6E-0209080ECAC7}"/>
          </ac:cxnSpMkLst>
        </pc:cxnChg>
      </pc:sldChg>
      <pc:sldChg chg="addSp modSp add">
        <pc:chgData name="Toby Donaldson" userId="2e6e5431-bb17-4c41-9985-d39c50d83c73" providerId="ADAL" clId="{7F9681A8-EEE2-56F4-9B39-ECCBEE0471AC}" dt="2026-01-29T19:14:49.453" v="2541"/>
        <pc:sldMkLst>
          <pc:docMk/>
          <pc:sldMk cId="4239799208" sldId="303"/>
        </pc:sldMkLst>
        <pc:spChg chg="add mod">
          <ac:chgData name="Toby Donaldson" userId="2e6e5431-bb17-4c41-9985-d39c50d83c73" providerId="ADAL" clId="{7F9681A8-EEE2-56F4-9B39-ECCBEE0471AC}" dt="2026-01-29T19:14:49.453" v="2541"/>
          <ac:spMkLst>
            <pc:docMk/>
            <pc:sldMk cId="4239799208" sldId="303"/>
            <ac:spMk id="8" creationId="{A52F24AB-D5FC-76D6-ED7C-8CF970590D3E}"/>
          </ac:spMkLst>
        </pc:spChg>
        <pc:spChg chg="add mod">
          <ac:chgData name="Toby Donaldson" userId="2e6e5431-bb17-4c41-9985-d39c50d83c73" providerId="ADAL" clId="{7F9681A8-EEE2-56F4-9B39-ECCBEE0471AC}" dt="2026-01-29T19:14:49.453" v="2541"/>
          <ac:spMkLst>
            <pc:docMk/>
            <pc:sldMk cId="4239799208" sldId="303"/>
            <ac:spMk id="9" creationId="{2D640D14-AD18-9826-A0ED-0032A57CE3DC}"/>
          </ac:spMkLst>
        </pc:spChg>
      </pc:sldChg>
      <pc:sldChg chg="addSp modSp add">
        <pc:chgData name="Toby Donaldson" userId="2e6e5431-bb17-4c41-9985-d39c50d83c73" providerId="ADAL" clId="{7F9681A8-EEE2-56F4-9B39-ECCBEE0471AC}" dt="2026-01-29T19:15:05.277" v="2543"/>
        <pc:sldMkLst>
          <pc:docMk/>
          <pc:sldMk cId="2688429574" sldId="304"/>
        </pc:sldMkLst>
        <pc:spChg chg="add mod">
          <ac:chgData name="Toby Donaldson" userId="2e6e5431-bb17-4c41-9985-d39c50d83c73" providerId="ADAL" clId="{7F9681A8-EEE2-56F4-9B39-ECCBEE0471AC}" dt="2026-01-29T19:15:05.277" v="2543"/>
          <ac:spMkLst>
            <pc:docMk/>
            <pc:sldMk cId="2688429574" sldId="304"/>
            <ac:spMk id="10" creationId="{77968E75-0B06-988B-E571-2E0D883D348A}"/>
          </ac:spMkLst>
        </pc:spChg>
        <pc:cxnChg chg="add mod">
          <ac:chgData name="Toby Donaldson" userId="2e6e5431-bb17-4c41-9985-d39c50d83c73" providerId="ADAL" clId="{7F9681A8-EEE2-56F4-9B39-ECCBEE0471AC}" dt="2026-01-29T19:15:05.277" v="2543"/>
          <ac:cxnSpMkLst>
            <pc:docMk/>
            <pc:sldMk cId="2688429574" sldId="304"/>
            <ac:cxnSpMk id="11" creationId="{0C199ADC-17E8-1B28-508F-553BC3FB54E6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1-29T19:24:58.790" v="3001" actId="113"/>
        <pc:sldMkLst>
          <pc:docMk/>
          <pc:sldMk cId="1863368186" sldId="305"/>
        </pc:sldMkLst>
        <pc:spChg chg="mod">
          <ac:chgData name="Toby Donaldson" userId="2e6e5431-bb17-4c41-9985-d39c50d83c73" providerId="ADAL" clId="{7F9681A8-EEE2-56F4-9B39-ECCBEE0471AC}" dt="2026-01-29T19:22:42.922" v="2910" actId="14100"/>
          <ac:spMkLst>
            <pc:docMk/>
            <pc:sldMk cId="1863368186" sldId="305"/>
            <ac:spMk id="2" creationId="{90EDA302-3461-DF9A-515A-3C3437E118DE}"/>
          </ac:spMkLst>
        </pc:spChg>
        <pc:spChg chg="mod">
          <ac:chgData name="Toby Donaldson" userId="2e6e5431-bb17-4c41-9985-d39c50d83c73" providerId="ADAL" clId="{7F9681A8-EEE2-56F4-9B39-ECCBEE0471AC}" dt="2026-01-29T19:17:27.871" v="2557" actId="1076"/>
          <ac:spMkLst>
            <pc:docMk/>
            <pc:sldMk cId="1863368186" sldId="305"/>
            <ac:spMk id="4" creationId="{A95F7B9B-B02C-A61D-B4E7-19AC79A93666}"/>
          </ac:spMkLst>
        </pc:spChg>
        <pc:spChg chg="add mod">
          <ac:chgData name="Toby Donaldson" userId="2e6e5431-bb17-4c41-9985-d39c50d83c73" providerId="ADAL" clId="{7F9681A8-EEE2-56F4-9B39-ECCBEE0471AC}" dt="2026-01-29T19:18:28.088" v="2564" actId="1076"/>
          <ac:spMkLst>
            <pc:docMk/>
            <pc:sldMk cId="1863368186" sldId="305"/>
            <ac:spMk id="14" creationId="{ADABB9F7-9827-3093-6485-134DC221FAD8}"/>
          </ac:spMkLst>
        </pc:spChg>
        <pc:spChg chg="add mod">
          <ac:chgData name="Toby Donaldson" userId="2e6e5431-bb17-4c41-9985-d39c50d83c73" providerId="ADAL" clId="{7F9681A8-EEE2-56F4-9B39-ECCBEE0471AC}" dt="2026-01-29T19:19:01.702" v="2648" actId="1076"/>
          <ac:spMkLst>
            <pc:docMk/>
            <pc:sldMk cId="1863368186" sldId="305"/>
            <ac:spMk id="20" creationId="{AF73D6B4-0D3C-0719-E5E5-5E70BC49FC4A}"/>
          </ac:spMkLst>
        </pc:spChg>
        <pc:spChg chg="add mod">
          <ac:chgData name="Toby Donaldson" userId="2e6e5431-bb17-4c41-9985-d39c50d83c73" providerId="ADAL" clId="{7F9681A8-EEE2-56F4-9B39-ECCBEE0471AC}" dt="2026-01-29T19:19:40.321" v="2752" actId="20577"/>
          <ac:spMkLst>
            <pc:docMk/>
            <pc:sldMk cId="1863368186" sldId="305"/>
            <ac:spMk id="21" creationId="{E67DF143-9924-CD4E-D708-257680F666A1}"/>
          </ac:spMkLst>
        </pc:spChg>
        <pc:spChg chg="add mod">
          <ac:chgData name="Toby Donaldson" userId="2e6e5431-bb17-4c41-9985-d39c50d83c73" providerId="ADAL" clId="{7F9681A8-EEE2-56F4-9B39-ECCBEE0471AC}" dt="2026-01-29T19:20:41.515" v="2811" actId="113"/>
          <ac:spMkLst>
            <pc:docMk/>
            <pc:sldMk cId="1863368186" sldId="305"/>
            <ac:spMk id="24" creationId="{4FCAC331-B1CA-3B21-3913-BF3DDB5FEB01}"/>
          </ac:spMkLst>
        </pc:spChg>
        <pc:spChg chg="add mod">
          <ac:chgData name="Toby Donaldson" userId="2e6e5431-bb17-4c41-9985-d39c50d83c73" providerId="ADAL" clId="{7F9681A8-EEE2-56F4-9B39-ECCBEE0471AC}" dt="2026-01-29T19:20:31.620" v="2808" actId="1076"/>
          <ac:spMkLst>
            <pc:docMk/>
            <pc:sldMk cId="1863368186" sldId="305"/>
            <ac:spMk id="25" creationId="{672469D0-3AA3-0ABC-2DA3-0779D5C58360}"/>
          </ac:spMkLst>
        </pc:spChg>
        <pc:spChg chg="add mod">
          <ac:chgData name="Toby Donaldson" userId="2e6e5431-bb17-4c41-9985-d39c50d83c73" providerId="ADAL" clId="{7F9681A8-EEE2-56F4-9B39-ECCBEE0471AC}" dt="2026-01-29T19:24:51.486" v="2995" actId="113"/>
          <ac:spMkLst>
            <pc:docMk/>
            <pc:sldMk cId="1863368186" sldId="305"/>
            <ac:spMk id="29" creationId="{8FCEC0A2-D50B-4F8F-1A24-0EB1E7D65A2F}"/>
          </ac:spMkLst>
        </pc:spChg>
        <pc:spChg chg="add mod">
          <ac:chgData name="Toby Donaldson" userId="2e6e5431-bb17-4c41-9985-d39c50d83c73" providerId="ADAL" clId="{7F9681A8-EEE2-56F4-9B39-ECCBEE0471AC}" dt="2026-01-29T19:24:46.025" v="2990" actId="113"/>
          <ac:spMkLst>
            <pc:docMk/>
            <pc:sldMk cId="1863368186" sldId="305"/>
            <ac:spMk id="30" creationId="{AF2BD464-BCF3-A1B6-23DC-77D2C2A2ADFC}"/>
          </ac:spMkLst>
        </pc:spChg>
        <pc:spChg chg="add mod">
          <ac:chgData name="Toby Donaldson" userId="2e6e5431-bb17-4c41-9985-d39c50d83c73" providerId="ADAL" clId="{7F9681A8-EEE2-56F4-9B39-ECCBEE0471AC}" dt="2026-01-29T19:24:44.467" v="2989" actId="113"/>
          <ac:spMkLst>
            <pc:docMk/>
            <pc:sldMk cId="1863368186" sldId="305"/>
            <ac:spMk id="31" creationId="{51049724-59B3-96AC-9DAA-6BA3FCBB8CAA}"/>
          </ac:spMkLst>
        </pc:spChg>
        <pc:spChg chg="add mod">
          <ac:chgData name="Toby Donaldson" userId="2e6e5431-bb17-4c41-9985-d39c50d83c73" providerId="ADAL" clId="{7F9681A8-EEE2-56F4-9B39-ECCBEE0471AC}" dt="2026-01-29T19:24:58.790" v="3001" actId="113"/>
          <ac:spMkLst>
            <pc:docMk/>
            <pc:sldMk cId="1863368186" sldId="305"/>
            <ac:spMk id="32" creationId="{107285EF-F895-A72C-3286-71FB04D5C85A}"/>
          </ac:spMkLst>
        </pc:spChg>
        <pc:grpChg chg="add mod">
          <ac:chgData name="Toby Donaldson" userId="2e6e5431-bb17-4c41-9985-d39c50d83c73" providerId="ADAL" clId="{7F9681A8-EEE2-56F4-9B39-ECCBEE0471AC}" dt="2026-01-29T19:18:28.088" v="2564" actId="1076"/>
          <ac:grpSpMkLst>
            <pc:docMk/>
            <pc:sldMk cId="1863368186" sldId="305"/>
            <ac:grpSpMk id="12" creationId="{590D801C-8A36-1266-F47C-0A611686746A}"/>
          </ac:grpSpMkLst>
        </pc:grpChg>
        <pc:cxnChg chg="add mod">
          <ac:chgData name="Toby Donaldson" userId="2e6e5431-bb17-4c41-9985-d39c50d83c73" providerId="ADAL" clId="{7F9681A8-EEE2-56F4-9B39-ECCBEE0471AC}" dt="2026-01-29T19:17:38.503" v="2558" actId="164"/>
          <ac:cxnSpMkLst>
            <pc:docMk/>
            <pc:sldMk cId="1863368186" sldId="305"/>
            <ac:cxnSpMk id="5" creationId="{BF8D1C80-AC1E-40F8-767F-33B35F5499D1}"/>
          </ac:cxnSpMkLst>
        </pc:cxnChg>
        <pc:cxnChg chg="add mod">
          <ac:chgData name="Toby Donaldson" userId="2e6e5431-bb17-4c41-9985-d39c50d83c73" providerId="ADAL" clId="{7F9681A8-EEE2-56F4-9B39-ECCBEE0471AC}" dt="2026-01-29T19:17:38.503" v="2558" actId="164"/>
          <ac:cxnSpMkLst>
            <pc:docMk/>
            <pc:sldMk cId="1863368186" sldId="305"/>
            <ac:cxnSpMk id="9" creationId="{4AF35E22-A896-B9BF-9723-47841F425B65}"/>
          </ac:cxnSpMkLst>
        </pc:cxnChg>
        <pc:cxnChg chg="add mod">
          <ac:chgData name="Toby Donaldson" userId="2e6e5431-bb17-4c41-9985-d39c50d83c73" providerId="ADAL" clId="{7F9681A8-EEE2-56F4-9B39-ECCBEE0471AC}" dt="2026-01-29T19:20:35.037" v="2809" actId="14100"/>
          <ac:cxnSpMkLst>
            <pc:docMk/>
            <pc:sldMk cId="1863368186" sldId="305"/>
            <ac:cxnSpMk id="23" creationId="{13F984B8-2CCF-7746-D3F8-66C7B70DBF02}"/>
          </ac:cxnSpMkLst>
        </pc:cxnChg>
      </pc:sldChg>
      <pc:sldChg chg="addSp modSp new mod">
        <pc:chgData name="Toby Donaldson" userId="2e6e5431-bb17-4c41-9985-d39c50d83c73" providerId="ADAL" clId="{7F9681A8-EEE2-56F4-9B39-ECCBEE0471AC}" dt="2026-01-29T19:30:13.222" v="3672" actId="20577"/>
        <pc:sldMkLst>
          <pc:docMk/>
          <pc:sldMk cId="124086956" sldId="306"/>
        </pc:sldMkLst>
        <pc:spChg chg="mod">
          <ac:chgData name="Toby Donaldson" userId="2e6e5431-bb17-4c41-9985-d39c50d83c73" providerId="ADAL" clId="{7F9681A8-EEE2-56F4-9B39-ECCBEE0471AC}" dt="2026-01-29T19:25:18.241" v="3021" actId="20577"/>
          <ac:spMkLst>
            <pc:docMk/>
            <pc:sldMk cId="124086956" sldId="306"/>
            <ac:spMk id="2" creationId="{83D68838-CA9B-1025-7C5A-6103479EAB60}"/>
          </ac:spMkLst>
        </pc:spChg>
        <pc:spChg chg="mod">
          <ac:chgData name="Toby Donaldson" userId="2e6e5431-bb17-4c41-9985-d39c50d83c73" providerId="ADAL" clId="{7F9681A8-EEE2-56F4-9B39-ECCBEE0471AC}" dt="2026-01-29T19:30:13.222" v="3672" actId="20577"/>
          <ac:spMkLst>
            <pc:docMk/>
            <pc:sldMk cId="124086956" sldId="306"/>
            <ac:spMk id="3" creationId="{8AC07373-3570-E9BD-F1E4-88170FCA5B4D}"/>
          </ac:spMkLst>
        </pc:spChg>
        <pc:picChg chg="add mod">
          <ac:chgData name="Toby Donaldson" userId="2e6e5431-bb17-4c41-9985-d39c50d83c73" providerId="ADAL" clId="{7F9681A8-EEE2-56F4-9B39-ECCBEE0471AC}" dt="2026-01-29T19:27:40.454" v="3417" actId="1076"/>
          <ac:picMkLst>
            <pc:docMk/>
            <pc:sldMk cId="124086956" sldId="306"/>
            <ac:picMk id="1026" creationId="{1C12C231-181F-9D85-16EC-F26473065F1D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7:39:28.2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3122 12912 24575,'33'0'0,"1"0"0,5 0 0,4 0 0,-4 0 0,3 0 0,1 0-574,1 0 1,0 0 0,1 0 573,-3 0 0,0 0 0,-1 0 0,0 0 0,-1 0 0,1 0 0,-1 0 0,1 0 0,-1 0 0,2 0 0,0 0 0,0 0 0,-3 0 0,0 0 0,0 0 0,2 0 0,0 0 0,-3 0 278,-4 0 1,-2 0-279,11 1 0,-3-2 284,-1-15-284,0 14 0,4 0 0,-6-6 0,1 0 0,6 3 0,2 3 0,-2 1 0,-2 0 0,-6-2 0,-1-2 439,0-3 1,0 0-440,8 7 0,0-2 0,-5-12 0,-1-1 0,9 13 0,2 2 0,-4-7 0,0 0 0,4 7 0,2 2-330,-10-1 0,1 0 0,0 0 330,0 0 0,1 0 0,0 0 0,5 0 0,0 0 0,0 0 0,1 0 0,-1 0 0,-1 0 0,-6 0 0,-1 0 0,0 0 0,6 0 0,2 0 0,-4 0 0,1 0 0,-2 0 0,-8 0 0,1 0 0,-2 0 0,4 0 0,-3 0 0,-7 0 0,1 0 0,6 0 0,-2 0 0,8 0 0,-15 0 0,1 0 990,9 0-990,-10 1 0,1-2 0,13-14 0,1 12 0,2 2 0,-12-7 0,-1 0 0,14 7 0,0 2 0,-11-1 0,-1 0 0,3 0 0,1 0 0,-4 0 0,0 0 0,4 0 0,1 0 0,-1 0 0,1 0 0,-1 1 0,0-2 0,1-7 0,-1 0 0,-7 6 0,-2 0 0,1-6 0,-3 1 0,12 7 0,-1 0 0,0 0 0,1 0 0,-1 0 0,0-16 0,0 12 0,1-12 0,-1 16 0,-9 0 0,-1 0 0,6 0 0,3 0 0,-11 0 0,-19 0 0,27 0 0,-27 0 0,12 0 0,-16 16 0,0-12 0,0 12 0,0-16 0,0 0 0,0 0 0</inkml:trace>
  <inkml:trace contextRef="#ctx0" brushRef="#br0" timeOffset="6099">9878 12823 24575,'38'0'0,"0"0"0,2 0 0,3 0 0,-5 0 0,4 0 0,-1 0-688,0 0 0,1 0 0,0 0 688,5 0 0,0 0 0,1 0 0,-1 0 0,0 0 0,0 0 0,-2 0 0,-1 0 0,0 0 0,-3 0 0,0 0 0,0 0 0,3 0 0,-1 0 0,0 0 0,-6 0 0,-2 0 0,3 0 0,7 0 0,2 0 0,-2 0 0,-8 0 0,-2 0 0,2 0 0,8 0 0,2 0 0,-1 0 0,-5 0 0,0 0 0,2 0 0,-3 0 0,2 0 0,0 0 0,-1 0 0,3 0 0,-1 0 0,1 0 0,5 0 0,1 0 0,-4 0 332,1 0 0,-4 0-332,-7 1 0,-1-2 170,-1-6 1,-2-1-171,8 4 0,-8-4 0,2 0 0,-6 7 0,-1 2 529,8-1 1,1 0-530,-1 0 0,0 0 0,1 0 0,-1 0 0,-4 1 0,1-2 0,10-6 0,0-1 0,-9 6 0,0 0 0,11-5 0,-1-2 0,-14 0 0,-3 2 0,9 3 0,-4-11 0,-11 15 0,-1 0 0,-3 0 0,-16 0 0,0 0 0</inkml:trace>
  <inkml:trace contextRef="#ctx0" brushRef="#br0" timeOffset="9299">14711 12541 24575,'-20'0'0,"36"0"0,8 0 0,7 0 0,1 0 0,4 0 0,2 0-663,2 0 0,2 0 1,1 0 662,3 0 0,0 0 0,3 0 0,-3 0 0,1 0 0,2 0 0,-3 0 0,-5 0 0,-1 0 0,-1 0 0,2 0-380,6 0 0,1 0 0,0 0 0,-1 0 380,-5 0 0,0 0 0,-1 0 0,-1 0 0,9 0 0,-2 0 0,2 0-30,-10 0 0,1 0 1,-1 0-1,0 0 30,3 0 0,0 0 0,-1 0 0,2 1 0,1 0 0,-2-3 0,-5-2 0,-2-3 0,1 3-138,2 2 0,0 3 1,0-4 137,-2-6 0,-1-3 0,0 1 0,0 4 0,0 1 0,1 0 0,-1-1 0,1 0 0,-2 1 0,12-3 0,-2 2 393,0 6 0,-1 2-393,0-1 0,0 0 0,2 0 0,0 0 0,-4 0 0,0 0 0,9 0 0,0 0 0,-1 0 0,0 0 198,-13 0 0,0 0 0,2 0-198,-1 0 0,2 0 0,0 0 0,-1 0 0,5 0 0,-1 0 0,2 0 0,-2 0 0,2 0 0,1 0 0,-3 0 0,4 0 0,-1-1 0,1 2 0,-7 2 0,0 2 0,0 0 0,-1-2 0,2-1 0,-1-2 0,-1 2 163,3 3 1,0 1 0,-1-1-164,-4-4 0,-1-2 0,0 1 0,1 0 0,0 0 0,-2 0 230,3 0 1,0 0-231,6 0 0,-4 0 81,1 0-81,-15 0 0,1 0 1085,9 0-1085,-9-8 0,-1 0 542,6 4-542,1-4 0,1 0 0,-2 8 0,1 2 0,3-4 0,-8-5 0,1-1 0,7 6 0,0 0 0,-7-6 0,-1 0 0,-1 7 0,-1 2 0,10-1 0,1 0 0,-17 0 0,-3 0 0,0 0 0,3 16 0,5-14 0,3 0 0,12 13 0,-13-13 0,-1-4 0,11 2 0,-17 0 0,-3 0 0,-16 0 0,0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7:39:51.3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11289 7267 24575,'35'0'0,"-3"0"0,3 0 0,8 0 0,4 0-326,-11 0 0,1 0 0,0 0 326,1 1 0,1 0 0,-3-3 0,9-5 0,-1-1 0,3 6 0,0 0 160,-10-6 1,0 0-161,6 7 0,0 2 81,-7-1 0,-1 0-81,1 0 0,-2 0 0,-5 1 0,-3-2 0,10-15 495,-5 12-495,-11-11 0,15 15 0,0 0 0,0 0 0,1 0 0,-1-16 0,0 12 0,1-12 0,-1 16 0,-16 0 0,13 0 0,-20 0 0,21 0 0,-6 0 0,9 0 0,-17 0 0,13 0 0,-13-7 0,16 5 0,-9-2 0,-1 0 0,15 4 0,-15 0 0,1 0 0,9 0 0,-16 0 0,13 0 0,-28 0 0,27 0 0,-11 0 0,-1 0 0,-3 0 0,0 0 0,3-16 0,1 12 0,27-12 0,-24 16 0,2 0 0,1 0 0,0 0 0,-1 0 0,14 0 0,-6 0 0,1 0 0,13 0 0,-13 0 0,1 0 0,-4 0 0,0 0 0,-3 0 0,-1 0 0,0 0 0,-3 0 0,-4 0 0,11 0 0,-11 0 0,15 0 0,0 0 0,1 0 0,-1 0 0,0 0 0,0 0 0,1 0 0,-1 0 0,0 0 0,1 0 0,-1 0 0,0 0 0,0 0 0,1 0 0,-12 0 0,3 0 0,0 0 0,1 0 0,-1 0 0,0 0 0,4 0 0,-3 0 0,9 0 0,7 0 0,-9 0 0,-16 0 0,13 0 0,-13 0 0,1 0 0,11 0 0,-27 0 0,28 0 0,-13 0 0,17 0 0,-12 0 0,2 0 0,1 0 0,1 0 0,8 0 0,-1 0 0,-8 0 0,1 0 0,6 0 0,-2 0 0,8 0 0,-15 0 0,1 0 0,9 0 0,0 0 0,0 0 0,1 0 0,-1 0 0,-15 0 0,3 0 0,-5 0 0,9 0 0,8 0 0,-15 0 0,11 0 0,-27 0 0,12 0 0</inkml:trace>
  <inkml:trace contextRef="#ctx0" brushRef="#br0" timeOffset="33919">18803 2981 24575,'0'0'0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7:40:42.6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21396 14129 24575,'25'0'0,"1"0"0,8 0 0,2 0 0,8 0 0,3 0 0,-13 0 0,2 1 0,-1-2 0,1-4 0,0-1 0,-2 1 0,4 3 0,-1 0 0,6-6 0,-4 0 0,0 8 0,-9 0 0,-1 0 0,8 0 0,-9 0 0,3 0 0,-11 0 0,15 0 0,-15 0 0,-5 0 0,1 0 0,-28 0 0,8 0 0,-25 0 0,-8 0 0,12 0 0,-1 0 0,-16 0 0,-1 0 0,12 0 0,0 0 0,-4 0 0,-1 0 0,0 0 0,2 0 0,6 0 0,1 0 0,-7 0 0,1 0 0,-6 0 0,13 0 0,1 0 0,-10 0 0,-1 0 0,1 0 0,15 0 0,-11 0 0,27 0 0,-27 0 0,27 0 0,4 0 0,4 0 0,27 0 0,-27-15 0,27 11 0,-11-12 0,0 16 0,11 0 0,-11 0 0,15 0 0,0 0 0,0 0 0,-9 0 0,-1 0 0,15 0 0,-15 0 0,1 0 0,9 0 0,0 0 0,0 0 0,1 0 0,-1 0 0,-15 0 0,11 0 0,-27 0 0,12 0 0,-9 0 0,-5 0 0,22 0 0,-20 0 0,11 0 0,-15 0 0,0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7:41:17.1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11324 14235 24575,'20'0'0,"27"0"0,-8 0 0,1 0 0,6 0 0,-10 0 0,2 0 0,2 0-690,6 0 0,2 0 0,1 0 690,-8 0 0,2 0 0,-1 0 0,1 0 0,-3 0 0,1 0 0,-1 0 0,-1 0 0,10 0 0,-2 0 0,-2 0 133,-8 0 1,-2 0-1,-1 0-133,10 0 0,-2 0 0,-6 0 0,-1 0 0,0 0 0,1 0 0,3 0 0,0 0 0,-10 0 0,-1 0 1565,15 0-1565,-12 0 105,-11 0-105,-1 0 0,13 0 0,-13 0 0,17 0 0,-1 0 0,0 0 0,1 0 0,-1-16 0,0 12 0,0-12 0,-10 15 0,1 2 0,9 0 0,1-2 0,-7-6 0,1-1 0,4 6 0,-2 0 0,4-14 0,-1 16 0,0 0 0,-10 1 0,1-2 0,21-15 0,-6 15 0,2-2 0,-9-12 0,-1-1 0,11 14 0,-2 0 0,-14-14 0,-1 1 0,6 13 0,1 0 0,-6-14 0,-1 1 0,0 12 0,1 2 0,5-8 0,0 2 0,-5 6 0,-1 2 0,0 0 0,1-2 0,13-7 0,0 0 0,-11 6 0,-1 0 0,13-6 0,2 1 0,-4 6 0,-1 2 0,-11-1 0,0 0 0,11 0 0,-3 0 0,3 0 0,-13 0 0,-1 0 0,10 0 0,1 0 0,-1 0 0,0 0 0,-15 0 0,11 0 0,-27 0 0,43-16 0,-23 12 0,7-11 0,4-1 0,-7 14 0,-1 0 0,8-14 0,1 0 0,-1 14 0,0 0 0,1-13 0,-1-1 0,-7 14 0,-1 0 0,-1-6 0,-1 1 0,10 7 0,-15 0 0,3 0 0,-21 0 0,22 0 0,-21 0 0,13 0 0,-16 15 0,0-11 0,0 27 0,0-27 0,0 12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7:41:45.6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11183 15963 24575,'26'0'0,"-1"0"0,16 0 0,4 0 0,-5 0 0,2 0 0,2 0-820,-4 0 1,2 0 0,1 0 0,0 0 641,5 0 1,1 0 0,0 0 0,-1 0 177,0 0 0,-1 0 0,0 0 0,-1 0 0,-4 0 0,-2 0 0,0 0 0,-1 0 251,9 0 1,-2 0-1,-3 0-251,4 0 0,-4 0 378,0 0 1,1 0-379,-9 0 0,2 0 0,0 0 0,0 0 0,0 0 0,1 0-351,10 0 0,3 0 0,-1 0 351,-3 0 0,0 0 0,0 0 0,1 0 0,0 0 0,-3 0 0,-7 0 0,-2 0 0,0 0 646,-1 0 0,0 0 0,-3 0-646,4 0 0,-1 0 0,7 0 0,2 0 0,-3 1 0,0-2 0,-7-3 0,1-3 0,0 3 0,14 2 0,0 0 0,-4-6 0,0 0 0,-11 7 0,1 3 0,-2-3 0,4-7 0,1 0 0,-5 6 0,2 2 0,-2-2 0,5-6 0,-1 1 0,-4 6 0,1 2 0,1-1 0,0-5 0,1-1 0,-1 1 0,8 3 0,0 0 0,-5-2 0,2-2 0,-2 0 0,3-2 0,0 1 0,-7 5 0,3 3 0,-2-4 0,10-13 0,0 0 196,-1 14 0,-2 0-196,-14-6 0,-1 1 0,-2 6 0,1 2 0,0 0 0,-1-2 1198,14-15-1198,-4 12 0,-3-11 0,-28 15 0,27 0 0,-11 0 0,-1 0 0,13 0 0,-29 0 0,29 0 0,-28 0 0,27 0 0,-11 0 0,-1 0 0,-3 0 0,-16 0 0,0 15 0,0-11 0,0 12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7:42:59.1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30515 11395 24575,'43'0'0,"-10"0"0,3 0 0,11 0 0,4 0-584,-10 0 0,1 1 0,0-2 584,0-4 0,0-1 0,0 1 0,-1 4 0,0 1 0,-2-3 0,-2-6 0,-2-4 0,-1 4 283,12 6 1,-2 2-284,0-7 0,-1 0 144,-7 7 1,-2 2-145,13-1 0,-14 0 0,-1 0 0,15 0 448,-20 0 0,1 0-448,5 0 0,0 0 0,-4 0 0,-3 0 0,13 0 0,9 0 0,-45 0 0,13 0 0</inkml:trace>
  <inkml:trace contextRef="#ctx0" brushRef="#br0" timeOffset="3350">30551 9772 24575,'45'0'0,"-18"0"0,4 0 0,-11 0 0,0 0 0,11 0 0,-27 0 0,27 0 0,-27 0 0,12 0 0</inkml:trace>
  <inkml:trace contextRef="#ctx0" brushRef="#br0" timeOffset="12617">21184 3986 24575,'26'0'0,"-1"0"0,9 0 0,3 0 0,7 0 0,2 0 0,-1 0 0,0 0 0,-11 0 0,0 0 0,0 0 0,11 0 0,0 0 0,-10 0 0,0 0 0,1 0 0,0 0 0,-1 0 0,0 0 0,11 0 0,-2 0 0,-3 0 0,-4 0 0,-8 2 0,-5-4 0,4-13 0,3 11 0,-11-12 0,3 15 0,5 2 0,14-8 0,2-2 0,-5 7 0,0 1 0,5-6 0,-1-2 0,-9 0 0,-2 2 0,7 3 0,-6-4 0,1 1 0,-7 6 0,1 2 0,7-1 0,0 0 0,1 0 0,-1 0 0,-7 1 0,-1-2 0,-2-7 0,1 0 0,5 6 0,-3 0 0,-3-14 0,5 15 0,-5 2 0,-21-1 0,12 0 0,-16 0 0</inkml:trace>
  <inkml:trace contextRef="#ctx0" brushRef="#br0" timeOffset="19834">21431 2328 24575,'16'20'0,"4"-4"0,15-16 0,0 0 0,0 0 0,1 0 0,-17 0 0,13 0 0,-13 0 0,16 0 0,1 0 0,-1 0 0,0 0 0,1 0 0,-17 0 0,13 0 0,-29 0 0,29 0 0,-28 0 0,11 0 0,1 0 0,-12 0 0,12 0 0,-1 0 0,-11 0 0,28 0 0,-28 0 0,11 0 0,-15 0 0,16 0 0,-12 0 0,12 0 0,-9 0 0,-5 0 0,6 0 0,-8 0 0</inkml:trace>
  <inkml:trace contextRef="#ctx0" brushRef="#br0" timeOffset="32617">13018 11254 24575,'35'0'0,"0"0"0,-2 0 0,1 0 0,9 0 0,6 0 0,0 0 0,-6 0 0,-9 0 0,-1 0 0,2 0 0,0 0 0,-15 0 0,11 0 0,0 0 0,-11 0 0,11 0 0,3 0 0,9 0 0,-4 0 0,-13 0 0,-1 0 0,10 0 0,-15 0 0,11 0 0,-11 0 0,15 0 0,-15-16 0,11 12 0,-11-12 0,15 16 0,0 0 0,0-15 0,-15 11 0,11-12 0,-11 16 0,0 0 0,11 0 0,-27 0 0,12 0 0,-1 0 0,-11 0 0,12 0 0,-16 0 0,16 0 0,-13 0 0,13 0 0,0 0 0,-12 0 0,11 0 0,1 0 0,-12 0 0,27 0 0,-27 0 0,12 0 0</inkml:trace>
  <inkml:trace contextRef="#ctx0" brushRef="#br0" timeOffset="34484">13123 9560 24575,'26'0'0,"-1"0"0,9 0 0,3 0 0,7 0 0,2 0 0,-11 0 0,1 0 0,-1 0 0,10 0 0,0 0 0,2 0 0,0 0 0,-2 0 0,-2 0 0,-2 0 0,1 0 0,2 0 0,-2 0 0,-14 0 0,-1 0 0,0 0 0,-3 0 0,-5 0 0,-3 0 0</inkml:trace>
  <inkml:trace contextRef="#ctx0" brushRef="#br0" timeOffset="42600">21255 16969 24575,'35'0'0,"-10"0"0,1 0 0,13 0 0,-13 0 0,-1 0 0,11 0 0,-11 0 0,0 0 0,15 0 0,-7 0 0,0 0 0,7 0 0,-7 0 0,0 0 0,6 0 0,-14 0 0,1 0 0,0 0 0,-1 0 0,14 0 0,-13-8 0,-1 0 0,2 7 0,-3-2 0,-4-13 0,0 1 0,23 11 0,-10-12 0,10 0 0,-4 12 0,-3-11 0,-5 15 0,-11-16 0,15 12 0,0-11 0,-10 6 0,1 2 0,13 3 0,-5-12 0,-1 1 0,6 11 0,-12-5 0,-3 2 0,-4 7 0,11 0 0,-27 0 0,12 0 0,-16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7:45:07.3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30339 17903 24575,'-35'0'0,"-4"0"0,-5 0 0,-1 0 0,-4 0-928,5 0-1,-4 0 1,-1 0 928,10 0 0,0 0 0,0 0 0,-1 0 0,2 0 0,1 0 0,-1 0 0,-2 0 0,-6 0 0,-2 0 0,-1 0 0,2 0 0,7 1 0,1 0 0,1 0 0,-1-4 0,-5-1 0,0-3 0,1-2 0,1-2 0,5 0 0,1-2 0,1-2 0,2-1 0,-6-7 0,3-2 0,1-1 294,4 2 1,1 0 0,5 1-295,5 1 0,5 1 458,-1-12-458,32 21 0,13 4 0,8 0 0,8 0 0,4 1-389,-9 5 1,4 1 0,1 1 0,-1-1 388,6-4 0,-1-1 0,1 1 0,-7 4 0,1 1 0,0 1 0,-3-1 416,1 0 0,-3 0 1,-2 0-417,9 0 0,-4 0 0,-11 0 0,-3 0 0,7 0 0,-15 0 0,11 0 1663,-27 0-1663,27 0 84,-27-16-84,12-3 0,-16-1 0,0 5 0,-32 11 0,-14 8 0,3-4 0,-5 0-629,6-3 0,-6-1 0,-2-1 0,0 1 629,10 1 0,-1 0 0,1-1 0,-1 0 0,0-2 0,-2-2 0,-1-2 0,1-2 0,0 1 0,0 1 0,1 2 0,1 1 0,-1 0 0,2-1 0,1-1-123,-3-3 0,1-2 0,2 0 0,2 3 123,-16 2 0,8-1 0,10-22 0,39 28 0,26-5 0,14 3 0,-10 8 0,2 5 0,2-1-418,2-1 0,2-1 0,1 1 1,1 1 417,1 2 0,0 0 0,1 2 0,-2-1 0,-2 0 0,-1-1 0,-1 1 0,-2 0 715,5 2 1,-2 1-1,-4 1-715,2 4 0,-7 1 505,3 2-505,-3-5 0,-29-15 0,13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8162804-B246-4973-81E8-228E8D571902}" type="datetimeFigureOut">
              <a:rPr lang="en-AU" smtClean="0"/>
              <a:t>1/2/2026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F9F5347-3E6A-4C40-928A-729612897D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4204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0550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ACD8A-2400-2C00-6F2C-9190B21E0E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EF36F3-3952-0133-0278-20C6F53FE0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02343-E86A-8C0B-3B90-836BF68C5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EF993-8C17-4AA1-A568-B2EE0046F6BB}" type="datetime1">
              <a:rPr lang="en-AU" smtClean="0"/>
              <a:t>1/2/2026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D854B-C511-D8BC-0994-D98601142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B54A2-AE0B-1668-59E8-E383EDFCD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0945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781CB-AB4A-925E-7597-0EABFE98E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59CD2-5433-7357-4B3B-143197775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A05232-1743-FEF0-6814-58C4BB843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3F544-1CF7-4940-8A71-C151BB078596}" type="datetime1">
              <a:rPr lang="en-AU" smtClean="0"/>
              <a:t>1/2/2026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15800-5861-AFF9-E5AF-DE6806CA8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3E062-97C8-5008-312A-C67B6C7C1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4450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76FF2-3DA3-89BE-1658-5AE3BA066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10EF4-6A5F-800A-87E3-F2832E2AB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43256-7716-AE2D-06F1-F4AD4D13A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9A0B8-47BE-4EBE-895C-4C62B36C50AF}" type="datetime1">
              <a:rPr lang="en-AU" smtClean="0"/>
              <a:t>1/2/2026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E324F-A5F7-4E25-5FC6-AB38053C2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6BDA5-F861-569B-F4BC-9F9206E77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2014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C4ED9-516B-04BC-DD47-08E42CB00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0AB43-7127-38D8-EBC3-A5FDA6868E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1D0094-E82C-80BC-B5E5-B5F4233431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393F4A-D2C6-6C74-52CA-7E2860EC1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7689D-5032-4671-91C5-541D88033229}" type="datetime1">
              <a:rPr lang="en-AU" smtClean="0"/>
              <a:t>1/2/2026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1B25A6-C4CE-3CFD-B4DF-B60FC6A8E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3695D8-7E92-05EC-E0AA-B17C8963A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8049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35F26-DB6A-E18B-72E4-58A300DF4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140866-3E32-3CE1-7436-F834AA167C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DB4D0E-C11C-C427-604D-4278845B02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4F3FDC-6D83-F9F9-CB63-1FE6ADD159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6E5395-6A27-69D5-410F-96074F0722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AB417F-E1AB-973C-D654-E47D70A8B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A03C3-44F2-41B6-ADB8-009D9A974BEC}" type="datetime1">
              <a:rPr lang="en-AU" smtClean="0"/>
              <a:t>1/2/2026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E0E4D8-8355-AAC5-6E67-C4DA0E413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AAED98-6E2A-2155-0BD1-0D8287C40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5343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F7E38-69D8-C4EE-DE3C-5696CFC96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4E5530-6714-3CAA-A237-6FA35E6C9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176C-6D36-44C4-8474-01BB2AF97904}" type="datetime1">
              <a:rPr lang="en-AU" smtClean="0"/>
              <a:t>1/2/2026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C7EE88-A0F0-7D7B-4320-5B4CCBF3A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DB7C3F-6305-9FC7-AA11-F6BFE8E35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8746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5D3BAB-E3C9-4760-326D-4F49396B2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F4B4C-1DF1-4DDF-8F39-0671CF1075AF}" type="datetime1">
              <a:rPr lang="en-AU" smtClean="0"/>
              <a:t>1/2/2026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EE3234-1395-F931-ED26-551D35D35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851403-1008-EF7A-234F-E31AA9D50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19547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F9620-5DFA-6923-FF3B-9E16804DA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D3061-0349-6DA2-FC5E-2E9ADCE7A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8E0021-E475-AC83-B5E1-EFD885A8F1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48A428-22B5-DF09-F753-147361477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863CD-B029-4C34-BC29-C1A363BBC9B9}" type="datetime1">
              <a:rPr lang="en-AU" smtClean="0"/>
              <a:t>1/2/2026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8D4997-A974-A215-E061-68CF34200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DF231-3C4D-0EB8-B350-CAC3072E6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9242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AE0A9-027D-D539-DB2D-883C0A266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A47153-C891-A893-A30B-A82039C911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3AA4B1-546F-6BE1-B72D-3DED5567C9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6BCB47-C75C-5ECA-9313-341F48890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F883F-65A2-4D24-B482-47EA72C1614F}" type="datetime1">
              <a:rPr lang="en-AU" smtClean="0"/>
              <a:t>1/2/2026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AFCDEA-1AEB-2B86-8766-4759BFC0A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0920C5-5DD4-FCC5-B147-3E1321326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489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D111D-F52E-C6AB-6AB5-75792C5B5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3B63AC-66B2-C3D9-5F9B-0FE74B937A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E133F-4A43-D603-1902-8699F1E96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588EE-5698-4527-9DB2-ACD518686AB3}" type="datetime1">
              <a:rPr lang="en-AU" smtClean="0"/>
              <a:t>1/2/2026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4ABFF-7114-0E6E-F699-476DEDB48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933E27-1DD4-4A74-4AE5-CEC262C6F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1627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99EDDC-35F9-651B-C758-222A4C63E8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AB0BCE-B8B5-E416-22A0-76CFC8EBA5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114BC-A925-2C44-153F-7F6446146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AEAFD-673C-49C9-9E87-345916F4966D}" type="datetime1">
              <a:rPr lang="en-AU" smtClean="0"/>
              <a:t>1/2/2026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52B30-89B8-7495-FB74-F99674BBD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7DB80-C397-B407-8682-2264DDA92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5094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446106-232E-9C9F-A17C-1A1F64DCB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AECC97-54D5-9DBE-2C28-6D223DA21D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E8168-8EB8-BBC6-8D20-3F5436EDF0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6482F6-BAC0-4446-873D-C3498BDB5CA0}" type="datetime1">
              <a:rPr lang="en-AU" smtClean="0"/>
              <a:t>1/2/2026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E1A4E-FDE6-0348-810F-99E3E87CFE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A29D13-3CF7-1E3C-5E2F-D830C41475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2593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C5772175-955A-4811-B3D9-A03023BEFF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0AE98B72-66C6-4AB4-AF0D-BA830DE86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80619" y="381383"/>
            <a:ext cx="6858000" cy="6095233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407EAFC6-733F-403D-BB4D-05A3A2874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24724" y="126724"/>
            <a:ext cx="6346209" cy="6113044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17A36730-4CB0-4F61-AD11-A44C97658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792937" y="2554938"/>
            <a:ext cx="2501979" cy="6104139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Oval 1038">
            <a:extLst>
              <a:ext uri="{FF2B5EF4-FFF2-40B4-BE49-F238E27FC236}">
                <a16:creationId xmlns:a16="http://schemas.microsoft.com/office/drawing/2014/main" id="{767334AB-16BD-4EC7-8C6B-4B5171600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1245782" y="1257085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C69C79E1-F916-4929-A4F3-DE763D4BF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85457" y="385455"/>
            <a:ext cx="6858001" cy="608709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00C86EF7-5EC4-4682-A7BD-444DA4916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760" y="10141"/>
            <a:ext cx="5608469" cy="6858864"/>
          </a:xfrm>
          <a:prstGeom prst="rect">
            <a:avLst/>
          </a:prstGeom>
          <a:gradFill>
            <a:gsLst>
              <a:gs pos="21000">
                <a:schemeClr val="accent1">
                  <a:lumMod val="75000"/>
                  <a:alpha val="6000"/>
                </a:schemeClr>
              </a:gs>
              <a:gs pos="99000">
                <a:schemeClr val="accent1">
                  <a:lumMod val="50000"/>
                  <a:alpha val="33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D35B3B-97F8-53B4-0820-5D8414186F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00" y="457199"/>
            <a:ext cx="4494652" cy="3465177"/>
          </a:xfrm>
        </p:spPr>
        <p:txBody>
          <a:bodyPr anchor="b">
            <a:normAutofit/>
          </a:bodyPr>
          <a:lstStyle/>
          <a:p>
            <a:pPr algn="l"/>
            <a:r>
              <a:rPr lang="en-CA" sz="4400" dirty="0">
                <a:solidFill>
                  <a:srgbClr val="FFFFFF"/>
                </a:solidFill>
              </a:rPr>
              <a:t>Chapter 4</a:t>
            </a:r>
            <a:br>
              <a:rPr lang="en-CA" sz="4400" dirty="0">
                <a:solidFill>
                  <a:srgbClr val="FFFFFF"/>
                </a:solidFill>
              </a:rPr>
            </a:br>
            <a:r>
              <a:rPr lang="en-CA" sz="4400" dirty="0">
                <a:solidFill>
                  <a:srgbClr val="FFFFFF"/>
                </a:solidFill>
              </a:rPr>
              <a:t>Turtle Graphics</a:t>
            </a:r>
            <a:endParaRPr lang="en-AU" sz="44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7724C6-6D98-F980-728B-C2BA02D797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499" y="4745318"/>
            <a:ext cx="4506605" cy="1266530"/>
          </a:xfrm>
        </p:spPr>
        <p:txBody>
          <a:bodyPr>
            <a:normAutofit/>
          </a:bodyPr>
          <a:lstStyle/>
          <a:p>
            <a:pPr algn="l"/>
            <a:r>
              <a:rPr lang="en-CA" sz="2000">
                <a:solidFill>
                  <a:srgbClr val="FFFFFF"/>
                </a:solidFill>
              </a:rPr>
              <a:t>CMPT 120-D2 Spring 2026</a:t>
            </a:r>
            <a:endParaRPr lang="en-AU" sz="2000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211242-B5A3-D371-4A7A-C8E9982D7CD5}"/>
              </a:ext>
            </a:extLst>
          </p:cNvPr>
          <p:cNvSpPr txBox="1"/>
          <p:nvPr/>
        </p:nvSpPr>
        <p:spPr>
          <a:xfrm>
            <a:off x="6860453" y="866125"/>
            <a:ext cx="51618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/>
              <a:t>Notes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CA" sz="2400" b="1" dirty="0"/>
              <a:t>Assignment 2 </a:t>
            </a:r>
            <a:r>
              <a:rPr lang="en-CA" sz="2400" dirty="0"/>
              <a:t>due this week</a:t>
            </a:r>
          </a:p>
        </p:txBody>
      </p:sp>
    </p:spTree>
    <p:extLst>
      <p:ext uri="{BB962C8B-B14F-4D97-AF65-F5344CB8AC3E}">
        <p14:creationId xmlns:p14="http://schemas.microsoft.com/office/powerpoint/2010/main" val="311315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52642-B052-BF18-ADE2-4118A850E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Turtle Graphics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C6AA3-C85B-2663-6F5C-CD64770EBD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Turtle graphics is a way of making drawings</a:t>
            </a:r>
          </a:p>
          <a:p>
            <a:r>
              <a:rPr lang="en-US" dirty="0"/>
              <a:t>You imagine a turtle on the screen at some (x, y) position and facing some direction</a:t>
            </a:r>
          </a:p>
          <a:p>
            <a:r>
              <a:rPr lang="en-US" dirty="0"/>
              <a:t>It has a pen, so when it moves it draws a line</a:t>
            </a:r>
          </a:p>
          <a:p>
            <a:r>
              <a:rPr lang="en-US" dirty="0"/>
              <a:t>You draw shapes by giving the turtle commands like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forward(10)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left(90)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forward(25)</a:t>
            </a:r>
            <a:r>
              <a:rPr lang="en-US" dirty="0"/>
              <a:t>, …</a:t>
            </a:r>
          </a:p>
          <a:p>
            <a:r>
              <a:rPr lang="en-US" dirty="0"/>
              <a:t>Python has a rich turtle graphics library that you can use by writing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import turtle </a:t>
            </a:r>
            <a:r>
              <a:rPr lang="en-US" dirty="0"/>
              <a:t>at the top of your program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30EAAD-4332-2002-0D78-CD444FF6F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</a:t>
            </a:fld>
            <a:endParaRPr lang="en-AU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783156E-79B4-67DD-F4A3-AA518FF810F1}"/>
                  </a:ext>
                </a:extLst>
              </p14:cNvPr>
              <p14:cNvContentPartPr/>
              <p14:nvPr/>
            </p14:nvContentPartPr>
            <p14:xfrm>
              <a:off x="1123920" y="4463640"/>
              <a:ext cx="6071040" cy="185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783156E-79B4-67DD-F4A3-AA518FF810F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14560" y="4454280"/>
                <a:ext cx="6089760" cy="204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71719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37D42-C843-71B9-965B-13E13B135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CC1C1-1546-A58E-6016-5F30E6CA4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Turtle Graphics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6FFF4A-B2F4-B860-4680-279597E90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90FD19-E9F9-159A-CBD1-4052AF22F389}"/>
              </a:ext>
            </a:extLst>
          </p:cNvPr>
          <p:cNvSpPr txBox="1"/>
          <p:nvPr/>
        </p:nvSpPr>
        <p:spPr>
          <a:xfrm>
            <a:off x="3888828" y="2259724"/>
            <a:ext cx="2590774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import turtle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turtle.forward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(100)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turtle.left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(90)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turtle.forward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(100)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turtle.left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(90)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turtle.forward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(100)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turtle.left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(90)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turtle.forward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(100)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turtle.left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(90)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turtle.done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A91775E-44B4-4110-DB36-40413D8F879B}"/>
                  </a:ext>
                </a:extLst>
              </p14:cNvPr>
              <p14:cNvContentPartPr/>
              <p14:nvPr/>
            </p14:nvContentPartPr>
            <p14:xfrm>
              <a:off x="4064040" y="1073160"/>
              <a:ext cx="2705400" cy="15440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A91775E-44B4-4110-DB36-40413D8F879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54680" y="1063800"/>
                <a:ext cx="2724120" cy="1562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36699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D89BC-148E-DC6F-FB49-DD0C532E2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FFF18-7EFD-D824-C929-EA5E12E02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Turtle Graphics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E3041E-6FF3-DCB0-29E2-828ECAF93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5E29F4-3BAD-84BE-4DAD-2523906D93C3}"/>
              </a:ext>
            </a:extLst>
          </p:cNvPr>
          <p:cNvSpPr txBox="1"/>
          <p:nvPr/>
        </p:nvSpPr>
        <p:spPr>
          <a:xfrm>
            <a:off x="3888828" y="2259724"/>
            <a:ext cx="2590774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import turtle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turtle.forward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(100)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turtle.left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(90)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turtle.forward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(100)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turtle.left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(90)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turtle.forward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(100)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turtle.left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(90)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turtle.forward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(100)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turtle.left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(90)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turtle.done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pic>
        <p:nvPicPr>
          <p:cNvPr id="6" name="Picture 5" descr="A black arrow pointing to a white background&#10;&#10;AI-generated content may be incorrect.">
            <a:extLst>
              <a:ext uri="{FF2B5EF4-FFF2-40B4-BE49-F238E27FC236}">
                <a16:creationId xmlns:a16="http://schemas.microsoft.com/office/drawing/2014/main" id="{8E54DD2B-976E-A8FC-FC4D-DF91E1FC9F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5" t="3196" r="3119" b="5082"/>
          <a:stretch>
            <a:fillRect/>
          </a:stretch>
        </p:blipFill>
        <p:spPr>
          <a:xfrm>
            <a:off x="7746124" y="1902372"/>
            <a:ext cx="3142593" cy="305851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CFD1B3B-7673-54F7-9FDD-ECF6440117DA}"/>
                  </a:ext>
                </a:extLst>
              </p14:cNvPr>
              <p14:cNvContentPartPr/>
              <p14:nvPr/>
            </p14:nvContentPartPr>
            <p14:xfrm>
              <a:off x="7702560" y="5060880"/>
              <a:ext cx="317160" cy="262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CFD1B3B-7673-54F7-9FDD-ECF6440117D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93200" y="5051520"/>
                <a:ext cx="335880" cy="45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05585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639F1-79F8-2501-B436-D02F4FA0E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5AF65-D9C6-8DE1-26E0-EDA6D3E32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Turtle Graphics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CE23DC-351A-650D-9F00-7C1BCF014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0C0E89-C1CF-8E95-744C-33D893BC2655}"/>
              </a:ext>
            </a:extLst>
          </p:cNvPr>
          <p:cNvSpPr txBox="1"/>
          <p:nvPr/>
        </p:nvSpPr>
        <p:spPr>
          <a:xfrm>
            <a:off x="3888828" y="2259724"/>
            <a:ext cx="2590774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import turtle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turtle.forward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(100)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turtle.left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(90)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turtle.forward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(100)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turtle.left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(90)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turtle.forward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(100)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turtle.left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(90)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turtle.forward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(100)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turtle.left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(90)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turtle.done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pic>
        <p:nvPicPr>
          <p:cNvPr id="6" name="Picture 5" descr="A black arrow pointing to a white background&#10;&#10;AI-generated content may be incorrect.">
            <a:extLst>
              <a:ext uri="{FF2B5EF4-FFF2-40B4-BE49-F238E27FC236}">
                <a16:creationId xmlns:a16="http://schemas.microsoft.com/office/drawing/2014/main" id="{57CA7273-E088-CDC2-CA10-2CF928B0D9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5" t="3196" r="3119" b="5082"/>
          <a:stretch>
            <a:fillRect/>
          </a:stretch>
        </p:blipFill>
        <p:spPr>
          <a:xfrm>
            <a:off x="7746124" y="1902372"/>
            <a:ext cx="3142593" cy="30585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679BE2B-E0AA-DEDC-04F2-B78113D23A06}"/>
              </a:ext>
            </a:extLst>
          </p:cNvPr>
          <p:cNvSpPr txBox="1"/>
          <p:nvPr/>
        </p:nvSpPr>
        <p:spPr>
          <a:xfrm>
            <a:off x="418071" y="1856992"/>
            <a:ext cx="1980331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Gives access to turtle graphics.</a:t>
            </a:r>
            <a:endParaRPr lang="en-AU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B657624-A12A-95EB-AD6E-0209080ECAC7}"/>
              </a:ext>
            </a:extLst>
          </p:cNvPr>
          <p:cNvCxnSpPr>
            <a:stCxn id="3" idx="3"/>
          </p:cNvCxnSpPr>
          <p:nvPr/>
        </p:nvCxnSpPr>
        <p:spPr>
          <a:xfrm>
            <a:off x="2398402" y="2180158"/>
            <a:ext cx="1490426" cy="2788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4432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7B0EC-326C-88B5-15AA-1014DB8EE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394C6-C61B-51CD-2B04-0A8FD2CE8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Turtle Graphics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86891-67EB-FDC5-4F5D-CE95A31B1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57D4AE-936A-613C-82DF-B7C1E283BF75}"/>
              </a:ext>
            </a:extLst>
          </p:cNvPr>
          <p:cNvSpPr txBox="1"/>
          <p:nvPr/>
        </p:nvSpPr>
        <p:spPr>
          <a:xfrm>
            <a:off x="3888828" y="2259724"/>
            <a:ext cx="2590774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import turtle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turtle.forward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(100)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turtle.left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(90)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turtle.forward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(100)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turtle.left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(90)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turtle.forward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(100)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turtle.left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(90)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turtle.forward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(100)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turtle.left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(90)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turtle.done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pic>
        <p:nvPicPr>
          <p:cNvPr id="6" name="Picture 5" descr="A black arrow pointing to a white background&#10;&#10;AI-generated content may be incorrect.">
            <a:extLst>
              <a:ext uri="{FF2B5EF4-FFF2-40B4-BE49-F238E27FC236}">
                <a16:creationId xmlns:a16="http://schemas.microsoft.com/office/drawing/2014/main" id="{60E0D199-9651-9AB2-DB9D-A69B49E153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5" t="3196" r="3119" b="5082"/>
          <a:stretch>
            <a:fillRect/>
          </a:stretch>
        </p:blipFill>
        <p:spPr>
          <a:xfrm>
            <a:off x="7746124" y="1902372"/>
            <a:ext cx="3142593" cy="30585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63CEECE-187C-43C5-39C2-C13133B3F52C}"/>
              </a:ext>
            </a:extLst>
          </p:cNvPr>
          <p:cNvSpPr txBox="1"/>
          <p:nvPr/>
        </p:nvSpPr>
        <p:spPr>
          <a:xfrm>
            <a:off x="418071" y="1856992"/>
            <a:ext cx="1980331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Gives access to turtle graphics.</a:t>
            </a:r>
            <a:endParaRPr lang="en-AU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A8E49AA-1C1D-B574-FA98-1499D7360F34}"/>
              </a:ext>
            </a:extLst>
          </p:cNvPr>
          <p:cNvCxnSpPr>
            <a:stCxn id="3" idx="3"/>
          </p:cNvCxnSpPr>
          <p:nvPr/>
        </p:nvCxnSpPr>
        <p:spPr>
          <a:xfrm>
            <a:off x="2398402" y="2180158"/>
            <a:ext cx="1490426" cy="2788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52F24AB-D5FC-76D6-ED7C-8CF970590D3E}"/>
              </a:ext>
            </a:extLst>
          </p:cNvPr>
          <p:cNvSpPr txBox="1"/>
          <p:nvPr/>
        </p:nvSpPr>
        <p:spPr>
          <a:xfrm>
            <a:off x="1048265" y="3830231"/>
            <a:ext cx="1980331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Draws a square.</a:t>
            </a:r>
            <a:endParaRPr lang="en-AU" dirty="0"/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2D640D14-AD18-9826-A0ED-0032A57CE3DC}"/>
              </a:ext>
            </a:extLst>
          </p:cNvPr>
          <p:cNvSpPr/>
          <p:nvPr/>
        </p:nvSpPr>
        <p:spPr>
          <a:xfrm>
            <a:off x="3357079" y="2948465"/>
            <a:ext cx="345989" cy="208928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E7EE96F-BF3F-A410-C125-7C928C343296}"/>
                  </a:ext>
                </a:extLst>
              </p14:cNvPr>
              <p14:cNvContentPartPr/>
              <p14:nvPr/>
            </p14:nvContentPartPr>
            <p14:xfrm>
              <a:off x="4076640" y="4984920"/>
              <a:ext cx="1530720" cy="1400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E7EE96F-BF3F-A410-C125-7C928C34329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67280" y="4975560"/>
                <a:ext cx="1549440" cy="158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39799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5B3B6-7FE5-649C-17DC-2623B62FB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ECAEA-3053-7722-D325-2F2105080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Turtle Graphics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5CEC67-CD4B-14B1-B708-11A603535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7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6013A7-4C2F-0645-421D-35BA41004435}"/>
              </a:ext>
            </a:extLst>
          </p:cNvPr>
          <p:cNvSpPr txBox="1"/>
          <p:nvPr/>
        </p:nvSpPr>
        <p:spPr>
          <a:xfrm>
            <a:off x="3888828" y="2259724"/>
            <a:ext cx="2590774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import turtle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turtle.forward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(100)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turtle.left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(90)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turtle.forward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(100)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turtle.left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(90)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turtle.forward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(100)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turtle.left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(90)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turtle.forward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(100)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turtle.left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(90)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turtle.done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pic>
        <p:nvPicPr>
          <p:cNvPr id="6" name="Picture 5" descr="A black arrow pointing to a white background&#10;&#10;AI-generated content may be incorrect.">
            <a:extLst>
              <a:ext uri="{FF2B5EF4-FFF2-40B4-BE49-F238E27FC236}">
                <a16:creationId xmlns:a16="http://schemas.microsoft.com/office/drawing/2014/main" id="{6548404D-FAC7-4AA7-D220-30B80B9100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5" t="3196" r="3119" b="5082"/>
          <a:stretch>
            <a:fillRect/>
          </a:stretch>
        </p:blipFill>
        <p:spPr>
          <a:xfrm>
            <a:off x="7746124" y="1902372"/>
            <a:ext cx="3142593" cy="30585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3025304-5321-860A-1372-E6E90DB645BD}"/>
              </a:ext>
            </a:extLst>
          </p:cNvPr>
          <p:cNvSpPr txBox="1"/>
          <p:nvPr/>
        </p:nvSpPr>
        <p:spPr>
          <a:xfrm>
            <a:off x="418071" y="1856992"/>
            <a:ext cx="1980331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Gives access to turtle graphics.</a:t>
            </a:r>
            <a:endParaRPr lang="en-AU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137691E-22BF-69EE-794C-D16571890F99}"/>
              </a:ext>
            </a:extLst>
          </p:cNvPr>
          <p:cNvCxnSpPr>
            <a:stCxn id="3" idx="3"/>
          </p:cNvCxnSpPr>
          <p:nvPr/>
        </p:nvCxnSpPr>
        <p:spPr>
          <a:xfrm>
            <a:off x="2398402" y="2180158"/>
            <a:ext cx="1490426" cy="2788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8A74A10-D7DC-E07F-BBA9-7D9DB2650253}"/>
              </a:ext>
            </a:extLst>
          </p:cNvPr>
          <p:cNvSpPr txBox="1"/>
          <p:nvPr/>
        </p:nvSpPr>
        <p:spPr>
          <a:xfrm>
            <a:off x="1048265" y="3830231"/>
            <a:ext cx="1980331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Draws a square.</a:t>
            </a:r>
            <a:endParaRPr lang="en-AU" dirty="0"/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CC70E0D0-2322-9716-BE31-7A5542BE40C5}"/>
              </a:ext>
            </a:extLst>
          </p:cNvPr>
          <p:cNvSpPr/>
          <p:nvPr/>
        </p:nvSpPr>
        <p:spPr>
          <a:xfrm>
            <a:off x="3357079" y="2948465"/>
            <a:ext cx="345989" cy="208928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968E75-0B06-988B-E571-2E0D883D348A}"/>
              </a:ext>
            </a:extLst>
          </p:cNvPr>
          <p:cNvSpPr txBox="1"/>
          <p:nvPr/>
        </p:nvSpPr>
        <p:spPr>
          <a:xfrm>
            <a:off x="570471" y="5676044"/>
            <a:ext cx="182793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Stops screen from closing immediately.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C199ADC-17E8-1B28-508F-553BC3FB54E6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2398403" y="5491378"/>
            <a:ext cx="1490425" cy="646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C7C3684-15E3-8D5E-DE84-1530A8505AAB}"/>
                  </a:ext>
                </a:extLst>
              </p14:cNvPr>
              <p14:cNvContentPartPr/>
              <p14:nvPr/>
            </p14:nvContentPartPr>
            <p14:xfrm>
              <a:off x="4025880" y="5670720"/>
              <a:ext cx="1549800" cy="766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C7C3684-15E3-8D5E-DE84-1530A8505AA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16520" y="5661360"/>
                <a:ext cx="1568520" cy="95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88429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732C5-D81C-C53B-CD8B-047207D37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7458B-E243-CE2A-C281-3172277B2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Turtle Graphics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B7ADB2-962D-7AE3-8325-90AFC5D76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8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6D6796-515E-33DE-7B6E-2F8EAE31D39F}"/>
              </a:ext>
            </a:extLst>
          </p:cNvPr>
          <p:cNvSpPr txBox="1"/>
          <p:nvPr/>
        </p:nvSpPr>
        <p:spPr>
          <a:xfrm>
            <a:off x="3888828" y="2259724"/>
            <a:ext cx="2590774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import turtle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turtle.forward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(100)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turtle.left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(90)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turtle.forward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(100)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turtle.left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(90)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turtle.forward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(100)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turtle.left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(90)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turtle.forward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(100)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turtle.left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(90)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turtle.done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1D1F0D-86A0-BECD-0442-867EB3528126}"/>
              </a:ext>
            </a:extLst>
          </p:cNvPr>
          <p:cNvSpPr txBox="1"/>
          <p:nvPr/>
        </p:nvSpPr>
        <p:spPr>
          <a:xfrm>
            <a:off x="418071" y="1856992"/>
            <a:ext cx="1980331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Gives access to turtle graphics.</a:t>
            </a:r>
            <a:endParaRPr lang="en-AU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EEAF08F-F3C3-2E04-F903-5A0B067CB31B}"/>
              </a:ext>
            </a:extLst>
          </p:cNvPr>
          <p:cNvCxnSpPr>
            <a:stCxn id="13" idx="3"/>
          </p:cNvCxnSpPr>
          <p:nvPr/>
        </p:nvCxnSpPr>
        <p:spPr>
          <a:xfrm>
            <a:off x="2398402" y="2180158"/>
            <a:ext cx="1490426" cy="2788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DC16A2C-3D11-5A01-2201-B41857177323}"/>
              </a:ext>
            </a:extLst>
          </p:cNvPr>
          <p:cNvSpPr txBox="1"/>
          <p:nvPr/>
        </p:nvSpPr>
        <p:spPr>
          <a:xfrm>
            <a:off x="1048265" y="3830231"/>
            <a:ext cx="1980331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Draws a square.</a:t>
            </a:r>
            <a:endParaRPr lang="en-AU" dirty="0"/>
          </a:p>
        </p:txBody>
      </p:sp>
      <p:sp>
        <p:nvSpPr>
          <p:cNvPr id="17" name="Left Brace 16">
            <a:extLst>
              <a:ext uri="{FF2B5EF4-FFF2-40B4-BE49-F238E27FC236}">
                <a16:creationId xmlns:a16="http://schemas.microsoft.com/office/drawing/2014/main" id="{07481213-1D97-C102-4268-E89F16913D13}"/>
              </a:ext>
            </a:extLst>
          </p:cNvPr>
          <p:cNvSpPr/>
          <p:nvPr/>
        </p:nvSpPr>
        <p:spPr>
          <a:xfrm>
            <a:off x="3357079" y="2948465"/>
            <a:ext cx="345989" cy="208928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9DD040-6E4B-1AC5-E955-C85C6FD0534E}"/>
              </a:ext>
            </a:extLst>
          </p:cNvPr>
          <p:cNvSpPr txBox="1"/>
          <p:nvPr/>
        </p:nvSpPr>
        <p:spPr>
          <a:xfrm>
            <a:off x="570471" y="5676044"/>
            <a:ext cx="182793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Stops screen from closing immediately.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EE70C9B-82C9-10CD-57D3-4E8654FB9152}"/>
              </a:ext>
            </a:extLst>
          </p:cNvPr>
          <p:cNvCxnSpPr>
            <a:cxnSpLocks/>
            <a:stCxn id="18" idx="3"/>
          </p:cNvCxnSpPr>
          <p:nvPr/>
        </p:nvCxnSpPr>
        <p:spPr>
          <a:xfrm flipV="1">
            <a:off x="2398403" y="5491378"/>
            <a:ext cx="1490425" cy="646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black arrow pointing to a white background&#10;&#10;AI-generated content may be incorrect.">
            <a:extLst>
              <a:ext uri="{FF2B5EF4-FFF2-40B4-BE49-F238E27FC236}">
                <a16:creationId xmlns:a16="http://schemas.microsoft.com/office/drawing/2014/main" id="{EF0DF9EB-DEF9-6FE7-53A2-CE2C8609B9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5" t="3196" r="3119" b="5082"/>
          <a:stretch>
            <a:fillRect/>
          </a:stretch>
        </p:blipFill>
        <p:spPr>
          <a:xfrm>
            <a:off x="7746124" y="1902372"/>
            <a:ext cx="3142593" cy="305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121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20F53-8A46-29A9-95C0-8A0F8D66C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DA302-3461-DF9A-515A-3C3437E11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240427" cy="1325563"/>
          </a:xfrm>
        </p:spPr>
        <p:txBody>
          <a:bodyPr/>
          <a:lstStyle/>
          <a:p>
            <a:r>
              <a:rPr lang="en-US" dirty="0"/>
              <a:t>Turtle Graphics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5F7B9B-B02C-A61D-B4E7-19AC79A93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9</a:t>
            </a:fld>
            <a:endParaRPr lang="en-AU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90D801C-8A36-1266-F47C-0A611686746A}"/>
              </a:ext>
            </a:extLst>
          </p:cNvPr>
          <p:cNvGrpSpPr/>
          <p:nvPr/>
        </p:nvGrpSpPr>
        <p:grpSpPr>
          <a:xfrm>
            <a:off x="6274819" y="1604190"/>
            <a:ext cx="4430252" cy="4115936"/>
            <a:chOff x="3342148" y="1690688"/>
            <a:chExt cx="4430252" cy="4115936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BF8D1C80-AC1E-40F8-767F-33B35F5499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76894" y="1690688"/>
              <a:ext cx="0" cy="4115936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4AF35E22-A896-B9BF-9723-47841F425B65}"/>
                </a:ext>
              </a:extLst>
            </p:cNvPr>
            <p:cNvCxnSpPr>
              <a:cxnSpLocks/>
            </p:cNvCxnSpPr>
            <p:nvPr/>
          </p:nvCxnSpPr>
          <p:spPr>
            <a:xfrm>
              <a:off x="3342148" y="3697737"/>
              <a:ext cx="4430252" cy="0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ADABB9F7-9827-3093-6485-134DC221FAD8}"/>
              </a:ext>
            </a:extLst>
          </p:cNvPr>
          <p:cNvSpPr/>
          <p:nvPr/>
        </p:nvSpPr>
        <p:spPr>
          <a:xfrm>
            <a:off x="6096000" y="1502352"/>
            <a:ext cx="4769707" cy="42177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73D6B4-0D3C-0719-E5E5-5E70BC49FC4A}"/>
              </a:ext>
            </a:extLst>
          </p:cNvPr>
          <p:cNvSpPr txBox="1"/>
          <p:nvPr/>
        </p:nvSpPr>
        <p:spPr>
          <a:xfrm>
            <a:off x="985629" y="1993626"/>
            <a:ext cx="232512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 default turtle screen coordinates are as in math …</a:t>
            </a:r>
            <a:endParaRPr lang="en-AU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67DF143-9924-CD4E-D708-257680F666A1}"/>
              </a:ext>
            </a:extLst>
          </p:cNvPr>
          <p:cNvSpPr txBox="1"/>
          <p:nvPr/>
        </p:nvSpPr>
        <p:spPr>
          <a:xfrm>
            <a:off x="2753498" y="4405750"/>
            <a:ext cx="232512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Turtle starts at the origin, at (0, 0) in the center of the screen. </a:t>
            </a:r>
            <a:endParaRPr lang="en-AU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3F984B8-2CCF-7746-D3F8-66C7B70DBF02}"/>
              </a:ext>
            </a:extLst>
          </p:cNvPr>
          <p:cNvCxnSpPr>
            <a:cxnSpLocks/>
            <a:stCxn id="21" idx="3"/>
          </p:cNvCxnSpPr>
          <p:nvPr/>
        </p:nvCxnSpPr>
        <p:spPr>
          <a:xfrm flipV="1">
            <a:off x="5078627" y="3752203"/>
            <a:ext cx="3017255" cy="11152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FCAC331-B1CA-3B21-3913-BF3DDB5FEB01}"/>
              </a:ext>
            </a:extLst>
          </p:cNvPr>
          <p:cNvSpPr txBox="1"/>
          <p:nvPr/>
        </p:nvSpPr>
        <p:spPr>
          <a:xfrm>
            <a:off x="2753498" y="5569545"/>
            <a:ext cx="2325129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It always starts facing to the </a:t>
            </a:r>
            <a:r>
              <a:rPr lang="en-CA" b="1" dirty="0"/>
              <a:t>right</a:t>
            </a:r>
            <a:r>
              <a:rPr lang="en-CA" dirty="0"/>
              <a:t> (</a:t>
            </a:r>
            <a:r>
              <a:rPr lang="en-CA" b="1" dirty="0"/>
              <a:t>east</a:t>
            </a:r>
            <a:r>
              <a:rPr lang="en-CA" dirty="0"/>
              <a:t>).</a:t>
            </a:r>
            <a:endParaRPr lang="en-AU" dirty="0"/>
          </a:p>
        </p:txBody>
      </p:sp>
      <p:sp>
        <p:nvSpPr>
          <p:cNvPr id="25" name="Triangle 24">
            <a:extLst>
              <a:ext uri="{FF2B5EF4-FFF2-40B4-BE49-F238E27FC236}">
                <a16:creationId xmlns:a16="http://schemas.microsoft.com/office/drawing/2014/main" id="{672469D0-3AA3-0ABC-2DA3-0779D5C58360}"/>
              </a:ext>
            </a:extLst>
          </p:cNvPr>
          <p:cNvSpPr/>
          <p:nvPr/>
        </p:nvSpPr>
        <p:spPr>
          <a:xfrm rot="5400000">
            <a:off x="8272137" y="3469588"/>
            <a:ext cx="235493" cy="334223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FCEC0A2-D50B-4F8F-1A24-0EB1E7D65A2F}"/>
              </a:ext>
            </a:extLst>
          </p:cNvPr>
          <p:cNvSpPr txBox="1"/>
          <p:nvPr/>
        </p:nvSpPr>
        <p:spPr>
          <a:xfrm>
            <a:off x="4614041" y="3149573"/>
            <a:ext cx="13000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180</a:t>
            </a:r>
            <a:r>
              <a:rPr lang="en-US" dirty="0"/>
              <a:t> makes turtle face </a:t>
            </a:r>
            <a:r>
              <a:rPr lang="en-US" b="1" dirty="0"/>
              <a:t>west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F2BD464-BCF3-A1B6-23DC-77D2C2A2ADFC}"/>
              </a:ext>
            </a:extLst>
          </p:cNvPr>
          <p:cNvSpPr txBox="1"/>
          <p:nvPr/>
        </p:nvSpPr>
        <p:spPr>
          <a:xfrm>
            <a:off x="10918754" y="3149573"/>
            <a:ext cx="13000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0</a:t>
            </a:r>
            <a:r>
              <a:rPr lang="en-US" dirty="0"/>
              <a:t> makes turtle face </a:t>
            </a:r>
            <a:r>
              <a:rPr lang="en-US" b="1" dirty="0"/>
              <a:t>east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049724-59B3-96AC-9DAA-6BA3FCBB8CAA}"/>
              </a:ext>
            </a:extLst>
          </p:cNvPr>
          <p:cNvSpPr txBox="1"/>
          <p:nvPr/>
        </p:nvSpPr>
        <p:spPr>
          <a:xfrm>
            <a:off x="7659555" y="537654"/>
            <a:ext cx="13000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90</a:t>
            </a:r>
            <a:r>
              <a:rPr lang="en-US" dirty="0"/>
              <a:t> makes turtle face </a:t>
            </a:r>
            <a:r>
              <a:rPr lang="en-US" b="1" dirty="0"/>
              <a:t>north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07285EF-F895-A72C-3286-71FB04D5C85A}"/>
              </a:ext>
            </a:extLst>
          </p:cNvPr>
          <p:cNvSpPr txBox="1"/>
          <p:nvPr/>
        </p:nvSpPr>
        <p:spPr>
          <a:xfrm>
            <a:off x="7659555" y="5754211"/>
            <a:ext cx="13000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270</a:t>
            </a:r>
            <a:r>
              <a:rPr lang="en-US" dirty="0"/>
              <a:t> makes turtle face </a:t>
            </a:r>
            <a:r>
              <a:rPr lang="en-US" b="1" dirty="0"/>
              <a:t>south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078A0C8-0645-BA72-21F2-04602C4F95D2}"/>
                  </a:ext>
                </a:extLst>
              </p14:cNvPr>
              <p14:cNvContentPartPr/>
              <p14:nvPr/>
            </p14:nvContentPartPr>
            <p14:xfrm>
              <a:off x="4686480" y="838080"/>
              <a:ext cx="6794640" cy="52711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078A0C8-0645-BA72-21F2-04602C4F95D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77120" y="828720"/>
                <a:ext cx="6813360" cy="5289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633681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68838-CA9B-1025-7C5A-6103479EA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Turtle Graphics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07373-3570-E9BD-F1E4-88170FCA5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 Python turtle graphics page</a:t>
            </a:r>
            <a:r>
              <a:rPr lang="en-US" dirty="0"/>
              <a:t> (search “Python turtle graphics”) shows the many commands for turtle graphics</a:t>
            </a:r>
          </a:p>
          <a:p>
            <a:r>
              <a:rPr lang="en-US" dirty="0"/>
              <a:t>Famously, turtle graphics was added to the kids programming language </a:t>
            </a:r>
            <a:r>
              <a:rPr lang="en-US" b="1" dirty="0"/>
              <a:t>Logo</a:t>
            </a:r>
            <a:r>
              <a:rPr lang="en-US" dirty="0"/>
              <a:t> in the 1960s by computer scientist Seymour </a:t>
            </a:r>
            <a:r>
              <a:rPr lang="en-US" dirty="0" err="1"/>
              <a:t>Papert</a:t>
            </a:r>
            <a:endParaRPr lang="en-US" dirty="0"/>
          </a:p>
          <a:p>
            <a:r>
              <a:rPr lang="en-US" dirty="0"/>
              <a:t>He used it with robots that drew on paper</a:t>
            </a:r>
          </a:p>
          <a:p>
            <a:r>
              <a:rPr lang="en-US" dirty="0"/>
              <a:t>Despite begin easy enough for elementary school</a:t>
            </a:r>
            <a:br>
              <a:rPr lang="en-US" dirty="0"/>
            </a:br>
            <a:r>
              <a:rPr lang="en-US" dirty="0"/>
              <a:t>kids, it is one of many tools graphics programmers</a:t>
            </a:r>
            <a:br>
              <a:rPr lang="en-US" dirty="0"/>
            </a:br>
            <a:r>
              <a:rPr lang="en-US" dirty="0"/>
              <a:t>use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784F24-3A69-7577-7825-062E6FDCF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10</a:t>
            </a:fld>
            <a:endParaRPr lang="en-AU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1C12C231-181F-9D85-16EC-F26473065F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9710" y="4001294"/>
            <a:ext cx="3157319" cy="2327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75607DA-2705-C168-088C-C600FD083350}"/>
                  </a:ext>
                </a:extLst>
              </p14:cNvPr>
              <p14:cNvContentPartPr/>
              <p14:nvPr/>
            </p14:nvContentPartPr>
            <p14:xfrm>
              <a:off x="10285560" y="6197760"/>
              <a:ext cx="636840" cy="2487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75607DA-2705-C168-088C-C600FD08335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276200" y="6188400"/>
                <a:ext cx="655560" cy="267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4086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626</Words>
  <Application>Microsoft Macintosh PowerPoint</Application>
  <PresentationFormat>Widescreen</PresentationFormat>
  <Paragraphs>120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Consolas</vt:lpstr>
      <vt:lpstr>Office Theme</vt:lpstr>
      <vt:lpstr>Chapter 4 Turtle Graphics</vt:lpstr>
      <vt:lpstr>Turtle Graphics</vt:lpstr>
      <vt:lpstr>Turtle Graphics</vt:lpstr>
      <vt:lpstr>Turtle Graphics</vt:lpstr>
      <vt:lpstr>Turtle Graphics</vt:lpstr>
      <vt:lpstr>Turtle Graphics</vt:lpstr>
      <vt:lpstr>Turtle Graphics</vt:lpstr>
      <vt:lpstr>Turtle Graphics</vt:lpstr>
      <vt:lpstr>Turtle Graphics</vt:lpstr>
      <vt:lpstr>Turtle Graphics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 Donaldson</dc:creator>
  <cp:lastModifiedBy>Toby Donaldson</cp:lastModifiedBy>
  <cp:revision>1</cp:revision>
  <cp:lastPrinted>2024-09-23T20:53:52Z</cp:lastPrinted>
  <dcterms:created xsi:type="dcterms:W3CDTF">2024-09-15T21:36:40Z</dcterms:created>
  <dcterms:modified xsi:type="dcterms:W3CDTF">2026-02-02T06:11:37Z</dcterms:modified>
</cp:coreProperties>
</file>