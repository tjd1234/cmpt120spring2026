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C17E0-E4B6-E643-B356-54D7A930B0DF}" v="3" dt="2026-03-04T00:50:38.7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17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modSld">
      <pc:chgData name="Toby Donaldson" userId="2e6e5431-bb17-4c41-9985-d39c50d83c73" providerId="ADAL" clId="{7F9681A8-EEE2-56F4-9B39-ECCBEE0471AC}" dt="2026-03-04T00:54:22.899" v="325" actId="1076"/>
      <pc:docMkLst>
        <pc:docMk/>
      </pc:docMkLst>
      <pc:sldChg chg="modSp mod">
        <pc:chgData name="Toby Donaldson" userId="2e6e5431-bb17-4c41-9985-d39c50d83c73" providerId="ADAL" clId="{7F9681A8-EEE2-56F4-9B39-ECCBEE0471AC}" dt="2026-03-04T00:29:55.232" v="4" actId="20577"/>
        <pc:sldMkLst>
          <pc:docMk/>
          <pc:sldMk cId="0" sldId="257"/>
        </pc:sldMkLst>
        <pc:spChg chg="mod">
          <ac:chgData name="Toby Donaldson" userId="2e6e5431-bb17-4c41-9985-d39c50d83c73" providerId="ADAL" clId="{7F9681A8-EEE2-56F4-9B39-ECCBEE0471AC}" dt="2026-03-04T00:29:55.232" v="4" actId="20577"/>
          <ac:spMkLst>
            <pc:docMk/>
            <pc:sldMk cId="0" sldId="257"/>
            <ac:spMk id="13" creationId="{00000000-0000-0000-0000-000000000000}"/>
          </ac:spMkLst>
        </pc:spChg>
      </pc:sldChg>
      <pc:sldChg chg="delSp modSp mod">
        <pc:chgData name="Toby Donaldson" userId="2e6e5431-bb17-4c41-9985-d39c50d83c73" providerId="ADAL" clId="{7F9681A8-EEE2-56F4-9B39-ECCBEE0471AC}" dt="2026-03-04T00:32:46.037" v="35" actId="21"/>
        <pc:sldMkLst>
          <pc:docMk/>
          <pc:sldMk cId="0" sldId="258"/>
        </pc:sldMkLst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2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47.538" v="32" actId="107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1:20.284" v="29" actId="20577"/>
          <ac:spMkLst>
            <pc:docMk/>
            <pc:sldMk cId="0" sldId="258"/>
            <ac:spMk id="3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2:08.155" v="33" actId="1076"/>
          <ac:spMkLst>
            <pc:docMk/>
            <pc:sldMk cId="0" sldId="258"/>
            <ac:spMk id="3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2:08.155" v="33" actId="1076"/>
          <ac:spMkLst>
            <pc:docMk/>
            <pc:sldMk cId="0" sldId="258"/>
            <ac:spMk id="34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32:43.816" v="34" actId="21"/>
          <ac:spMkLst>
            <pc:docMk/>
            <pc:sldMk cId="0" sldId="258"/>
            <ac:spMk id="37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32:46.037" v="35" actId="21"/>
          <ac:spMkLst>
            <pc:docMk/>
            <pc:sldMk cId="0" sldId="258"/>
            <ac:spMk id="38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38:38.513" v="100" actId="21"/>
        <pc:sldMkLst>
          <pc:docMk/>
          <pc:sldMk cId="0" sldId="259"/>
        </pc:sldMkLst>
        <pc:spChg chg="mod">
          <ac:chgData name="Toby Donaldson" userId="2e6e5431-bb17-4c41-9985-d39c50d83c73" providerId="ADAL" clId="{7F9681A8-EEE2-56F4-9B39-ECCBEE0471AC}" dt="2026-03-04T00:34:56.693" v="54" actId="1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6:57.675" v="66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7:04.389" v="67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7:08.995" v="68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11.206" v="38" actId="1076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4T00:38:38.513" v="100" actId="21"/>
          <ac:spMkLst>
            <pc:docMk/>
            <pc:sldMk cId="0" sldId="259"/>
            <ac:spMk id="26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36:32.908" v="62" actId="21"/>
          <ac:spMkLst>
            <pc:docMk/>
            <pc:sldMk cId="0" sldId="259"/>
            <ac:spMk id="27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36:34.377" v="63" actId="21"/>
          <ac:spMkLst>
            <pc:docMk/>
            <pc:sldMk cId="0" sldId="259"/>
            <ac:spMk id="2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3:53.673" v="46" actId="1076"/>
          <ac:spMkLst>
            <pc:docMk/>
            <pc:sldMk cId="0" sldId="259"/>
            <ac:spMk id="29" creationId="{00000000-0000-0000-0000-000000000000}"/>
          </ac:spMkLst>
        </pc:spChg>
        <pc:spChg chg="del mod">
          <ac:chgData name="Toby Donaldson" userId="2e6e5431-bb17-4c41-9985-d39c50d83c73" providerId="ADAL" clId="{7F9681A8-EEE2-56F4-9B39-ECCBEE0471AC}" dt="2026-03-04T00:33:21.714" v="40" actId="21"/>
          <ac:spMkLst>
            <pc:docMk/>
            <pc:sldMk cId="0" sldId="259"/>
            <ac:spMk id="30" creationId="{00000000-0000-0000-0000-000000000000}"/>
          </ac:spMkLst>
        </pc:spChg>
        <pc:spChg chg="add del mod">
          <ac:chgData name="Toby Donaldson" userId="2e6e5431-bb17-4c41-9985-d39c50d83c73" providerId="ADAL" clId="{7F9681A8-EEE2-56F4-9B39-ECCBEE0471AC}" dt="2026-03-04T00:38:38.513" v="100" actId="21"/>
          <ac:spMkLst>
            <pc:docMk/>
            <pc:sldMk cId="0" sldId="259"/>
            <ac:spMk id="31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38:33.027" v="97" actId="1076"/>
          <ac:spMkLst>
            <pc:docMk/>
            <pc:sldMk cId="0" sldId="259"/>
            <ac:spMk id="32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34:25.927" v="52" actId="692"/>
          <ac:spMkLst>
            <pc:docMk/>
            <pc:sldMk cId="0" sldId="259"/>
            <ac:spMk id="33" creationId="{F73F3E6F-E072-B7ED-FCE1-88645F039BD1}"/>
          </ac:spMkLst>
        </pc:spChg>
      </pc:sldChg>
      <pc:sldChg chg="modSp mod">
        <pc:chgData name="Toby Donaldson" userId="2e6e5431-bb17-4c41-9985-d39c50d83c73" providerId="ADAL" clId="{7F9681A8-EEE2-56F4-9B39-ECCBEE0471AC}" dt="2026-03-04T00:40:25.777" v="147" actId="207"/>
        <pc:sldMkLst>
          <pc:docMk/>
          <pc:sldMk cId="0" sldId="261"/>
        </pc:sldMkLst>
        <pc:spChg chg="mod">
          <ac:chgData name="Toby Donaldson" userId="2e6e5431-bb17-4c41-9985-d39c50d83c73" providerId="ADAL" clId="{7F9681A8-EEE2-56F4-9B39-ECCBEE0471AC}" dt="2026-03-04T00:39:16.094" v="101" actId="113"/>
          <ac:spMkLst>
            <pc:docMk/>
            <pc:sldMk cId="0" sldId="261"/>
            <ac:spMk id="5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40:25.777" v="147" actId="207"/>
          <ac:spMkLst>
            <pc:docMk/>
            <pc:sldMk cId="0" sldId="261"/>
            <ac:spMk id="14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42:18.723" v="191" actId="11529"/>
        <pc:sldMkLst>
          <pc:docMk/>
          <pc:sldMk cId="0" sldId="262"/>
        </pc:sldMkLst>
        <pc:spChg chg="mod">
          <ac:chgData name="Toby Donaldson" userId="2e6e5431-bb17-4c41-9985-d39c50d83c73" providerId="ADAL" clId="{7F9681A8-EEE2-56F4-9B39-ECCBEE0471AC}" dt="2026-03-04T00:40:52.674" v="153" actId="20577"/>
          <ac:spMkLst>
            <pc:docMk/>
            <pc:sldMk cId="0" sldId="262"/>
            <ac:spMk id="30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40:56.833" v="154" actId="21"/>
          <ac:spMkLst>
            <pc:docMk/>
            <pc:sldMk cId="0" sldId="262"/>
            <ac:spMk id="31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42:09.793" v="190" actId="207"/>
          <ac:spMkLst>
            <pc:docMk/>
            <pc:sldMk cId="0" sldId="262"/>
            <ac:spMk id="32" creationId="{D0D4DA27-881C-22B4-E98C-81A656533524}"/>
          </ac:spMkLst>
        </pc:spChg>
        <pc:cxnChg chg="add">
          <ac:chgData name="Toby Donaldson" userId="2e6e5431-bb17-4c41-9985-d39c50d83c73" providerId="ADAL" clId="{7F9681A8-EEE2-56F4-9B39-ECCBEE0471AC}" dt="2026-03-04T00:42:18.723" v="191" actId="11529"/>
          <ac:cxnSpMkLst>
            <pc:docMk/>
            <pc:sldMk cId="0" sldId="262"/>
            <ac:cxnSpMk id="34" creationId="{BE66B972-4CE8-76D6-B02A-E371ED7C1D67}"/>
          </ac:cxnSpMkLst>
        </pc:cxnChg>
      </pc:sldChg>
      <pc:sldChg chg="modSp mod">
        <pc:chgData name="Toby Donaldson" userId="2e6e5431-bb17-4c41-9985-d39c50d83c73" providerId="ADAL" clId="{7F9681A8-EEE2-56F4-9B39-ECCBEE0471AC}" dt="2026-03-04T00:43:12.856" v="249" actId="20577"/>
        <pc:sldMkLst>
          <pc:docMk/>
          <pc:sldMk cId="0" sldId="263"/>
        </pc:sldMkLst>
        <pc:spChg chg="mod">
          <ac:chgData name="Toby Donaldson" userId="2e6e5431-bb17-4c41-9985-d39c50d83c73" providerId="ADAL" clId="{7F9681A8-EEE2-56F4-9B39-ECCBEE0471AC}" dt="2026-03-04T00:43:12.856" v="249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4:05.252" v="255" actId="20577"/>
        <pc:sldMkLst>
          <pc:docMk/>
          <pc:sldMk cId="0" sldId="264"/>
        </pc:sldMkLst>
        <pc:spChg chg="mod">
          <ac:chgData name="Toby Donaldson" userId="2e6e5431-bb17-4c41-9985-d39c50d83c73" providerId="ADAL" clId="{7F9681A8-EEE2-56F4-9B39-ECCBEE0471AC}" dt="2026-03-04T00:44:05.252" v="255" actId="20577"/>
          <ac:spMkLst>
            <pc:docMk/>
            <pc:sldMk cId="0" sldId="264"/>
            <ac:spMk id="6" creationId="{00000000-0000-0000-0000-000000000000}"/>
          </ac:spMkLst>
        </pc:spChg>
      </pc:sldChg>
      <pc:sldChg chg="delSp modSp mod">
        <pc:chgData name="Toby Donaldson" userId="2e6e5431-bb17-4c41-9985-d39c50d83c73" providerId="ADAL" clId="{7F9681A8-EEE2-56F4-9B39-ECCBEE0471AC}" dt="2026-03-04T00:46:52.073" v="261" actId="21"/>
        <pc:sldMkLst>
          <pc:docMk/>
          <pc:sldMk cId="0" sldId="266"/>
        </pc:sldMkLst>
        <pc:spChg chg="mod">
          <ac:chgData name="Toby Donaldson" userId="2e6e5431-bb17-4c41-9985-d39c50d83c73" providerId="ADAL" clId="{7F9681A8-EEE2-56F4-9B39-ECCBEE0471AC}" dt="2026-03-04T00:45:53.728" v="256" actId="14100"/>
          <ac:spMkLst>
            <pc:docMk/>
            <pc:sldMk cId="0" sldId="266"/>
            <ac:spMk id="9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46:39.102" v="257" actId="21"/>
          <ac:spMkLst>
            <pc:docMk/>
            <pc:sldMk cId="0" sldId="266"/>
            <ac:spMk id="11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46:46.161" v="258" actId="21"/>
          <ac:spMkLst>
            <pc:docMk/>
            <pc:sldMk cId="0" sldId="266"/>
            <ac:spMk id="12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46:46.161" v="258" actId="21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Toby Donaldson" userId="2e6e5431-bb17-4c41-9985-d39c50d83c73" providerId="ADAL" clId="{7F9681A8-EEE2-56F4-9B39-ECCBEE0471AC}" dt="2026-03-04T00:46:52.073" v="261" actId="21"/>
          <ac:spMkLst>
            <pc:docMk/>
            <pc:sldMk cId="0" sldId="266"/>
            <ac:spMk id="14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46:46.161" v="258" actId="21"/>
          <ac:spMkLst>
            <pc:docMk/>
            <pc:sldMk cId="0" sldId="266"/>
            <ac:spMk id="15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7:43.779" v="287" actId="20577"/>
        <pc:sldMkLst>
          <pc:docMk/>
          <pc:sldMk cId="0" sldId="267"/>
        </pc:sldMkLst>
        <pc:spChg chg="mod">
          <ac:chgData name="Toby Donaldson" userId="2e6e5431-bb17-4c41-9985-d39c50d83c73" providerId="ADAL" clId="{7F9681A8-EEE2-56F4-9B39-ECCBEE0471AC}" dt="2026-03-04T00:47:43.779" v="287" actId="20577"/>
          <ac:spMkLst>
            <pc:docMk/>
            <pc:sldMk cId="0" sldId="267"/>
            <ac:spMk id="11" creationId="{00000000-0000-0000-0000-000000000000}"/>
          </ac:spMkLst>
        </pc:spChg>
      </pc:sldChg>
      <pc:sldChg chg="modSp mod">
        <pc:chgData name="Toby Donaldson" userId="2e6e5431-bb17-4c41-9985-d39c50d83c73" providerId="ADAL" clId="{7F9681A8-EEE2-56F4-9B39-ECCBEE0471AC}" dt="2026-03-04T00:49:06.650" v="297" actId="20577"/>
        <pc:sldMkLst>
          <pc:docMk/>
          <pc:sldMk cId="0" sldId="268"/>
        </pc:sldMkLst>
        <pc:spChg chg="mod">
          <ac:chgData name="Toby Donaldson" userId="2e6e5431-bb17-4c41-9985-d39c50d83c73" providerId="ADAL" clId="{7F9681A8-EEE2-56F4-9B39-ECCBEE0471AC}" dt="2026-03-04T00:49:06.650" v="297" actId="20577"/>
          <ac:spMkLst>
            <pc:docMk/>
            <pc:sldMk cId="0" sldId="268"/>
            <ac:spMk id="12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51:35.310" v="315" actId="20577"/>
        <pc:sldMkLst>
          <pc:docMk/>
          <pc:sldMk cId="0" sldId="271"/>
        </pc:sldMkLst>
        <pc:spChg chg="mod">
          <ac:chgData name="Toby Donaldson" userId="2e6e5431-bb17-4c41-9985-d39c50d83c73" providerId="ADAL" clId="{7F9681A8-EEE2-56F4-9B39-ECCBEE0471AC}" dt="2026-03-04T00:50:12.045" v="298" actId="14100"/>
          <ac:spMkLst>
            <pc:docMk/>
            <pc:sldMk cId="0" sldId="271"/>
            <ac:spMk id="9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50:18.964" v="299" actId="21"/>
          <ac:spMkLst>
            <pc:docMk/>
            <pc:sldMk cId="0" sldId="271"/>
            <ac:spMk id="12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50:18.964" v="299" actId="21"/>
          <ac:spMkLst>
            <pc:docMk/>
            <pc:sldMk cId="0" sldId="271"/>
            <ac:spMk id="15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50:18.964" v="299" actId="21"/>
          <ac:spMkLst>
            <pc:docMk/>
            <pc:sldMk cId="0" sldId="271"/>
            <ac:spMk id="1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1:11.081" v="306" actId="14100"/>
          <ac:spMkLst>
            <pc:docMk/>
            <pc:sldMk cId="0" sldId="271"/>
            <ac:spMk id="2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1:35.310" v="315" actId="20577"/>
          <ac:spMkLst>
            <pc:docMk/>
            <pc:sldMk cId="0" sldId="271"/>
            <ac:spMk id="29" creationId="{00000000-0000-0000-0000-000000000000}"/>
          </ac:spMkLst>
        </pc:spChg>
        <pc:cxnChg chg="add mod">
          <ac:chgData name="Toby Donaldson" userId="2e6e5431-bb17-4c41-9985-d39c50d83c73" providerId="ADAL" clId="{7F9681A8-EEE2-56F4-9B39-ECCBEE0471AC}" dt="2026-03-04T00:50:34.865" v="301" actId="692"/>
          <ac:cxnSpMkLst>
            <pc:docMk/>
            <pc:sldMk cId="0" sldId="271"/>
            <ac:cxnSpMk id="31" creationId="{F2BA4CA9-415A-ABF8-F1C1-0D2C390F2816}"/>
          </ac:cxnSpMkLst>
        </pc:cxnChg>
        <pc:cxnChg chg="add mod">
          <ac:chgData name="Toby Donaldson" userId="2e6e5431-bb17-4c41-9985-d39c50d83c73" providerId="ADAL" clId="{7F9681A8-EEE2-56F4-9B39-ECCBEE0471AC}" dt="2026-03-04T00:50:44.197" v="304" actId="14100"/>
          <ac:cxnSpMkLst>
            <pc:docMk/>
            <pc:sldMk cId="0" sldId="271"/>
            <ac:cxnSpMk id="32" creationId="{333D02B8-FF75-1E3D-327A-3537DF40CFB1}"/>
          </ac:cxnSpMkLst>
        </pc:cxnChg>
      </pc:sldChg>
      <pc:sldChg chg="modSp mod">
        <pc:chgData name="Toby Donaldson" userId="2e6e5431-bb17-4c41-9985-d39c50d83c73" providerId="ADAL" clId="{7F9681A8-EEE2-56F4-9B39-ECCBEE0471AC}" dt="2026-03-04T00:52:31.119" v="316" actId="20577"/>
        <pc:sldMkLst>
          <pc:docMk/>
          <pc:sldMk cId="0" sldId="273"/>
        </pc:sldMkLst>
        <pc:spChg chg="mod">
          <ac:chgData name="Toby Donaldson" userId="2e6e5431-bb17-4c41-9985-d39c50d83c73" providerId="ADAL" clId="{7F9681A8-EEE2-56F4-9B39-ECCBEE0471AC}" dt="2026-03-04T00:52:31.119" v="316" actId="20577"/>
          <ac:spMkLst>
            <pc:docMk/>
            <pc:sldMk cId="0" sldId="273"/>
            <ac:spMk id="13" creationId="{00000000-0000-0000-0000-000000000000}"/>
          </ac:spMkLst>
        </pc:spChg>
      </pc:sldChg>
      <pc:sldChg chg="addSp delSp modSp mod">
        <pc:chgData name="Toby Donaldson" userId="2e6e5431-bb17-4c41-9985-d39c50d83c73" providerId="ADAL" clId="{7F9681A8-EEE2-56F4-9B39-ECCBEE0471AC}" dt="2026-03-04T00:54:22.899" v="325" actId="1076"/>
        <pc:sldMkLst>
          <pc:docMk/>
          <pc:sldMk cId="0" sldId="274"/>
        </pc:sldMkLst>
        <pc:spChg chg="del">
          <ac:chgData name="Toby Donaldson" userId="2e6e5431-bb17-4c41-9985-d39c50d83c73" providerId="ADAL" clId="{7F9681A8-EEE2-56F4-9B39-ECCBEE0471AC}" dt="2026-03-04T00:53:33.573" v="319" actId="21"/>
          <ac:spMkLst>
            <pc:docMk/>
            <pc:sldMk cId="0" sldId="274"/>
            <ac:spMk id="26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3:37.643" v="320" actId="1076"/>
          <ac:spMkLst>
            <pc:docMk/>
            <pc:sldMk cId="0" sldId="274"/>
            <ac:spMk id="27" creationId="{00000000-0000-0000-0000-000000000000}"/>
          </ac:spMkLst>
        </pc:spChg>
        <pc:spChg chg="del">
          <ac:chgData name="Toby Donaldson" userId="2e6e5431-bb17-4c41-9985-d39c50d83c73" providerId="ADAL" clId="{7F9681A8-EEE2-56F4-9B39-ECCBEE0471AC}" dt="2026-03-04T00:53:33.573" v="319" actId="21"/>
          <ac:spMkLst>
            <pc:docMk/>
            <pc:sldMk cId="0" sldId="274"/>
            <ac:spMk id="28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3:11.534" v="317" actId="1076"/>
          <ac:spMkLst>
            <pc:docMk/>
            <pc:sldMk cId="0" sldId="274"/>
            <ac:spMk id="42" creationId="{00000000-0000-0000-0000-000000000000}"/>
          </ac:spMkLst>
        </pc:spChg>
        <pc:spChg chg="mod">
          <ac:chgData name="Toby Donaldson" userId="2e6e5431-bb17-4c41-9985-d39c50d83c73" providerId="ADAL" clId="{7F9681A8-EEE2-56F4-9B39-ECCBEE0471AC}" dt="2026-03-04T00:53:11.534" v="317" actId="1076"/>
          <ac:spMkLst>
            <pc:docMk/>
            <pc:sldMk cId="0" sldId="274"/>
            <ac:spMk id="43" creationId="{00000000-0000-0000-0000-000000000000}"/>
          </ac:spMkLst>
        </pc:spChg>
        <pc:spChg chg="add mod">
          <ac:chgData name="Toby Donaldson" userId="2e6e5431-bb17-4c41-9985-d39c50d83c73" providerId="ADAL" clId="{7F9681A8-EEE2-56F4-9B39-ECCBEE0471AC}" dt="2026-03-04T00:54:22.899" v="325" actId="1076"/>
          <ac:spMkLst>
            <pc:docMk/>
            <pc:sldMk cId="0" sldId="274"/>
            <ac:spMk id="44" creationId="{C3CCAE24-A567-F892-5721-CD6FA1EF6F8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94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63640" y="566928"/>
            <a:ext cx="2651760" cy="41148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0" y="694944"/>
            <a:ext cx="239572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190, 198, 190, 225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print(len(scores))  # 4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scores.sort()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[190,190,198,225]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print(min(scores))  # 190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print(max(scores))  # 225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Lists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accessing, and manipulating sequences of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D8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CMPT 120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List?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 sequence of 0 or more values — and order matters.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of any type. Write a list with [ ] and separate values with commas.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18288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literal: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[190, 198, 225]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542032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54203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list: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255264"/>
            <a:ext cx="5074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255264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Length:  </a:t>
            </a:r>
            <a:r>
              <a:rPr lang="en-US" sz="1400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len([190, 198, 225])  → 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8046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lists: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23560" y="11887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33288" y="12161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33288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[190, 198, 190, 225]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23560" y="21031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33288" y="21305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33288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['Mon','Tue','Wed']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30175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33288" y="3044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33288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[True, False, True]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3931920"/>
            <a:ext cx="3246120" cy="777240"/>
          </a:xfrm>
          <a:prstGeom prst="rect">
            <a:avLst/>
          </a:prstGeom>
          <a:solidFill>
            <a:srgbClr val="DBE9F4"/>
          </a:solidFill>
          <a:ln w="25400">
            <a:solidFill>
              <a:srgbClr val="707B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33288" y="39593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7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33288" y="4206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a 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lives in a numbered slot. Indexing starts at 0.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-310004" y="182162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0116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0116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116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54788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54788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54788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59460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59460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59460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64132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64132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64132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68804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68804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68804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73476" y="1437578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73476" y="1693610"/>
            <a:ext cx="804672" cy="54864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73476" y="169361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0116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54788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59460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064132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68804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73476" y="2269682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54943" y="231997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negative </a:t>
            </a:r>
            <a:b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00" i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Indices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90764" y="1001268"/>
            <a:ext cx="2565338" cy="16916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17814" y="1039814"/>
            <a:ext cx="262618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print(L[0])   #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print(L[3])   #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print(L[5])   #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print(L[6])   # IndexError!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print(L[-1])  # 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print(L[-3])  # 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print(L[-6])  # 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200400"/>
            <a:ext cx="8503920" cy="566928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2004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indices:   0  to  len(L)−1  (positive)     ·     −len(L)  to  −1  (negative)     ·     L[-1]  =  last item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a List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14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</a:t>
            </a: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sub-list.  L[start : end]  gives  L[start], L[start+1], …, L[end−1]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0040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 not included)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-493776" y="18608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152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16152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16152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65960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65960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15768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15768" y="1755648"/>
            <a:ext cx="749808" cy="502920"/>
          </a:xfrm>
          <a:prstGeom prst="rect">
            <a:avLst/>
          </a:prstGeom>
          <a:solidFill>
            <a:schemeClr val="accent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15768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65576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65576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65576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15384" y="1499616"/>
            <a:ext cx="749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15384" y="1755648"/>
            <a:ext cx="749808" cy="502920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788152" y="1755648"/>
            <a:ext cx="749808" cy="502920"/>
          </a:xfrm>
          <a:prstGeom prst="rect">
            <a:avLst/>
          </a:prstGeom>
          <a:solidFill>
            <a:srgbClr val="F9E79F"/>
          </a:solidFill>
          <a:ln w="31750">
            <a:solidFill>
              <a:srgbClr val="F39C12"/>
            </a:solidFill>
            <a:prstDash val="solid"/>
          </a:ln>
        </p:spPr>
        <p:txBody>
          <a:bodyPr/>
          <a:lstStyle/>
          <a:p>
            <a:pPr algn="ctr"/>
            <a:r>
              <a:rPr lang="en-US" sz="1500" dirty="0"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25" name="Text 23"/>
          <p:cNvSpPr/>
          <p:nvPr/>
        </p:nvSpPr>
        <p:spPr>
          <a:xfrm>
            <a:off x="4215384" y="1755648"/>
            <a:ext cx="749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16152" y="2556008"/>
            <a:ext cx="2249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L[1:4]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120640" y="1170432"/>
            <a:ext cx="3794760" cy="242316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9512" y="1261872"/>
            <a:ext cx="3557016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L[1:4]  →  [7, 0, 7]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L[4:6]  →  [2, 6]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L[0:6]  →  [4, 7, 0, 7, 2, 6]  # full copy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L[3:3]  →  []                  # empty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Shortcuts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L[2:]   →  [0, 7, 2, 6] # index 2 to end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L[:4]   →  [4, 7, 0, 7] # start to index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L[:]    →  [4, 7, 0, 7, 2, 6]  # copy</a:t>
            </a:r>
            <a:endParaRPr lang="en-US" sz="1200" dirty="0"/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F73F3E6F-E072-B7ED-FCE1-88645F039BD1}"/>
              </a:ext>
            </a:extLst>
          </p:cNvPr>
          <p:cNvSpPr/>
          <p:nvPr/>
        </p:nvSpPr>
        <p:spPr>
          <a:xfrm rot="16200000">
            <a:off x="2231396" y="1321828"/>
            <a:ext cx="218936" cy="2249424"/>
          </a:xfrm>
          <a:prstGeom prst="leftBrac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temps = [72, 68, 74, 81, 79, 65, 88]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does  temps[2]  return?    temps[-1]?    temps[-3]?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Write a slice that returns  [74, 81, 79].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a slice that returns the last 3 elements.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BONUS: What does  temps[1:6:2]  return?  (Step slicing!)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all of these in the Python shell.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Are Mutable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strings, you </a:t>
            </a:r>
            <a:r>
              <a:rPr lang="en-US" sz="1550" b="1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</a:t>
            </a:r>
            <a:r>
              <a:rPr lang="en-US" sz="15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 individual elements of a list.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069080" cy="3456432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 —  IMMUTABLE  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384048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7784" y="1783080"/>
            <a:ext cx="36027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"hello"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 = "H"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'str' object does not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support item assignment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cannot be modified after creation.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069080" cy="3456432"/>
          </a:xfrm>
          <a:prstGeom prst="rect">
            <a:avLst/>
          </a:prstGeom>
          <a:solidFill>
            <a:srgbClr val="D5F5E3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3752" y="1307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 —  MUTABLE 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73752" y="1691640"/>
            <a:ext cx="384048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92624" y="1783080"/>
            <a:ext cx="360273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[4, 7, 0, 7, 2, 6]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L[0] = -5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print(L)</a:t>
            </a:r>
            <a:r>
              <a:rPr lang="en-US" sz="1150" dirty="0"/>
              <a:t>                  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</a:t>
            </a:r>
            <a:r>
              <a:rPr lang="en-US" sz="11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-5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7, 0, 7, 2, 6]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L[3] = 99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print(L)</a:t>
            </a:r>
            <a:r>
              <a:rPr lang="en-US" sz="1150" dirty="0"/>
              <a:t>                  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[-5, 7, 0, </a:t>
            </a:r>
            <a:r>
              <a:rPr lang="en-US" sz="11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r>
              <a:rPr lang="en-US" sz="115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2, 6]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element can be replaced using index assignment.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lists are equal if they have the same values in the same order.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[1, 2]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49240" y="126187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828800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[2, 1]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49240" y="1828800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9572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== [1, 2, 3]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49240" y="2395728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2962656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62656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['BC','AB'] == ['BC','AB']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49240" y="2962656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6400800" cy="484632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['BC','AB'] == ['BC','ab']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529584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6400800" cy="484632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09651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2] != [2, 1]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4096512"/>
            <a:ext cx="1234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1261872"/>
            <a:ext cx="1828800" cy="3401568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50608" y="1371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== to be True: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150608" y="17373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values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0608" y="208483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50608" y="2432304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length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50608" y="27797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50608" y="312724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must hold!</a:t>
            </a:r>
            <a:endParaRPr lang="en-US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D4DA27-881C-22B4-E98C-81A656533524}"/>
              </a:ext>
            </a:extLst>
          </p:cNvPr>
          <p:cNvSpPr txBox="1"/>
          <p:nvPr/>
        </p:nvSpPr>
        <p:spPr>
          <a:xfrm>
            <a:off x="1568605" y="4765288"/>
            <a:ext cx="142378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sz="1400" dirty="0"/>
              <a:t> is “not equal”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E66B972-4CE8-76D6-B02A-E371ED7C1D67}"/>
              </a:ext>
            </a:extLst>
          </p:cNvPr>
          <p:cNvCxnSpPr>
            <a:stCxn id="32" idx="1"/>
          </p:cNvCxnSpPr>
          <p:nvPr/>
        </p:nvCxnSpPr>
        <p:spPr>
          <a:xfrm flipH="1" flipV="1">
            <a:off x="1243584" y="4453128"/>
            <a:ext cx="325021" cy="466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 +  &amp;  Repetition  *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like strings, lists support  +  (join two lists) and  *  (repeat a list).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Concatenation   +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4343400" cy="199339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91640"/>
            <a:ext cx="41056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 = ["Al", "Ned", "Bob"]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= ["Ned", "Zia"]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all_day = am + pm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print(all_day)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["Al", "Ned", "Bob", "Ned", "Zia"]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  *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600200"/>
            <a:ext cx="3794760" cy="199339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48072" y="1691640"/>
            <a:ext cx="355701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= ["Ned", "Zia"]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 = 3 * pm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["Ned", "Zia",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"Ned", "Zia",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"Ned", "Zia"]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8503920" cy="59436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am + pm  creates a new list — it does NOT change  am  or  pm.  + and * don’t change the original lists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&amp; Building Lists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scores = [85, 90, 78]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Change the second element to 92.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a new list  doubled  that is  scores  repeated twice using  *.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Create  all_scores  by concatenating  scores  with  [100, 95].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Predict the output: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 = [1, 2, 3]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 = a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b[0] = 99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print(a)         # What’s printed?  Why?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List Functions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several built-in functions that work directly on lists: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8503920" cy="19202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80160"/>
            <a:ext cx="82661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[85, 80, 70, 85, 95]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print(min(scores))               # 70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print(max(scores))               # 95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print(sum(scores))               # 415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print(len(scores))               # 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print(sum(scores) / len(scores)) # 83.0   ← average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324612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29768" y="3282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items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3630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len([4,7,0])  →  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11480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9768" y="4151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value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4498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min([4,7,0])  →  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27448" y="324612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7176" y="3282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value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7176" y="363016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max([4,7,0])  → 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4114800"/>
            <a:ext cx="4160520" cy="768096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37176" y="4151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sum(L)   </a:t>
            </a: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449884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sum([4,7,0])  → 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 in  /  not in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value appears in a list — returns  True  or  False.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5029200" cy="23774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298448"/>
            <a:ext cx="47914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 "Cam", "Dan"]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print("Cam" in who)    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print("Zia" in who)      # False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print("Zia" not in who)  #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print("Al"  not in who)  # False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712464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— guard with  if: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0040" y="4069080"/>
            <a:ext cx="5029200" cy="107442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8912" y="4160520"/>
            <a:ext cx="4791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"Cam" in who: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print("Found him!")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"Zia" not in who: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who.append("Zia")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&amp; Shrinking:  append  &amp;  pop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methods modify the list in-place (no copy is made).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L.append(x)  —  add x to the right end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581912"/>
            <a:ext cx="4937760" cy="141732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673352"/>
            <a:ext cx="4700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who.append("Alice")  # ["Alice"]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who.append("Bob")    # ["Alice", "Bob"]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who.append("Cathy")  # ["Alice", "Bob", "Cathy"]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L.pop()  —  remove and return the last item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" y="3456432"/>
            <a:ext cx="4937760" cy="1527048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" y="3547872"/>
            <a:ext cx="470001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 "Bob", "Cam", "Dan"]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 = who.pop()     # last == "Dan"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         # ["Al", "Bob", "Cam"]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who.pop()            # removes "Cam"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# who == ["Al", "Bob"]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216152"/>
            <a:ext cx="3337560" cy="3474720"/>
          </a:xfrm>
          <a:prstGeom prst="rect">
            <a:avLst/>
          </a:prstGeom>
          <a:solidFill>
            <a:srgbClr val="DBE9F4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87568" y="13075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pop(i)  —  remove by index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87568" y="1719072"/>
            <a:ext cx="310896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06440" y="181051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["Al","Bob","Cam","Dan"]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who.pop(2)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   == "Cam"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 == ["Al","Bob","Dan"]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pop() with no arg: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removes LAST item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3849624"/>
            <a:ext cx="3337560" cy="658368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87568" y="384962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pop() on an empty list raises an  IndexError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Methods:  remove,  insert,  reverse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L.remove(x)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first occurrence of x.  Raises ValueError if not found.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0" y="80467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33672" y="89611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["Al","Bob","Cam","Bob"]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who.remove("Bob")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# ["Al", "Cam", "Bob"]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who.remove("Joe")  # ValueError!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21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L.insert(i, x)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256032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x so it ends up at index i.  Existing items shift right.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22199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33672" y="231343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[0, 1, 2, 3]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nums.insert(2, "X")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[0, 1, "X", 2, 3]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363931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L.reverse()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3977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all items in L in-place.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3639312"/>
            <a:ext cx="4800600" cy="114300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33672" y="3730752"/>
            <a:ext cx="4562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= ["Al","Bob","Cam","Dan"]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who.reverse()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print(who)  # ["Dan","Cam","Bob","Al"]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Methods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with:  names = ["Alice", "Bob", "Carol"]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Append  "Dave"  to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 pop()  — what element is removed?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Insert  "Zara"  so it ends up at index 1.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Remove  "Bob"  from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Reverse the list.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final list look like?  Trace through each step!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makes it easy to convert between strings and lists: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52728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655064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string s into a list of its characters.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252728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22192" y="1344168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= list('Alice')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print(letters)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['A', 'l', 'i', 'c', 'e']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57860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sep.join(L)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916936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list L into one string with sep between items.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2514600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22192" y="260604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 '.join(['A', 'l', 'i'])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'A, l, i'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''.join(['A', 'l', 'i'])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'Ali'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776472"/>
            <a:ext cx="3246120" cy="1097280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" y="3840480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s.split()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4178808"/>
            <a:ext cx="2999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string s into a list of words (on whitespace).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703320" y="3776472"/>
            <a:ext cx="5166360" cy="109728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22192" y="3867912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'car bike boat'.split()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['car', 'bike', 'boat']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'a,b,c'.split(',')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['a', 'b', 'c']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 &amp; Pass by Reference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assign a list to another variable or pass it to a function, no copy is made.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2286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Aliasing: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1627632"/>
            <a:ext cx="4206240" cy="16916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39684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[1, 2, 3]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         # b is an alias for a!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b[0] = 99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print(a)  # [99, 2, 3]  ← a changed!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print(b)  # [99, 2, 3]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25296"/>
            <a:ext cx="4114800" cy="2478024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8032" y="1664208"/>
            <a:ext cx="320040" cy="2926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28032" y="166420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28032" y="2359152"/>
            <a:ext cx="320040" cy="29260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28032" y="23591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33872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33872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33872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1384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01384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01384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68896" y="1298448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68896" y="1554480"/>
            <a:ext cx="66751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68896" y="1554480"/>
            <a:ext cx="667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800600" y="285292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 a  and  b  point to the SAME list!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20040" y="345643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by reference (in functions):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20040" y="3803904"/>
            <a:ext cx="8503920" cy="1225296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8912" y="3895344"/>
            <a:ext cx="826617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double_first(lst):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lst[0] = lst[0] * 2   # modifies the passed-in list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[5, 10, 15]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double_first(nums)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[10, 10, 15]   ← original changed!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2BA4CA9-415A-ABF8-F1C1-0D2C390F2816}"/>
              </a:ext>
            </a:extLst>
          </p:cNvPr>
          <p:cNvCxnSpPr>
            <a:endCxn id="18" idx="1"/>
          </p:cNvCxnSpPr>
          <p:nvPr/>
        </p:nvCxnSpPr>
        <p:spPr>
          <a:xfrm flipV="1">
            <a:off x="5148072" y="1792224"/>
            <a:ext cx="685800" cy="217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33D02B8-FF75-1E3D-327A-3537DF40CFB1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5148072" y="2002536"/>
            <a:ext cx="667512" cy="502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  &amp;  Aliasing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Strings &amp; Lists: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Given:  sentence = "the quick brown fox"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1.  Split sentence into a list of words.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2.  Join the words back together with  " | "  as separator.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3.  Convert  "Python"  to a list of characters, then join them with  "-".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Aliasing: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4.  Predict the output: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x = [10, 20, 30]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y = x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x.append(40)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print(y)          # What prints?  Why?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Files into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pattern: read a text file, then split it into a list of lines.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3246120" cy="214884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" y="13075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joke.txt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Who's there?\n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pencil.\n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broken pencil who?\n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Never mind. It's pointless.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93592" y="2304288"/>
            <a:ext cx="475488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87952" y="1234440"/>
            <a:ext cx="4636008" cy="2880360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06824" y="1325880"/>
            <a:ext cx="43982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file_obj   = open("joke.txt")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big_string = file_obj.read()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     = big_string.split("\n")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Short version (method chaining)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 = open("joke.txt").read().split("\n")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print(lines)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["Who's there?", "A broken pencil.",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"A broken pencil who?",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"Never mind. It's pointless."]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520440"/>
            <a:ext cx="3246120" cy="1298448"/>
          </a:xfrm>
          <a:prstGeom prst="rect">
            <a:avLst/>
          </a:prstGeom>
          <a:solidFill>
            <a:srgbClr val="DBE9F4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8912" y="3584448"/>
            <a:ext cx="29992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text files, each line ends with  \n  (newline).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split("\n")  breaks the string at each newline character.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Lists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20040" y="7680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L.sort()  rearranges the list into ascending order — in-place, no copy.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.sort():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26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73352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73352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86584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86584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9816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99816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13048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13048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129844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solidFill>
            <a:srgbClr val="D6EAF8"/>
          </a:solidFill>
          <a:ln w="1905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26280" y="1554480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504188" y="2496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0040" y="3127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.sort():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6012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73352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86584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99816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13048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solidFill>
            <a:srgbClr val="C8E6C9"/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26280" y="3447288"/>
            <a:ext cx="713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5394960" y="1220724"/>
            <a:ext cx="3611880" cy="3273552"/>
          </a:xfrm>
          <a:prstGeom prst="rect">
            <a:avLst/>
          </a:prstGeom>
          <a:solidFill>
            <a:srgbClr val="1C2833"/>
          </a:solidFill>
          <a:ln w="12700">
            <a:solidFill>
              <a:srgbClr val="2C40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13832" y="1312164"/>
            <a:ext cx="337413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numbers ascending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 = [4, 1, 6, 1, 3, 2]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[1, 1, 2, 3, 4, 6]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descending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nums.reverse()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print(nums)  # [6, 4, 3, 2, 1, 1]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strings alphabetically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pets = ["dog", "zebra", "cat"]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pets.sort()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9CC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print(pets)  # ["cat", "dog", "zebra"]</a:t>
            </a:r>
            <a:endParaRPr lang="en-US" sz="1200" dirty="0"/>
          </a:p>
        </p:txBody>
      </p:sp>
      <p:sp>
        <p:nvSpPr>
          <p:cNvPr id="44" name="Down Arrow 43">
            <a:extLst>
              <a:ext uri="{FF2B5EF4-FFF2-40B4-BE49-F238E27FC236}">
                <a16:creationId xmlns:a16="http://schemas.microsoft.com/office/drawing/2014/main" id="{C3CCAE24-A567-F892-5721-CD6FA1EF6F85}"/>
              </a:ext>
            </a:extLst>
          </p:cNvPr>
          <p:cNvSpPr/>
          <p:nvPr/>
        </p:nvSpPr>
        <p:spPr>
          <a:xfrm>
            <a:off x="2881140" y="2174971"/>
            <a:ext cx="133592" cy="1099882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80467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Practice  #5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048" y="9601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Putting It All Together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4048" y="1481328"/>
            <a:ext cx="8321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grades = [72, 95, 88, 61, 79, 91, 84]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Sort the list in ascending order.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Sort the list in descending order (highest first).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After sorting descending, use a slice to get the top 3 grades.</a:t>
            </a:r>
            <a:endParaRPr lang="en-US" sz="1450" dirty="0"/>
          </a:p>
          <a:p>
            <a:pPr marL="0" indent="0">
              <a:buNone/>
            </a:pP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CHALLENGE: Write code that reads a file of numbers (one per line),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1B2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converts them to integers, sorts them, and prints the top 5.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6459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9 — Key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01168" cy="111556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  L[-1]  L[a:b]  L[:]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91256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91256" y="914400"/>
            <a:ext cx="201168" cy="11155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65576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65576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L[i] = x   (unlike strings)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62472" y="914400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62472" y="914400"/>
            <a:ext cx="201168" cy="1115568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36792" y="100584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36792" y="1371600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  min  max  sum  in  not 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" y="2212848"/>
            <a:ext cx="201168" cy="11155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Methods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  pop  remove  insert  reverse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91256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91256" y="2212848"/>
            <a:ext cx="201168" cy="11155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65576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↔ Lists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465576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list(s)   sep.join(L)   s.split()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62472" y="2212848"/>
            <a:ext cx="2715768" cy="1115568"/>
          </a:xfrm>
          <a:prstGeom prst="rect">
            <a:avLst/>
          </a:prstGeom>
          <a:solidFill>
            <a:srgbClr val="243447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62472" y="2212848"/>
            <a:ext cx="201168" cy="11155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36792" y="23042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336792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5C1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L.sort()  then  L.reverse() for desc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2684</Words>
  <Application>Microsoft Macintosh PowerPoint</Application>
  <PresentationFormat>On-screen Show (16:9)</PresentationFormat>
  <Paragraphs>434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9: Python Lists</dc:title>
  <dc:subject>PptxGenJS Presentation</dc:subject>
  <dc:creator>CMPT 120</dc:creator>
  <cp:lastModifiedBy>Toby Donaldson</cp:lastModifiedBy>
  <cp:revision>1</cp:revision>
  <dcterms:created xsi:type="dcterms:W3CDTF">2026-03-03T23:09:02Z</dcterms:created>
  <dcterms:modified xsi:type="dcterms:W3CDTF">2026-03-04T00:54:32Z</dcterms:modified>
</cp:coreProperties>
</file>