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notesSlides/notesSlide3.xml" ContentType="application/vnd.openxmlformats-officedocument.presentationml.notesSlide+xml"/>
  <Override PartName="/ppt/ink/ink2.xml" ContentType="application/inkml+xml"/>
  <Override PartName="/ppt/notesSlides/notesSlide4.xml" ContentType="application/vnd.openxmlformats-officedocument.presentationml.notesSlide+xml"/>
  <Override PartName="/ppt/ink/ink3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ink/ink4.xml" ContentType="application/inkml+xml"/>
  <Override PartName="/ppt/notesSlides/notesSlide7.xml" ContentType="application/vnd.openxmlformats-officedocument.presentationml.notesSlide+xml"/>
  <Override PartName="/ppt/ink/ink5.xml" ContentType="application/inkml+xml"/>
  <Override PartName="/ppt/notesSlides/notesSlide8.xml" ContentType="application/vnd.openxmlformats-officedocument.presentationml.notesSlide+xml"/>
  <Override PartName="/ppt/ink/ink6.xml" ContentType="application/inkml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ink/ink7.xml" ContentType="application/inkml+xml"/>
  <Override PartName="/ppt/notesSlides/notesSlide11.xml" ContentType="application/vnd.openxmlformats-officedocument.presentationml.notesSlide+xml"/>
  <Override PartName="/ppt/ink/ink8.xml" ContentType="application/inkml+xml"/>
  <Override PartName="/ppt/notesSlides/notesSlide12.xml" ContentType="application/vnd.openxmlformats-officedocument.presentationml.notesSlide+xml"/>
  <Override PartName="/ppt/ink/ink9.xml" ContentType="application/inkml+xml"/>
  <Override PartName="/ppt/notesSlides/notesSlide13.xml" ContentType="application/vnd.openxmlformats-officedocument.presentationml.notesSlide+xml"/>
  <Override PartName="/ppt/ink/ink10.xml" ContentType="application/inkml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D7EFBF9-7862-184F-B789-7E4741E47F74}" v="3" dt="2026-03-16T17:09:31.25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28"/>
    <p:restoredTop sz="96310"/>
  </p:normalViewPr>
  <p:slideViewPr>
    <p:cSldViewPr snapToGrid="0" snapToObjects="1">
      <p:cViewPr varScale="1">
        <p:scale>
          <a:sx n="183" d="100"/>
          <a:sy n="183" d="100"/>
        </p:scale>
        <p:origin x="22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custSel modSld">
      <pc:chgData name="Toby Donaldson" userId="2e6e5431-bb17-4c41-9985-d39c50d83c73" providerId="ADAL" clId="{F31BC264-820E-54C4-A6D1-F92AF9CC222E}" dt="2026-03-16T17:09:31.259" v="222"/>
      <pc:docMkLst>
        <pc:docMk/>
      </pc:docMkLst>
      <pc:sldChg chg="addSp modSp mod">
        <pc:chgData name="Toby Donaldson" userId="2e6e5431-bb17-4c41-9985-d39c50d83c73" providerId="ADAL" clId="{F31BC264-820E-54C4-A6D1-F92AF9CC222E}" dt="2026-03-16T16:39:14.797" v="220"/>
        <pc:sldMkLst>
          <pc:docMk/>
          <pc:sldMk cId="0" sldId="257"/>
        </pc:sldMkLst>
        <pc:spChg chg="mod">
          <ac:chgData name="Toby Donaldson" userId="2e6e5431-bb17-4c41-9985-d39c50d83c73" providerId="ADAL" clId="{F31BC264-820E-54C4-A6D1-F92AF9CC222E}" dt="2026-03-16T16:04:47.591" v="196" actId="20577"/>
          <ac:spMkLst>
            <pc:docMk/>
            <pc:sldMk cId="0" sldId="257"/>
            <ac:spMk id="24" creationId="{00000000-0000-0000-0000-000000000000}"/>
          </ac:spMkLst>
        </pc:spChg>
        <pc:spChg chg="mod">
          <ac:chgData name="Toby Donaldson" userId="2e6e5431-bb17-4c41-9985-d39c50d83c73" providerId="ADAL" clId="{F31BC264-820E-54C4-A6D1-F92AF9CC222E}" dt="2026-03-16T16:05:01.793" v="218" actId="20577"/>
          <ac:spMkLst>
            <pc:docMk/>
            <pc:sldMk cId="0" sldId="257"/>
            <ac:spMk id="25" creationId="{00000000-0000-0000-0000-000000000000}"/>
          </ac:spMkLst>
        </pc:spChg>
        <pc:inkChg chg="add">
          <ac:chgData name="Toby Donaldson" userId="2e6e5431-bb17-4c41-9985-d39c50d83c73" providerId="ADAL" clId="{F31BC264-820E-54C4-A6D1-F92AF9CC222E}" dt="2026-03-16T16:39:14.797" v="220"/>
          <ac:inkMkLst>
            <pc:docMk/>
            <pc:sldMk cId="0" sldId="257"/>
            <ac:inkMk id="26" creationId="{8ABF1F0A-E30E-8EE1-3932-7CAC6C3CA0E2}"/>
          </ac:inkMkLst>
        </pc:inkChg>
      </pc:sldChg>
      <pc:sldChg chg="addSp modSp mod">
        <pc:chgData name="Toby Donaldson" userId="2e6e5431-bb17-4c41-9985-d39c50d83c73" providerId="ADAL" clId="{F31BC264-820E-54C4-A6D1-F92AF9CC222E}" dt="2026-03-16T16:39:14.797" v="220"/>
        <pc:sldMkLst>
          <pc:docMk/>
          <pc:sldMk cId="0" sldId="258"/>
        </pc:sldMkLst>
        <pc:spChg chg="mod">
          <ac:chgData name="Toby Donaldson" userId="2e6e5431-bb17-4c41-9985-d39c50d83c73" providerId="ADAL" clId="{F31BC264-820E-54C4-A6D1-F92AF9CC222E}" dt="2026-03-15T21:54:38.414" v="130" actId="14100"/>
          <ac:spMkLst>
            <pc:docMk/>
            <pc:sldMk cId="0" sldId="258"/>
            <ac:spMk id="35" creationId="{00000000-0000-0000-0000-000000000000}"/>
          </ac:spMkLst>
        </pc:spChg>
        <pc:spChg chg="mod">
          <ac:chgData name="Toby Donaldson" userId="2e6e5431-bb17-4c41-9985-d39c50d83c73" providerId="ADAL" clId="{F31BC264-820E-54C4-A6D1-F92AF9CC222E}" dt="2026-03-15T21:55:06.401" v="148" actId="20577"/>
          <ac:spMkLst>
            <pc:docMk/>
            <pc:sldMk cId="0" sldId="258"/>
            <ac:spMk id="36" creationId="{00000000-0000-0000-0000-000000000000}"/>
          </ac:spMkLst>
        </pc:spChg>
        <pc:inkChg chg="add">
          <ac:chgData name="Toby Donaldson" userId="2e6e5431-bb17-4c41-9985-d39c50d83c73" providerId="ADAL" clId="{F31BC264-820E-54C4-A6D1-F92AF9CC222E}" dt="2026-03-16T16:39:14.797" v="220"/>
          <ac:inkMkLst>
            <pc:docMk/>
            <pc:sldMk cId="0" sldId="258"/>
            <ac:inkMk id="37" creationId="{B980FBD9-6779-F3B3-FE18-AB5188207E60}"/>
          </ac:inkMkLst>
        </pc:inkChg>
      </pc:sldChg>
      <pc:sldChg chg="addSp">
        <pc:chgData name="Toby Donaldson" userId="2e6e5431-bb17-4c41-9985-d39c50d83c73" providerId="ADAL" clId="{F31BC264-820E-54C4-A6D1-F92AF9CC222E}" dt="2026-03-16T16:39:14.797" v="220"/>
        <pc:sldMkLst>
          <pc:docMk/>
          <pc:sldMk cId="0" sldId="259"/>
        </pc:sldMkLst>
        <pc:inkChg chg="add">
          <ac:chgData name="Toby Donaldson" userId="2e6e5431-bb17-4c41-9985-d39c50d83c73" providerId="ADAL" clId="{F31BC264-820E-54C4-A6D1-F92AF9CC222E}" dt="2026-03-16T16:39:14.797" v="220"/>
          <ac:inkMkLst>
            <pc:docMk/>
            <pc:sldMk cId="0" sldId="259"/>
            <ac:inkMk id="27" creationId="{C286CF21-8102-4471-4718-F3983EAF6BC6}"/>
          </ac:inkMkLst>
        </pc:inkChg>
      </pc:sldChg>
      <pc:sldChg chg="addSp modSp mod">
        <pc:chgData name="Toby Donaldson" userId="2e6e5431-bb17-4c41-9985-d39c50d83c73" providerId="ADAL" clId="{F31BC264-820E-54C4-A6D1-F92AF9CC222E}" dt="2026-03-16T16:55:39.343" v="221"/>
        <pc:sldMkLst>
          <pc:docMk/>
          <pc:sldMk cId="0" sldId="261"/>
        </pc:sldMkLst>
        <pc:spChg chg="mod">
          <ac:chgData name="Toby Donaldson" userId="2e6e5431-bb17-4c41-9985-d39c50d83c73" providerId="ADAL" clId="{F31BC264-820E-54C4-A6D1-F92AF9CC222E}" dt="2026-03-16T16:05:50.255" v="219" actId="207"/>
          <ac:spMkLst>
            <pc:docMk/>
            <pc:sldMk cId="0" sldId="261"/>
            <ac:spMk id="9" creationId="{00000000-0000-0000-0000-000000000000}"/>
          </ac:spMkLst>
        </pc:spChg>
        <pc:inkChg chg="add">
          <ac:chgData name="Toby Donaldson" userId="2e6e5431-bb17-4c41-9985-d39c50d83c73" providerId="ADAL" clId="{F31BC264-820E-54C4-A6D1-F92AF9CC222E}" dt="2026-03-16T16:55:39.343" v="221"/>
          <ac:inkMkLst>
            <pc:docMk/>
            <pc:sldMk cId="0" sldId="261"/>
            <ac:inkMk id="16" creationId="{1CCAD1A3-0194-3C0E-0413-87D5C6ED24D7}"/>
          </ac:inkMkLst>
        </pc:inkChg>
      </pc:sldChg>
      <pc:sldChg chg="addSp modSp mod">
        <pc:chgData name="Toby Donaldson" userId="2e6e5431-bb17-4c41-9985-d39c50d83c73" providerId="ADAL" clId="{F31BC264-820E-54C4-A6D1-F92AF9CC222E}" dt="2026-03-16T16:55:39.343" v="221"/>
        <pc:sldMkLst>
          <pc:docMk/>
          <pc:sldMk cId="0" sldId="262"/>
        </pc:sldMkLst>
        <pc:spChg chg="mod">
          <ac:chgData name="Toby Donaldson" userId="2e6e5431-bb17-4c41-9985-d39c50d83c73" providerId="ADAL" clId="{F31BC264-820E-54C4-A6D1-F92AF9CC222E}" dt="2026-03-15T21:56:53.579" v="152" actId="14100"/>
          <ac:spMkLst>
            <pc:docMk/>
            <pc:sldMk cId="0" sldId="262"/>
            <ac:spMk id="24" creationId="{00000000-0000-0000-0000-000000000000}"/>
          </ac:spMkLst>
        </pc:spChg>
        <pc:spChg chg="mod">
          <ac:chgData name="Toby Donaldson" userId="2e6e5431-bb17-4c41-9985-d39c50d83c73" providerId="ADAL" clId="{F31BC264-820E-54C4-A6D1-F92AF9CC222E}" dt="2026-03-15T21:57:09.542" v="158" actId="20577"/>
          <ac:spMkLst>
            <pc:docMk/>
            <pc:sldMk cId="0" sldId="262"/>
            <ac:spMk id="25" creationId="{00000000-0000-0000-0000-000000000000}"/>
          </ac:spMkLst>
        </pc:spChg>
        <pc:spChg chg="mod">
          <ac:chgData name="Toby Donaldson" userId="2e6e5431-bb17-4c41-9985-d39c50d83c73" providerId="ADAL" clId="{F31BC264-820E-54C4-A6D1-F92AF9CC222E}" dt="2026-03-15T21:56:47.630" v="151" actId="1076"/>
          <ac:spMkLst>
            <pc:docMk/>
            <pc:sldMk cId="0" sldId="262"/>
            <ac:spMk id="30" creationId="{00000000-0000-0000-0000-000000000000}"/>
          </ac:spMkLst>
        </pc:spChg>
        <pc:inkChg chg="add">
          <ac:chgData name="Toby Donaldson" userId="2e6e5431-bb17-4c41-9985-d39c50d83c73" providerId="ADAL" clId="{F31BC264-820E-54C4-A6D1-F92AF9CC222E}" dt="2026-03-16T16:55:39.343" v="221"/>
          <ac:inkMkLst>
            <pc:docMk/>
            <pc:sldMk cId="0" sldId="262"/>
            <ac:inkMk id="31" creationId="{44662D62-A633-8C95-7424-75AEE303D3F8}"/>
          </ac:inkMkLst>
        </pc:inkChg>
      </pc:sldChg>
      <pc:sldChg chg="addSp modSp mod">
        <pc:chgData name="Toby Donaldson" userId="2e6e5431-bb17-4c41-9985-d39c50d83c73" providerId="ADAL" clId="{F31BC264-820E-54C4-A6D1-F92AF9CC222E}" dt="2026-03-16T16:55:39.343" v="221"/>
        <pc:sldMkLst>
          <pc:docMk/>
          <pc:sldMk cId="0" sldId="263"/>
        </pc:sldMkLst>
        <pc:spChg chg="mod">
          <ac:chgData name="Toby Donaldson" userId="2e6e5431-bb17-4c41-9985-d39c50d83c73" providerId="ADAL" clId="{F31BC264-820E-54C4-A6D1-F92AF9CC222E}" dt="2026-03-15T21:58:10.732" v="159" actId="113"/>
          <ac:spMkLst>
            <pc:docMk/>
            <pc:sldMk cId="0" sldId="263"/>
            <ac:spMk id="13" creationId="{00000000-0000-0000-0000-000000000000}"/>
          </ac:spMkLst>
        </pc:spChg>
        <pc:inkChg chg="add">
          <ac:chgData name="Toby Donaldson" userId="2e6e5431-bb17-4c41-9985-d39c50d83c73" providerId="ADAL" clId="{F31BC264-820E-54C4-A6D1-F92AF9CC222E}" dt="2026-03-16T16:55:39.343" v="221"/>
          <ac:inkMkLst>
            <pc:docMk/>
            <pc:sldMk cId="0" sldId="263"/>
            <ac:inkMk id="14" creationId="{29769CE4-08CC-C860-C587-8BFD3575B619}"/>
          </ac:inkMkLst>
        </pc:inkChg>
      </pc:sldChg>
      <pc:sldChg chg="addSp">
        <pc:chgData name="Toby Donaldson" userId="2e6e5431-bb17-4c41-9985-d39c50d83c73" providerId="ADAL" clId="{F31BC264-820E-54C4-A6D1-F92AF9CC222E}" dt="2026-03-16T17:09:31.259" v="222"/>
        <pc:sldMkLst>
          <pc:docMk/>
          <pc:sldMk cId="0" sldId="265"/>
        </pc:sldMkLst>
        <pc:inkChg chg="add">
          <ac:chgData name="Toby Donaldson" userId="2e6e5431-bb17-4c41-9985-d39c50d83c73" providerId="ADAL" clId="{F31BC264-820E-54C4-A6D1-F92AF9CC222E}" dt="2026-03-16T17:09:31.259" v="222"/>
          <ac:inkMkLst>
            <pc:docMk/>
            <pc:sldMk cId="0" sldId="265"/>
            <ac:inkMk id="20" creationId="{F01A9EEC-03BC-9ACF-9FF5-BAB0B799EA77}"/>
          </ac:inkMkLst>
        </pc:inkChg>
      </pc:sldChg>
      <pc:sldChg chg="addSp modSp mod">
        <pc:chgData name="Toby Donaldson" userId="2e6e5431-bb17-4c41-9985-d39c50d83c73" providerId="ADAL" clId="{F31BC264-820E-54C4-A6D1-F92AF9CC222E}" dt="2026-03-16T17:09:31.259" v="222"/>
        <pc:sldMkLst>
          <pc:docMk/>
          <pc:sldMk cId="0" sldId="266"/>
        </pc:sldMkLst>
        <pc:spChg chg="mod">
          <ac:chgData name="Toby Donaldson" userId="2e6e5431-bb17-4c41-9985-d39c50d83c73" providerId="ADAL" clId="{F31BC264-820E-54C4-A6D1-F92AF9CC222E}" dt="2026-03-15T21:59:19.679" v="165" actId="14100"/>
          <ac:spMkLst>
            <pc:docMk/>
            <pc:sldMk cId="0" sldId="266"/>
            <ac:spMk id="5" creationId="{00000000-0000-0000-0000-000000000000}"/>
          </ac:spMkLst>
        </pc:spChg>
        <pc:spChg chg="mod">
          <ac:chgData name="Toby Donaldson" userId="2e6e5431-bb17-4c41-9985-d39c50d83c73" providerId="ADAL" clId="{F31BC264-820E-54C4-A6D1-F92AF9CC222E}" dt="2026-03-15T21:58:54.612" v="160" actId="14100"/>
          <ac:spMkLst>
            <pc:docMk/>
            <pc:sldMk cId="0" sldId="266"/>
            <ac:spMk id="6" creationId="{00000000-0000-0000-0000-000000000000}"/>
          </ac:spMkLst>
        </pc:spChg>
        <pc:spChg chg="mod">
          <ac:chgData name="Toby Donaldson" userId="2e6e5431-bb17-4c41-9985-d39c50d83c73" providerId="ADAL" clId="{F31BC264-820E-54C4-A6D1-F92AF9CC222E}" dt="2026-03-15T21:59:56.583" v="168" actId="20577"/>
          <ac:spMkLst>
            <pc:docMk/>
            <pc:sldMk cId="0" sldId="266"/>
            <ac:spMk id="8" creationId="{00000000-0000-0000-0000-000000000000}"/>
          </ac:spMkLst>
        </pc:spChg>
        <pc:spChg chg="mod">
          <ac:chgData name="Toby Donaldson" userId="2e6e5431-bb17-4c41-9985-d39c50d83c73" providerId="ADAL" clId="{F31BC264-820E-54C4-A6D1-F92AF9CC222E}" dt="2026-03-15T21:59:07.676" v="163" actId="1076"/>
          <ac:spMkLst>
            <pc:docMk/>
            <pc:sldMk cId="0" sldId="266"/>
            <ac:spMk id="9" creationId="{00000000-0000-0000-0000-000000000000}"/>
          </ac:spMkLst>
        </pc:spChg>
        <pc:spChg chg="mod">
          <ac:chgData name="Toby Donaldson" userId="2e6e5431-bb17-4c41-9985-d39c50d83c73" providerId="ADAL" clId="{F31BC264-820E-54C4-A6D1-F92AF9CC222E}" dt="2026-03-15T21:59:07.676" v="163" actId="1076"/>
          <ac:spMkLst>
            <pc:docMk/>
            <pc:sldMk cId="0" sldId="266"/>
            <ac:spMk id="10" creationId="{00000000-0000-0000-0000-000000000000}"/>
          </ac:spMkLst>
        </pc:spChg>
        <pc:inkChg chg="add">
          <ac:chgData name="Toby Donaldson" userId="2e6e5431-bb17-4c41-9985-d39c50d83c73" providerId="ADAL" clId="{F31BC264-820E-54C4-A6D1-F92AF9CC222E}" dt="2026-03-16T17:09:31.259" v="222"/>
          <ac:inkMkLst>
            <pc:docMk/>
            <pc:sldMk cId="0" sldId="266"/>
            <ac:inkMk id="11" creationId="{2E615DBD-E872-71EA-254E-981D31610B1D}"/>
          </ac:inkMkLst>
        </pc:inkChg>
      </pc:sldChg>
      <pc:sldChg chg="addSp modSp mod">
        <pc:chgData name="Toby Donaldson" userId="2e6e5431-bb17-4c41-9985-d39c50d83c73" providerId="ADAL" clId="{F31BC264-820E-54C4-A6D1-F92AF9CC222E}" dt="2026-03-16T17:09:31.259" v="222"/>
        <pc:sldMkLst>
          <pc:docMk/>
          <pc:sldMk cId="0" sldId="267"/>
        </pc:sldMkLst>
        <pc:spChg chg="mod">
          <ac:chgData name="Toby Donaldson" userId="2e6e5431-bb17-4c41-9985-d39c50d83c73" providerId="ADAL" clId="{F31BC264-820E-54C4-A6D1-F92AF9CC222E}" dt="2026-03-15T22:00:26.272" v="176" actId="20577"/>
          <ac:spMkLst>
            <pc:docMk/>
            <pc:sldMk cId="0" sldId="267"/>
            <ac:spMk id="11" creationId="{00000000-0000-0000-0000-000000000000}"/>
          </ac:spMkLst>
        </pc:spChg>
        <pc:spChg chg="mod">
          <ac:chgData name="Toby Donaldson" userId="2e6e5431-bb17-4c41-9985-d39c50d83c73" providerId="ADAL" clId="{F31BC264-820E-54C4-A6D1-F92AF9CC222E}" dt="2026-03-15T22:00:52.564" v="184" actId="20577"/>
          <ac:spMkLst>
            <pc:docMk/>
            <pc:sldMk cId="0" sldId="267"/>
            <ac:spMk id="15" creationId="{00000000-0000-0000-0000-000000000000}"/>
          </ac:spMkLst>
        </pc:spChg>
        <pc:inkChg chg="add">
          <ac:chgData name="Toby Donaldson" userId="2e6e5431-bb17-4c41-9985-d39c50d83c73" providerId="ADAL" clId="{F31BC264-820E-54C4-A6D1-F92AF9CC222E}" dt="2026-03-16T17:09:31.259" v="222"/>
          <ac:inkMkLst>
            <pc:docMk/>
            <pc:sldMk cId="0" sldId="267"/>
            <ac:inkMk id="18" creationId="{0AADD438-2C0B-7318-870A-0CDB60D34154}"/>
          </ac:inkMkLst>
        </pc:inkChg>
      </pc:sldChg>
      <pc:sldChg chg="addSp modSp mod">
        <pc:chgData name="Toby Donaldson" userId="2e6e5431-bb17-4c41-9985-d39c50d83c73" providerId="ADAL" clId="{F31BC264-820E-54C4-A6D1-F92AF9CC222E}" dt="2026-03-16T17:09:31.259" v="222"/>
        <pc:sldMkLst>
          <pc:docMk/>
          <pc:sldMk cId="0" sldId="268"/>
        </pc:sldMkLst>
        <pc:spChg chg="mod">
          <ac:chgData name="Toby Donaldson" userId="2e6e5431-bb17-4c41-9985-d39c50d83c73" providerId="ADAL" clId="{F31BC264-820E-54C4-A6D1-F92AF9CC222E}" dt="2026-03-15T22:01:19.948" v="185" actId="20577"/>
          <ac:spMkLst>
            <pc:docMk/>
            <pc:sldMk cId="0" sldId="268"/>
            <ac:spMk id="8" creationId="{00000000-0000-0000-0000-000000000000}"/>
          </ac:spMkLst>
        </pc:spChg>
        <pc:spChg chg="mod">
          <ac:chgData name="Toby Donaldson" userId="2e6e5431-bb17-4c41-9985-d39c50d83c73" providerId="ADAL" clId="{F31BC264-820E-54C4-A6D1-F92AF9CC222E}" dt="2026-03-15T22:04:15.758" v="191" actId="20577"/>
          <ac:spMkLst>
            <pc:docMk/>
            <pc:sldMk cId="0" sldId="268"/>
            <ac:spMk id="16" creationId="{00000000-0000-0000-0000-000000000000}"/>
          </ac:spMkLst>
        </pc:spChg>
        <pc:inkChg chg="add">
          <ac:chgData name="Toby Donaldson" userId="2e6e5431-bb17-4c41-9985-d39c50d83c73" providerId="ADAL" clId="{F31BC264-820E-54C4-A6D1-F92AF9CC222E}" dt="2026-03-16T17:09:31.259" v="222"/>
          <ac:inkMkLst>
            <pc:docMk/>
            <pc:sldMk cId="0" sldId="268"/>
            <ac:inkMk id="17" creationId="{BBE1AEAE-DB96-97A3-A8DF-1E4F5BA51BAC}"/>
          </ac:inkMkLst>
        </pc:inkChg>
      </pc:sldChg>
    </pc:docChg>
  </pc:docChgLst>
  <pc:docChgLst>
    <pc:chgData name="Toby Donaldson" userId="2e6e5431-bb17-4c41-9985-d39c50d83c73" providerId="ADAL" clId="{7F9681A8-EEE2-56F4-9B39-ECCBEE0471AC}"/>
    <pc:docChg chg="undo custSel modSld">
      <pc:chgData name="Toby Donaldson" userId="2e6e5431-bb17-4c41-9985-d39c50d83c73" providerId="ADAL" clId="{7F9681A8-EEE2-56F4-9B39-ECCBEE0471AC}" dt="2026-03-04T00:54:22.899" v="325" actId="1076"/>
      <pc:docMkLst>
        <pc:docMk/>
      </pc:docMkLst>
      <pc:sldChg chg="modSp mod">
        <pc:chgData name="Toby Donaldson" userId="2e6e5431-bb17-4c41-9985-d39c50d83c73" providerId="ADAL" clId="{7F9681A8-EEE2-56F4-9B39-ECCBEE0471AC}" dt="2026-03-04T00:29:55.232" v="4" actId="20577"/>
        <pc:sldMkLst>
          <pc:docMk/>
          <pc:sldMk cId="0" sldId="257"/>
        </pc:sldMkLst>
        <pc:spChg chg="mod">
          <ac:chgData name="Toby Donaldson" userId="2e6e5431-bb17-4c41-9985-d39c50d83c73" providerId="ADAL" clId="{7F9681A8-EEE2-56F4-9B39-ECCBEE0471AC}" dt="2026-03-04T00:29:55.232" v="4" actId="20577"/>
          <ac:spMkLst>
            <pc:docMk/>
            <pc:sldMk cId="0" sldId="257"/>
            <ac:spMk id="13" creationId="{00000000-0000-0000-0000-000000000000}"/>
          </ac:spMkLst>
        </pc:spChg>
      </pc:sldChg>
      <pc:sldChg chg="delSp modSp mod">
        <pc:chgData name="Toby Donaldson" userId="2e6e5431-bb17-4c41-9985-d39c50d83c73" providerId="ADAL" clId="{7F9681A8-EEE2-56F4-9B39-ECCBEE0471AC}" dt="2026-03-04T00:32:46.037" v="35" actId="21"/>
        <pc:sldMkLst>
          <pc:docMk/>
          <pc:sldMk cId="0" sldId="258"/>
        </pc:sldMkLst>
        <pc:spChg chg="mod">
          <ac:chgData name="Toby Donaldson" userId="2e6e5431-bb17-4c41-9985-d39c50d83c73" providerId="ADAL" clId="{7F9681A8-EEE2-56F4-9B39-ECCBEE0471AC}" dt="2026-03-04T00:31:47.538" v="32" actId="1076"/>
          <ac:spMkLst>
            <pc:docMk/>
            <pc:sldMk cId="0" sldId="258"/>
            <ac:spMk id="9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4T00:31:47.538" v="32" actId="1076"/>
          <ac:spMkLst>
            <pc:docMk/>
            <pc:sldMk cId="0" sldId="258"/>
            <ac:spMk id="10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4T00:31:47.538" v="32" actId="1076"/>
          <ac:spMkLst>
            <pc:docMk/>
            <pc:sldMk cId="0" sldId="258"/>
            <ac:spMk id="11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4T00:31:47.538" v="32" actId="1076"/>
          <ac:spMkLst>
            <pc:docMk/>
            <pc:sldMk cId="0" sldId="258"/>
            <ac:spMk id="12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4T00:31:47.538" v="32" actId="1076"/>
          <ac:spMkLst>
            <pc:docMk/>
            <pc:sldMk cId="0" sldId="258"/>
            <ac:spMk id="13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4T00:31:47.538" v="32" actId="1076"/>
          <ac:spMkLst>
            <pc:docMk/>
            <pc:sldMk cId="0" sldId="258"/>
            <ac:spMk id="16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4T00:31:47.538" v="32" actId="1076"/>
          <ac:spMkLst>
            <pc:docMk/>
            <pc:sldMk cId="0" sldId="258"/>
            <ac:spMk id="17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4T00:31:47.538" v="32" actId="1076"/>
          <ac:spMkLst>
            <pc:docMk/>
            <pc:sldMk cId="0" sldId="258"/>
            <ac:spMk id="19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4T00:31:47.538" v="32" actId="1076"/>
          <ac:spMkLst>
            <pc:docMk/>
            <pc:sldMk cId="0" sldId="258"/>
            <ac:spMk id="26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4T00:31:47.538" v="32" actId="1076"/>
          <ac:spMkLst>
            <pc:docMk/>
            <pc:sldMk cId="0" sldId="258"/>
            <ac:spMk id="29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4T00:31:20.284" v="29" actId="20577"/>
          <ac:spMkLst>
            <pc:docMk/>
            <pc:sldMk cId="0" sldId="258"/>
            <ac:spMk id="32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4T00:32:08.155" v="33" actId="1076"/>
          <ac:spMkLst>
            <pc:docMk/>
            <pc:sldMk cId="0" sldId="258"/>
            <ac:spMk id="33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4T00:32:08.155" v="33" actId="1076"/>
          <ac:spMkLst>
            <pc:docMk/>
            <pc:sldMk cId="0" sldId="258"/>
            <ac:spMk id="34" creationId="{00000000-0000-0000-0000-000000000000}"/>
          </ac:spMkLst>
        </pc:spChg>
      </pc:sldChg>
      <pc:sldChg chg="addSp delSp modSp mod">
        <pc:chgData name="Toby Donaldson" userId="2e6e5431-bb17-4c41-9985-d39c50d83c73" providerId="ADAL" clId="{7F9681A8-EEE2-56F4-9B39-ECCBEE0471AC}" dt="2026-03-04T00:38:38.513" v="100" actId="21"/>
        <pc:sldMkLst>
          <pc:docMk/>
          <pc:sldMk cId="0" sldId="259"/>
        </pc:sldMkLst>
        <pc:spChg chg="mod">
          <ac:chgData name="Toby Donaldson" userId="2e6e5431-bb17-4c41-9985-d39c50d83c73" providerId="ADAL" clId="{7F9681A8-EEE2-56F4-9B39-ECCBEE0471AC}" dt="2026-03-04T00:34:56.693" v="54" actId="113"/>
          <ac:spMkLst>
            <pc:docMk/>
            <pc:sldMk cId="0" sldId="259"/>
            <ac:spMk id="5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4T00:33:11.206" v="38" actId="1076"/>
          <ac:spMkLst>
            <pc:docMk/>
            <pc:sldMk cId="0" sldId="259"/>
            <ac:spMk id="8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4T00:36:57.675" v="66" actId="207"/>
          <ac:spMkLst>
            <pc:docMk/>
            <pc:sldMk cId="0" sldId="259"/>
            <ac:spMk id="12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4T00:33:11.206" v="38" actId="1076"/>
          <ac:spMkLst>
            <pc:docMk/>
            <pc:sldMk cId="0" sldId="259"/>
            <ac:spMk id="13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4T00:33:11.206" v="38" actId="1076"/>
          <ac:spMkLst>
            <pc:docMk/>
            <pc:sldMk cId="0" sldId="259"/>
            <ac:spMk id="14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4T00:37:04.389" v="67" actId="207"/>
          <ac:spMkLst>
            <pc:docMk/>
            <pc:sldMk cId="0" sldId="259"/>
            <ac:spMk id="15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4T00:33:11.206" v="38" actId="1076"/>
          <ac:spMkLst>
            <pc:docMk/>
            <pc:sldMk cId="0" sldId="259"/>
            <ac:spMk id="16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4T00:33:11.206" v="38" actId="1076"/>
          <ac:spMkLst>
            <pc:docMk/>
            <pc:sldMk cId="0" sldId="259"/>
            <ac:spMk id="17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4T00:37:08.995" v="68" actId="207"/>
          <ac:spMkLst>
            <pc:docMk/>
            <pc:sldMk cId="0" sldId="259"/>
            <ac:spMk id="18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4T00:33:11.206" v="38" actId="1076"/>
          <ac:spMkLst>
            <pc:docMk/>
            <pc:sldMk cId="0" sldId="259"/>
            <ac:spMk id="19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4T00:33:11.206" v="38" actId="1076"/>
          <ac:spMkLst>
            <pc:docMk/>
            <pc:sldMk cId="0" sldId="259"/>
            <ac:spMk id="21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4T00:33:11.206" v="38" actId="1076"/>
          <ac:spMkLst>
            <pc:docMk/>
            <pc:sldMk cId="0" sldId="259"/>
            <ac:spMk id="23" creationId="{00000000-0000-0000-0000-000000000000}"/>
          </ac:spMkLst>
        </pc:spChg>
        <pc:spChg chg="add del mod">
          <ac:chgData name="Toby Donaldson" userId="2e6e5431-bb17-4c41-9985-d39c50d83c73" providerId="ADAL" clId="{7F9681A8-EEE2-56F4-9B39-ECCBEE0471AC}" dt="2026-03-04T00:38:38.513" v="100" actId="21"/>
          <ac:spMkLst>
            <pc:docMk/>
            <pc:sldMk cId="0" sldId="259"/>
            <ac:spMk id="26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4T00:33:53.673" v="46" actId="1076"/>
          <ac:spMkLst>
            <pc:docMk/>
            <pc:sldMk cId="0" sldId="259"/>
            <ac:spMk id="29" creationId="{00000000-0000-0000-0000-000000000000}"/>
          </ac:spMkLst>
        </pc:spChg>
        <pc:spChg chg="add del mod">
          <ac:chgData name="Toby Donaldson" userId="2e6e5431-bb17-4c41-9985-d39c50d83c73" providerId="ADAL" clId="{7F9681A8-EEE2-56F4-9B39-ECCBEE0471AC}" dt="2026-03-04T00:38:38.513" v="100" actId="21"/>
          <ac:spMkLst>
            <pc:docMk/>
            <pc:sldMk cId="0" sldId="259"/>
            <ac:spMk id="31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4T00:38:33.027" v="97" actId="1076"/>
          <ac:spMkLst>
            <pc:docMk/>
            <pc:sldMk cId="0" sldId="259"/>
            <ac:spMk id="32" creationId="{00000000-0000-0000-0000-000000000000}"/>
          </ac:spMkLst>
        </pc:spChg>
        <pc:spChg chg="add mod">
          <ac:chgData name="Toby Donaldson" userId="2e6e5431-bb17-4c41-9985-d39c50d83c73" providerId="ADAL" clId="{7F9681A8-EEE2-56F4-9B39-ECCBEE0471AC}" dt="2026-03-04T00:34:25.927" v="52" actId="692"/>
          <ac:spMkLst>
            <pc:docMk/>
            <pc:sldMk cId="0" sldId="259"/>
            <ac:spMk id="33" creationId="{F73F3E6F-E072-B7ED-FCE1-88645F039BD1}"/>
          </ac:spMkLst>
        </pc:spChg>
      </pc:sldChg>
      <pc:sldChg chg="modSp mod">
        <pc:chgData name="Toby Donaldson" userId="2e6e5431-bb17-4c41-9985-d39c50d83c73" providerId="ADAL" clId="{7F9681A8-EEE2-56F4-9B39-ECCBEE0471AC}" dt="2026-03-04T00:40:25.777" v="147" actId="207"/>
        <pc:sldMkLst>
          <pc:docMk/>
          <pc:sldMk cId="0" sldId="261"/>
        </pc:sldMkLst>
        <pc:spChg chg="mod">
          <ac:chgData name="Toby Donaldson" userId="2e6e5431-bb17-4c41-9985-d39c50d83c73" providerId="ADAL" clId="{7F9681A8-EEE2-56F4-9B39-ECCBEE0471AC}" dt="2026-03-04T00:39:16.094" v="101" actId="113"/>
          <ac:spMkLst>
            <pc:docMk/>
            <pc:sldMk cId="0" sldId="261"/>
            <ac:spMk id="5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4T00:40:25.777" v="147" actId="207"/>
          <ac:spMkLst>
            <pc:docMk/>
            <pc:sldMk cId="0" sldId="261"/>
            <ac:spMk id="14" creationId="{00000000-0000-0000-0000-000000000000}"/>
          </ac:spMkLst>
        </pc:spChg>
      </pc:sldChg>
      <pc:sldChg chg="addSp delSp modSp mod">
        <pc:chgData name="Toby Donaldson" userId="2e6e5431-bb17-4c41-9985-d39c50d83c73" providerId="ADAL" clId="{7F9681A8-EEE2-56F4-9B39-ECCBEE0471AC}" dt="2026-03-04T00:42:18.723" v="191" actId="11529"/>
        <pc:sldMkLst>
          <pc:docMk/>
          <pc:sldMk cId="0" sldId="262"/>
        </pc:sldMkLst>
        <pc:spChg chg="mod">
          <ac:chgData name="Toby Donaldson" userId="2e6e5431-bb17-4c41-9985-d39c50d83c73" providerId="ADAL" clId="{7F9681A8-EEE2-56F4-9B39-ECCBEE0471AC}" dt="2026-03-04T00:40:52.674" v="153" actId="20577"/>
          <ac:spMkLst>
            <pc:docMk/>
            <pc:sldMk cId="0" sldId="262"/>
            <ac:spMk id="30" creationId="{00000000-0000-0000-0000-000000000000}"/>
          </ac:spMkLst>
        </pc:spChg>
        <pc:spChg chg="add mod">
          <ac:chgData name="Toby Donaldson" userId="2e6e5431-bb17-4c41-9985-d39c50d83c73" providerId="ADAL" clId="{7F9681A8-EEE2-56F4-9B39-ECCBEE0471AC}" dt="2026-03-04T00:42:09.793" v="190" actId="207"/>
          <ac:spMkLst>
            <pc:docMk/>
            <pc:sldMk cId="0" sldId="262"/>
            <ac:spMk id="32" creationId="{D0D4DA27-881C-22B4-E98C-81A656533524}"/>
          </ac:spMkLst>
        </pc:spChg>
        <pc:cxnChg chg="add">
          <ac:chgData name="Toby Donaldson" userId="2e6e5431-bb17-4c41-9985-d39c50d83c73" providerId="ADAL" clId="{7F9681A8-EEE2-56F4-9B39-ECCBEE0471AC}" dt="2026-03-04T00:42:18.723" v="191" actId="11529"/>
          <ac:cxnSpMkLst>
            <pc:docMk/>
            <pc:sldMk cId="0" sldId="262"/>
            <ac:cxnSpMk id="34" creationId="{BE66B972-4CE8-76D6-B02A-E371ED7C1D67}"/>
          </ac:cxnSpMkLst>
        </pc:cxnChg>
      </pc:sldChg>
      <pc:sldChg chg="modSp mod">
        <pc:chgData name="Toby Donaldson" userId="2e6e5431-bb17-4c41-9985-d39c50d83c73" providerId="ADAL" clId="{7F9681A8-EEE2-56F4-9B39-ECCBEE0471AC}" dt="2026-03-04T00:43:12.856" v="249" actId="20577"/>
        <pc:sldMkLst>
          <pc:docMk/>
          <pc:sldMk cId="0" sldId="263"/>
        </pc:sldMkLst>
        <pc:spChg chg="mod">
          <ac:chgData name="Toby Donaldson" userId="2e6e5431-bb17-4c41-9985-d39c50d83c73" providerId="ADAL" clId="{7F9681A8-EEE2-56F4-9B39-ECCBEE0471AC}" dt="2026-03-04T00:43:12.856" v="249" actId="20577"/>
          <ac:spMkLst>
            <pc:docMk/>
            <pc:sldMk cId="0" sldId="263"/>
            <ac:spMk id="13" creationId="{00000000-0000-0000-0000-000000000000}"/>
          </ac:spMkLst>
        </pc:spChg>
      </pc:sldChg>
      <pc:sldChg chg="modSp mod">
        <pc:chgData name="Toby Donaldson" userId="2e6e5431-bb17-4c41-9985-d39c50d83c73" providerId="ADAL" clId="{7F9681A8-EEE2-56F4-9B39-ECCBEE0471AC}" dt="2026-03-04T00:44:05.252" v="255" actId="20577"/>
        <pc:sldMkLst>
          <pc:docMk/>
          <pc:sldMk cId="0" sldId="264"/>
        </pc:sldMkLst>
        <pc:spChg chg="mod">
          <ac:chgData name="Toby Donaldson" userId="2e6e5431-bb17-4c41-9985-d39c50d83c73" providerId="ADAL" clId="{7F9681A8-EEE2-56F4-9B39-ECCBEE0471AC}" dt="2026-03-04T00:44:05.252" v="255" actId="20577"/>
          <ac:spMkLst>
            <pc:docMk/>
            <pc:sldMk cId="0" sldId="264"/>
            <ac:spMk id="6" creationId="{00000000-0000-0000-0000-000000000000}"/>
          </ac:spMkLst>
        </pc:spChg>
      </pc:sldChg>
      <pc:sldChg chg="delSp modSp mod">
        <pc:chgData name="Toby Donaldson" userId="2e6e5431-bb17-4c41-9985-d39c50d83c73" providerId="ADAL" clId="{7F9681A8-EEE2-56F4-9B39-ECCBEE0471AC}" dt="2026-03-04T00:46:52.073" v="261" actId="21"/>
        <pc:sldMkLst>
          <pc:docMk/>
          <pc:sldMk cId="0" sldId="266"/>
        </pc:sldMkLst>
        <pc:spChg chg="mod">
          <ac:chgData name="Toby Donaldson" userId="2e6e5431-bb17-4c41-9985-d39c50d83c73" providerId="ADAL" clId="{7F9681A8-EEE2-56F4-9B39-ECCBEE0471AC}" dt="2026-03-04T00:45:53.728" v="256" actId="14100"/>
          <ac:spMkLst>
            <pc:docMk/>
            <pc:sldMk cId="0" sldId="266"/>
            <ac:spMk id="9" creationId="{00000000-0000-0000-0000-000000000000}"/>
          </ac:spMkLst>
        </pc:spChg>
      </pc:sldChg>
      <pc:sldChg chg="modSp mod">
        <pc:chgData name="Toby Donaldson" userId="2e6e5431-bb17-4c41-9985-d39c50d83c73" providerId="ADAL" clId="{7F9681A8-EEE2-56F4-9B39-ECCBEE0471AC}" dt="2026-03-04T00:47:43.779" v="287" actId="20577"/>
        <pc:sldMkLst>
          <pc:docMk/>
          <pc:sldMk cId="0" sldId="267"/>
        </pc:sldMkLst>
        <pc:spChg chg="mod">
          <ac:chgData name="Toby Donaldson" userId="2e6e5431-bb17-4c41-9985-d39c50d83c73" providerId="ADAL" clId="{7F9681A8-EEE2-56F4-9B39-ECCBEE0471AC}" dt="2026-03-04T00:47:43.779" v="287" actId="20577"/>
          <ac:spMkLst>
            <pc:docMk/>
            <pc:sldMk cId="0" sldId="267"/>
            <ac:spMk id="11" creationId="{00000000-0000-0000-0000-000000000000}"/>
          </ac:spMkLst>
        </pc:spChg>
      </pc:sldChg>
      <pc:sldChg chg="modSp mod">
        <pc:chgData name="Toby Donaldson" userId="2e6e5431-bb17-4c41-9985-d39c50d83c73" providerId="ADAL" clId="{7F9681A8-EEE2-56F4-9B39-ECCBEE0471AC}" dt="2026-03-04T00:49:06.650" v="297" actId="20577"/>
        <pc:sldMkLst>
          <pc:docMk/>
          <pc:sldMk cId="0" sldId="268"/>
        </pc:sldMkLst>
        <pc:spChg chg="mod">
          <ac:chgData name="Toby Donaldson" userId="2e6e5431-bb17-4c41-9985-d39c50d83c73" providerId="ADAL" clId="{7F9681A8-EEE2-56F4-9B39-ECCBEE0471AC}" dt="2026-03-04T00:49:06.650" v="297" actId="20577"/>
          <ac:spMkLst>
            <pc:docMk/>
            <pc:sldMk cId="0" sldId="268"/>
            <ac:spMk id="12" creationId="{00000000-0000-0000-0000-000000000000}"/>
          </ac:spMkLst>
        </pc:spChg>
      </pc:sldChg>
      <pc:sldChg chg="addSp delSp modSp mod">
        <pc:chgData name="Toby Donaldson" userId="2e6e5431-bb17-4c41-9985-d39c50d83c73" providerId="ADAL" clId="{7F9681A8-EEE2-56F4-9B39-ECCBEE0471AC}" dt="2026-03-04T00:51:35.310" v="315" actId="20577"/>
        <pc:sldMkLst>
          <pc:docMk/>
          <pc:sldMk cId="0" sldId="271"/>
        </pc:sldMkLst>
        <pc:spChg chg="mod">
          <ac:chgData name="Toby Donaldson" userId="2e6e5431-bb17-4c41-9985-d39c50d83c73" providerId="ADAL" clId="{7F9681A8-EEE2-56F4-9B39-ECCBEE0471AC}" dt="2026-03-04T00:50:12.045" v="298" actId="14100"/>
          <ac:spMkLst>
            <pc:docMk/>
            <pc:sldMk cId="0" sldId="271"/>
            <ac:spMk id="9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4T00:51:11.081" v="306" actId="14100"/>
          <ac:spMkLst>
            <pc:docMk/>
            <pc:sldMk cId="0" sldId="271"/>
            <ac:spMk id="28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4T00:51:35.310" v="315" actId="20577"/>
          <ac:spMkLst>
            <pc:docMk/>
            <pc:sldMk cId="0" sldId="271"/>
            <ac:spMk id="29" creationId="{00000000-0000-0000-0000-000000000000}"/>
          </ac:spMkLst>
        </pc:spChg>
        <pc:cxnChg chg="add mod">
          <ac:chgData name="Toby Donaldson" userId="2e6e5431-bb17-4c41-9985-d39c50d83c73" providerId="ADAL" clId="{7F9681A8-EEE2-56F4-9B39-ECCBEE0471AC}" dt="2026-03-04T00:50:34.865" v="301" actId="692"/>
          <ac:cxnSpMkLst>
            <pc:docMk/>
            <pc:sldMk cId="0" sldId="271"/>
            <ac:cxnSpMk id="31" creationId="{F2BA4CA9-415A-ABF8-F1C1-0D2C390F2816}"/>
          </ac:cxnSpMkLst>
        </pc:cxnChg>
        <pc:cxnChg chg="add mod">
          <ac:chgData name="Toby Donaldson" userId="2e6e5431-bb17-4c41-9985-d39c50d83c73" providerId="ADAL" clId="{7F9681A8-EEE2-56F4-9B39-ECCBEE0471AC}" dt="2026-03-04T00:50:44.197" v="304" actId="14100"/>
          <ac:cxnSpMkLst>
            <pc:docMk/>
            <pc:sldMk cId="0" sldId="271"/>
            <ac:cxnSpMk id="32" creationId="{333D02B8-FF75-1E3D-327A-3537DF40CFB1}"/>
          </ac:cxnSpMkLst>
        </pc:cxnChg>
      </pc:sldChg>
      <pc:sldChg chg="modSp mod">
        <pc:chgData name="Toby Donaldson" userId="2e6e5431-bb17-4c41-9985-d39c50d83c73" providerId="ADAL" clId="{7F9681A8-EEE2-56F4-9B39-ECCBEE0471AC}" dt="2026-03-04T00:52:31.119" v="316" actId="20577"/>
        <pc:sldMkLst>
          <pc:docMk/>
          <pc:sldMk cId="0" sldId="273"/>
        </pc:sldMkLst>
        <pc:spChg chg="mod">
          <ac:chgData name="Toby Donaldson" userId="2e6e5431-bb17-4c41-9985-d39c50d83c73" providerId="ADAL" clId="{7F9681A8-EEE2-56F4-9B39-ECCBEE0471AC}" dt="2026-03-04T00:52:31.119" v="316" actId="20577"/>
          <ac:spMkLst>
            <pc:docMk/>
            <pc:sldMk cId="0" sldId="273"/>
            <ac:spMk id="13" creationId="{00000000-0000-0000-0000-000000000000}"/>
          </ac:spMkLst>
        </pc:spChg>
      </pc:sldChg>
      <pc:sldChg chg="addSp delSp modSp mod">
        <pc:chgData name="Toby Donaldson" userId="2e6e5431-bb17-4c41-9985-d39c50d83c73" providerId="ADAL" clId="{7F9681A8-EEE2-56F4-9B39-ECCBEE0471AC}" dt="2026-03-04T00:54:22.899" v="325" actId="1076"/>
        <pc:sldMkLst>
          <pc:docMk/>
          <pc:sldMk cId="0" sldId="274"/>
        </pc:sldMkLst>
        <pc:spChg chg="mod">
          <ac:chgData name="Toby Donaldson" userId="2e6e5431-bb17-4c41-9985-d39c50d83c73" providerId="ADAL" clId="{7F9681A8-EEE2-56F4-9B39-ECCBEE0471AC}" dt="2026-03-04T00:53:37.643" v="320" actId="1076"/>
          <ac:spMkLst>
            <pc:docMk/>
            <pc:sldMk cId="0" sldId="274"/>
            <ac:spMk id="27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4T00:53:11.534" v="317" actId="1076"/>
          <ac:spMkLst>
            <pc:docMk/>
            <pc:sldMk cId="0" sldId="274"/>
            <ac:spMk id="42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4T00:53:11.534" v="317" actId="1076"/>
          <ac:spMkLst>
            <pc:docMk/>
            <pc:sldMk cId="0" sldId="274"/>
            <ac:spMk id="43" creationId="{00000000-0000-0000-0000-000000000000}"/>
          </ac:spMkLst>
        </pc:spChg>
        <pc:spChg chg="add mod">
          <ac:chgData name="Toby Donaldson" userId="2e6e5431-bb17-4c41-9985-d39c50d83c73" providerId="ADAL" clId="{7F9681A8-EEE2-56F4-9B39-ECCBEE0471AC}" dt="2026-03-04T00:54:22.899" v="325" actId="1076"/>
          <ac:spMkLst>
            <pc:docMk/>
            <pc:sldMk cId="0" sldId="274"/>
            <ac:spMk id="44" creationId="{C3CCAE24-A567-F892-5721-CD6FA1EF6F85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6T16:32:13.82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1389 6324 24575,'15'0'0,"8"0"0,10 0 0,3 0 0,-8 0 0,2 0 0,-4 0 0,1 0 0,2 0 0,2 0 0,2-6 0,0 0 0,-9 4 0,1 1 0,11-4 0,1-2 0,-11-2 0,-1 0 0,6 7 0,-1 0 0,-4-7 0,-2 0 0,4 9 0,4 0 0,0 0 0,-9-5 0,0-1 0,14 3 0,-15-3 0,0 0 0,10 6 0,-12 0 0,0 0 0,0 0 0,1 0 0,-1 0 0,0 0 0,5 0 0,0 0 0,5 0 0,0 0 0,2 0 0,-8 0 0,1 0 0,8 0 0,0 0 0,-8 0 0,-2 0 0,0 0 0,-2 0 0,12 0 0,-5 0 0,-9 0 0,0 0 0,9 0 0,4 0 0,-10 0 0,0 0 0,9 0 0,-6 0 0,0 0 0,-2 0 0,0 0 0,13 0 0,-13 0 0,-1 0 0,10 0 0,-4 0 0,-8 0 0,4 0 0,-21 0 0,9 0 0,-12 0 0,17 0 0,-1 0 0,5 0 0,-9 0 0,-12 0 0</inkml:trace>
  <inkml:trace contextRef="#ctx0" brushRef="#br0" timeOffset="20582">3466 6416 24575,'0'0'0</inkml:trace>
  <inkml:trace contextRef="#ctx0" brushRef="#br0" timeOffset="21563">3466 6416 24575,'0'0'0</inkml:trace>
  <inkml:trace contextRef="#ctx0" brushRef="#br0" timeOffset="23732">3651 6456 24575,'22'0'0,"0"0"0,8 0 0,1 0 0,-3 0 0,1 0 0,1 0 0,-3 0 0,-6 0 0,-9 0 0,-12 0 0,0 0 0</inkml:trace>
  <inkml:trace contextRef="#ctx0" brushRef="#br0" timeOffset="25548">7779 6363 24575,'-22'0'0,"-8"0"0,27 0 0,-20 0 0,2 0 0,5 0 0,-13 0 0,26 0 0,-27 0 0,26 0 0,-25 0 0,26 0 0,-9 0 0</inkml:trace>
  <inkml:trace contextRef="#ctx0" brushRef="#br0" timeOffset="27798">3625 8467 24575,'22'0'0,"0"0"0,2 0 0,0 0 0,6 0 0,1 0 0,-4 0 0,-1 0 0,-6 0 0,-1 0 0,14 0 0,-1 0 0,-10 0 0,2 0 0,0-6 0,0 0 0,3 5 0,-1-1 0,-5-3 0,-2-2 0,13-10 0,-10 14 0,0 1 0,-4-7 0,1 1 0,4 7 0,-1 2 0,11-13 0,-10 11 0,-2-1 0,-2-10 0,3 11 0,-3 2 0,-16-1 0,9 0 0</inkml:trace>
  <inkml:trace contextRef="#ctx0" brushRef="#br0" timeOffset="39815">4723 6416 24575,'15'0'0,"14"0"0,-25 0 0,26 0 0,-16 0 0,1 0 0,15 0 0,-14 0 0,4 0 0,-8 0 0,-12 0 0</inkml:trace>
  <inkml:trace contextRef="#ctx0" brushRef="#br0" timeOffset="42082">6165 6324 24575,'22'0'0,"7"0"0,-26 0 0,9 0 0,-12 0 0,12 0 0,-9 0 0,8 0 0,-11 0 0</inkml:trace>
  <inkml:trace contextRef="#ctx0" brushRef="#br0" timeOffset="71381">16087 5067 24575,'22'0'0,"0"0"0,5 0 0,6 0 0,-3 0 0,6 0 0,3 0 0,0 0 0,-2 0-656,-5 0 1,-2 0-1,1 0 1,1 0 0,2 0 232,-2 0 1,3 0 0,1 0-1,0 0 1,0 0 0,-1 0 0,-1 0 422,2 0 0,-1 0 0,-1 0 0,0 0 0,0 0 0,0 0 0,1 0 0,-1 0 0,0 0 0,0 0-182,-2 0 0,-1 0 0,1 0 1,-1 0-1,1 0 182,2 0 0,0 0 0,0 0 0,0 0 0,1 0 0,0 0 0,1 0 0,0 0 0,0 0 0,0 0 0,1 0 0,1 0 0,-1 0 0,1 0 0,-1 0 0,-1 0 0,0 0 0,0 0 0,0 0 0,-1 0 0,0 0 0,0 0 0,-1 0 0,0 0 0,-1 0 0,0 0 0,0 0 0,-2 0 0,1 0 182,-1 0 0,0 0 1,0 0-1,-2 0-182,3 0 0,-1 0 0,-1 0-73,-3 0 0,0 0 1,-1 0 72,1 0 0,-1 0 0,-1 0 1377,6 0 1,-1 0-1378,2 0 0,0 0 1249,-7 0 0,-1 0-1249,-1 0 0,-1 0 1060,11 0-1060,-19 0 318,16 0-318,-26 0 0,26 0 0,-16 0 0,19 0 0,-5 0 0,-10 0 0,2 0 0,0 0 0,-1 0 0,2 0 0,0 0 0,-1 0 0,-1 0 0,14 0 0,-11 0 0,0 0 0,15 0 0,-10 0 0,3 0 0,1 0 0,3 0-501,-5 0 0,2 0 1,1 0 500,-4 0 0,0 0 0,1 1 0,1-2 0,1-2 0,1 0 0,0 0 0,-1 0 0,-2 2 0,-1 1 0,1-1 0,-2 0-217,9-3 1,-1 0-1,-1 0 217,-6 4 0,-2 1 0,1-2 0,-1-4 0,0-2 0,-1 2 0,10 3 0,-3-1 0,-7-6 0,-2 1 0,9 8 0,-8 0 1451,-21 0-1451,26 0 701,-24 0-701,24 0 0,-14 0 0,0 0 0,14 0 0,-25 0 0,26 0 0,-10 0 0,8 0 0,5 0 0,-1 0 0,-16 0 0,2 0 0,-18 0 0,0 0 0</inkml:trace>
  <inkml:trace contextRef="#ctx0" brushRef="#br0" timeOffset="76415">16153 8057 24575,'26'0'0,"0"0"0,4 0 0,-4 0 0,1 0 0,1 0-488,4 0 1,0 0-1,1 0 488,0 0 0,0 0 0,-1 0 0,-1 0 0,-1 0 0,-1 0 0,-2 0 0,0 0 0,0 0 0,3 0 0,1 0 0,1 0 0,-2 0 0,1 0 0,0 0 158,5 0 1,0 0 0,2 0-159,-4-3 0,1 0 0,0-1 0,0 2 0,-5 1 0,0 1 0,0 0 0,0-2-118,1-4 1,1-3 0,-2 1 0,-1 1 117,-2 6 0,-1 1 0,-1-3 0,1-6 0,0-3 0,0 4 0,9 5 0,-1 3 0,-4-6 0,0 0 0,2 5 0,-2 2 718,1-1-718,-1-8 0,2-2 0,-8 2 0,0 0 0,9-2 0,0 0 0,-3-3 0,1 2 0,1 10 0,0-1 0,-1-13 0,-1 1 0,-6 11 0,0 1 0,8-6 0,-2-1 738,1-3-738,-6 10 0,0 1 0,3-11 0,-4 11 0,1 2 0,-1-1 0,1 0 0,4 0 0,2 0 0,-6 0 0,1 0 0,0 0-277,0 0 0,1 0 0,1 0 277,6 0 0,1 0 0,1 0-422,-6 0 1,-1 1 0,1-1 0,0-1 421,0-1 0,0-1 0,0-1 0,1 1 0,4 2 0,2 1 0,-1 0 0,-1-1 0,3-3 0,-2-1 0,1 2-234,-6 2 1,0 1-1,0 0 1,-2 1 233,3-1 0,-1 1 0,-1-2-99,-3-4 0,0-2 1,0 1 98,-1 4 0,0 2 0,0-2 0,7-7 0,0 0 0,0 8 0,0 2 353,-9-1 1,0 0-354,8 0 0,-2 0 1637,1 0-1637,-9 0 0,0 0 1046,10 0-1046,-4 0 178,-8 0 0,-1 0-178,-3 0 0,13 0 0,-14 0 0,0 0 0,14 0 0,-25 0 0,14-12 0,-18 9 0,0-8 0,12 11 0,-9 0 0,20 0 0,-20 0 0,9 0 0</inkml:trace>
  <inkml:trace contextRef="#ctx0" brushRef="#br0" timeOffset="78915">16047 10200 24575,'31'0'0,"0"0"0,0 0 0,1 0 0,-1 0 0,-1 0 0,2 0 0,0 0 0,0 0 0,0 0 0,1 0 0,1 0 0,1 0 0,0 0 0,0 0 0,0 0 0,1 0-469,-3 0 1,1 0 0,0 0 0,0 0 0,0 0 0,0 0 0,0 0-79,3 0 1,0 0 0,-1 0 0,1 0 0,-1 0 0,0 0 425,-2 0 1,1 0-1,-1 0 1,0 0 0,0 0-1,1 0 10,-1 0 1,0 0 0,1 0 0,-1 0-1,-1 0 1,-1 0 110,1 0 0,-1 0 0,-1 0 0,0 0 0,0 0 173,5 0 1,1 0 0,-2 0 0,-1 0-174,4 0 0,-1 0 0,-2 0 0,-3 0 0,-1 0 0,1 0 0,0 0 0,1 0 0,0 0 0,-2 0 0,0 0 0,0 0 0,-1 0 0,1 0 0,0 0 0,6 0 0,1 0 0,-3 0 0,-8 0 0,-1 0 0,1 0-92,8 0 1,2 0 0,-3 0 91,-2 0 0,-1 0 0,-5 0 0,1 0 0,-2 0 1590,-1 0 1,0 0-1591,7 0 0,0 0 1290,-6 0 1,-1 0-1291,0 0 0,0 0 665,2 0 0,-2 0-665,4 0 426,4 0-426,-10-9 0,0 0 0,15 5 0,-8-5 0,-1 0 0,-7 2 0,0 2 0,-1 4 0,-1-1 0,14-9 0,-19 11 0,16 0 0,-26 0 0,26 0 0,2 0 0,-1 0 0,-1 0 0,2 0 0,-8 0 0,0 0 0,0 0 0,1 0 0,6 0 0,-1 0 0,1 0 0,-6 1 0,0-2 0,3-11 0,-9 10 0,0 1 0,9-11 0,-7 12 0,-9 0 0</inkml:trace>
  <inkml:trace contextRef="#ctx0" brushRef="#br0" timeOffset="82165">16179 12806 24575,'22'0'0,"0"0"0,8 0 0,5 0 0,2 0 0,-8 0 0,2 0 0,1 0 0,2 0 0,1 0-469,-1 0 1,0 0 0,2 0 0,1 0 0,1 0 0,-1 0 0,-1 0-1,-1 0 1,0 0 0,0 0 0,0 0 0,0 0 0,1 0 0,0 0 234,-2 0 1,1 0 0,0 0 0,1 0-1,-1 0 1,0 0 0,-1 0 0,0 0 233,4 0 0,-1 0 0,0 0 0,-1 0 0,1 0 0,0 0-133,0 0 1,1 0 0,-1 0-1,1 0 1,-1 0 0,-1 0 132,2 0 0,0 0 0,-1 0 0,0 0 0,0 0 88,-1 0 0,0 0 0,0 0 1,-1 0-1,-2 0-88,1 0 0,-1 0 0,-2 0 0,0 0-24,6 0 1,-2 0-1,-2 0 24,1 0 0,-4 0 1638,-9 0 0,-2 0-1513,1 0 1,-2 0 2928,10 0-3054,-7 0 2138,2 0-2138,-2 0 125,7 0-125,-3 0 0,0 0 0,6 0 0,0 0 0,-1 0 0,1 0 0,-6 0 0,0 0 0,-1 0 0,-2 0 0,15 0 0,-6 0 0,-1 0 0,1 0 0,-9 0 0,0 0 0,11 0 0,-5 0 0,-9 0 0,0 0 0,9 0 0,-8 0 0,4 0 0,-4 0 0,-1 1 0,2-2 0,-1-5 0,1 0 0,8 5 0,0-1 0,-5-4 0,0 0 0,8 5 0,1 2 0,-2 1 0,-2-4 0,-4-6 0,-1-1 0,1 7 0,0-1 0,2-14 0,6 17 0,-1 0 0,-4 0 0,-9-6 0,0 0 0,1 4 0,0 1 0,0-5 0,1 0 0,4 6 0,2 0 0,-1-5 0,0-2 0,4 6 0,1 0 0,1-5 0,2 0 0,1 0 0,3-1 0,-4 2 0,-4 3 0,-1 0 0,5-4 0,4-1 0,-7 2 0,0 5 0,-9 0 0,0 0 0,10 0 0,-4 0 0,-8 0 0,-2 0 0,-2 0 0,14 0 0,-15-12 0,17 9 0,-4-8 0,-9 10 0,0 2 0,9-1 0,4 0 0,1 0 0,-17 0 0,13 0 0,-26 0 0,9 0 0,0 0 0,-9 0 0,26 0 0,-13 0 0,3 0 0,0 0 0,9 0 0,5 0 0,-19 0 0,16 0 0,-14 0 0,16 0 0,1 0 0,-11 0 0,1 0 0,1-6 0,1 0 0,7 5 0,0-1 0,-1-13 0,-1 1 0,-6 11 0,0 1 0,3-7 0,-4 0 0,-7 9 0,2 0 0</inkml:trace>
  <inkml:trace contextRef="#ctx0" brushRef="#br0" timeOffset="109231">3122 10385 24575,'28'0'0,"0"0"0,3 0 0,1 0 0,-2 0 0,1 0 0,1 0-606,-1 0 0,-1 0 0,1 0 606,2 0 0,0 0 0,0 0 0,-2 0 0,0 0 0,1 0 0,1 0 0,0 1 0,-1-2 0,-4-3 0,-1 0 0,-1 0 293,11 3 1,-2-1-294,-7-4 0,-3 0 301,3 6-301,-10 0 0,-6 0 0,-10 0 0,10 0 0</inkml:trace>
  <inkml:trace contextRef="#ctx0" brushRef="#br0" timeOffset="117432">4220 10358 24575,'28'0'0,"0"0"0,2 0 0,3 0 0,2 0 0,3 0 0,-1 0-744,-4 0 0,-1 0 0,0 0 744,5 0 0,1 0 0,-2 0 0,-8 0 0,-2 0 0,1 0 67,-1 0 0,0 0 0,-1 0-67,2 0 0,-1 0 0,-1 0 0,10 0 0,-1 0 0,3 0 0,-2 0 0,-2 0 0,-1 0 0,-2 0 0,0 0 0,-4 0 0,0 0 0,0 0 0,9 0 0,-1 0 0,-7 0 0,-1 0 0,-1 0 244,0 0 0,-1 0-244,8 0 0,-2 0 0,0 0 0,3 0 1124,-10 0-1124,10 0 419,3 0-419,-13 0 0,0 0 0,9 0 0,1 0 0,-6 0 0,-6 0 0,8 0 0,-12 0 0,15 0 0,0 0 0,-16 0 0,14 0 0,-15 0 0,5 0 0,4 0 0,12 0 0,-13 0 0,0 0 0,9 0 0,-10-8 0,0-1 0,2 6 0,1 1 0,8-6 0,0-1 0,-3 2 0,0 2 0,3 4 0,-1-1 0,-2-10 0,0 1 0,-4 8 0,0 3 0,0 0 0,9-7 0,-1 2 0,-3 4 0,-1 2 0,1-1 0,-1 0 0,-5 0 0,-1 0 0,-1 0 0,2 0 0,11 0 0,2 0 0,-7 0 0,1 0-222,-2 0 0,2 0 0,-1 0 222,-4 0 0,0 1 0,-1-2 0,1-4 0,-1-2 0,-1 1 0,9 4 0,-1 0 0,-3-7 0,0 0 0,2 8 0,0 2 0,-7-1 0,-1 0 0,-1 0 0,0 0 0,9 0 0,-17 0 666,14 0-666,-25 0 0,14 0 0,-6 0 0,-9 0 0,26 0 0,-13 0 0,17 0 0,-1 0 0,-16 0 0,14 0 0,-28 0 0,10 0 0,0 0 0,-9 0 0,9 0 0,-12 0 0,0 0 0,17 0 0,-1 0 0,5 0 0,8 0 0,-24 0 0,24 0 0,-26 18 0,9-14 0,-12 14 0,0-18 0,12 0 0,-9 0 0,8 0 0</inkml:trace>
  <inkml:trace contextRef="#ctx0" brushRef="#br0" timeOffset="128132">16298 12647 24575,'32'0'0,"0"0"0,0 0 0,0 0 0,4 0 0,1 0 0,1 0 0,-2 0 0,-3 0 0,-1 0 0,-1 0 0,2 0 0,1 0-469,-1 0 1,1 0 0,2 0 0,0 0 0,0 0 0,-2 0 0,-2 0-116,3 0 1,-2 0 0,-1 0 0,0 0-1,0 0 584,0 0 0,0 0 0,0 0 0,-1 0 0,0 0 62,6 0 0,-1 0 0,0 0 0,-2 0-62,3 0 0,-1 0 0,0 0 0,1 0 0,0 0 0,-1 0 304,-8 0 1,-1 0 0,-1 0-305,11 0 0,-2 0 0,-8 0 0,-1 0 0,-6 0 0,-1 0 1524,1 0 0,-1 0-1524,9 0 1484,4 0-1484,-10 0 0,0 0 500,9 0-500,-2 0 0,4 0 0,-3 0 0,0 0 0,4 0 0,1 0 0,-9 0 0,0 0 0,0 0 0,8 0 0,-2 0 0,-8 0 0,1 0 0,6-1 0,-1 2 0,-8 7 0,-1 2 0,10-2 0,3 0 0,-4 2 0,0 0 0,3 2 0,0 0 0,-9-1 0,0-1 0,8-3 0,-2 2 0,-14 6 0,-1-1 0,15-12 0,2-1 0,-8 14 0,0-1 0,9-10 0,0-3 0,-2 8 0,-1 0 0,2-8 0,0-2 0,-2 1 0,1 0 0,2 0 0,0 0 0,-9 0 0,0 0 0,7 0 0,0 0 0,-9 0 0,-1 0 0,5 0 0,1 0 0,2 0 0,-1 0 0,9 0 0,-15 0 0,0 0 0,10 0 0,-9 0 0,0 0 0,13 0 0,-5 0 0,0 0 0,-10 0 0,1 0 0,10-9 0,0 0 0,-7 7 0,-1-1 0,4-6 0,1 1 0,-2 7 0,-1 2 0,5-1 0,-2 0 0,-4 0 0,-1 0 0,8 0 0,-2 0 0,1 0 0,-6 0 0,0 0 0,2 0 0,6 0 0,-11 0 0,0 0 0,15 0 0,-9 0 0,1 0 0,-3 0 0,1 0 0,3 0 0,0 0 0,-6 0 0,1 0 0,6 1 0,-1-2 0,-5-5 0,-1 0 0,1 5 0,-2-1 0,10-10 0,-4 12 0,-13 0 0,5 0 0,-9 0 0,-1 0 0,-8 0 0,27 0 0,-26 0 0,26 0 0,-27 0 0,8 0 0,-11 0 0,0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6T16:35:02.82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2646 4630 24575,'15'0'0,"5"0"0,1 0 0,-2 0 0,10 0 0,4 0 0,3 0 0,-13 0 0,0 0 0,9 0 0,-17 0 0,14 0 0,-13 0 0,5 0 0,-9 0 0,-12 0 0,12 0 0,-10 0 0,28 0 0,-26 0 0,14 0 0</inkml:trace>
  <inkml:trace contextRef="#ctx0" brushRef="#br0" timeOffset="13068">20902 3268 24575,'0'26'0,"0"0"0,0 0 0,0 0 0,0 1 0,0 0 0,0 6 0,0 0 0,0 0-584,0-2 0,0 0 1,0 1 583,0 1 0,0 0 0,0-1 0,0-4 0,0-1 0,0-1 283,0 11 0,0-2-283,0-1 0,0-3 145,0-10 0,0 1-145,0 8 0,0 1 0,0-7 0,0 1 0,0 6 0,0 4 0,2-7 0,2 2 0,-1 2 0,0-3 0,-2 2 0,0-2 0,0 2-30,1-1 1,2 1 0,-1 1 0,0-3 29,-3 2 0,0-1 0,0-1 0,-1-2 0,0 0 0,3 0-139,3 0 1,2 0-1,-2 0 139,-3-1 0,-2 0 0,3-1 0,6 6 0,-1-1 0,-7 2 0,-2 0 0,1-6 0,0-3 0,0 11 0,0-17 0,0-17 0</inkml:trace>
  <inkml:trace contextRef="#ctx0" brushRef="#br0" timeOffset="28484">15544 4749 24575,'34'0'0,"-10"0"0,2 0 0,3 0 0,2 0 0,-5 0 0,1 0 0,1 0-350,3 0 0,0 0 1,0 0 349,-4 0 0,0 0 0,0 0 0,-1 0 0,1 0 0,-2 0 171,-1 0 1,0 0-172,2 0 0,-2 0 174,4 0-174,4 0 0,1 0 0,-14 0 0,1 0 266,1 0 0,-1 0-266,8 0 0,2 0 0,-27 0 0,8 0 0,7 0 0,-2 0 0,17 0 0,-11 0 0,0 0 0,9 0 0,-6 0 0,0 0 0,2 0 0,-7 0 0,-1 0 0,-3 0 0,2 0 0,-18 0 0</inkml:trace>
  <inkml:trace contextRef="#ctx0" brushRef="#br0" timeOffset="31333">15584 4974 24575,'26'0'0,"0"0"0,5 0 0,-2 0 0,0 0 0,0 0 0,1 0 0,1 0 0,-2 0 0,5 0 0,-6 0 0,-9 0 0,5 0 0,-1 0 0,-7 0 0,5 0 0,2 0 0,-2 0 0,6 6 0,3 0 0,-10-5 0,0 1 0,11 4 0,0 0 0,-3-6 0,-8 0 0,4 0 0,-21 17 0,26-12 0,-25 12 0,26-17 0,-10 0 0,-3 0 0,12 0 0,-26 0 0,20 0 0,-20 0 0,9 0 0,6 0 0,-2 0 0,4 0 0,-8 0 0,0 0 0,-9 0 0,26 0 0,-24 0 0,12 0 0,-17 0 0</inkml:trace>
  <inkml:trace contextRef="#ctx0" brushRef="#br0" timeOffset="32870">19354 5067 24575,'22'0'0,"8"0"0,2 0 0,-12 0 0,3 0 0,8 0 0,2 0 0,-2 0 0,-1 0 0,-6 0 0,0 0 0,2 0 0,-2 0 0,4 0 0,-3 0 0,0 0 0,6 0 0,1 0 0,-2 0 0,-14 0 0,4 0 0,4 0 0,8-12 0,5 9 0,-9-3 0,1 0 0,-3 6 0,1 0 0,8 0 0,2 0 0,-10 0 0,0 0 0,0 0 0,0 0 0,0 0 0,0 0 0,-1 0 0,0 0 0,0 0 0,8 0 0,-2 0 0,-7 0 0,-2 0 0,1 0 0,-3 0 0,-7 0 0,-2 0 0,-12 0 0</inkml:trace>
  <inkml:trace contextRef="#ctx0" brushRef="#br0" timeOffset="35099">21974 5067 24575,'22'0'0,"0"0"0,6 0 0,4 0 0,-3 0 0,3 0 0,0 0-692,1 0 1,1 0 0,0 0 691,1 0 0,1 0 0,-1 0 0,-2 0 0,-1 0 0,1 0 0,2 0 0,0 0 0,0 0 0,-1 0 0,-1 0 0,1 0 0,1 0 0,1 0 0,-1 0 0,-2 0 0,0 0 0,-1 0 0,0 0 0,-2 0 0,1 0 0,-1 0 0,1 0 0,1 0 0,0 0 0,2 0 0,1 0 0,-3 0 0,3 0 0,-2 0 0,2 0 0,-1 0 0,3 0 0,-2 0 0,-1 0 0,-1 0 0,-3 0 0,1 0 0,2 0 0,0 0 0,0 0 101,-6 0 0,0 0 0,-1 0-101,11 0 0,-2 0 0,-2 0 0,-1 0 0,4 0 0,0 0 0,-2 0 0,1 0 0,-9 0 0,0 0 0,0 0 0,8 0 0,-2 0 214,-7 0 0,-1 0-214,7 0 0,-1 0 0,-8 0 0,-1 0 0,6 0 0,-1 0 524,-5 0 1,-2 0-525,1 0 73,-8 0 1,-12 0-1,0 0 1</inkml:trace>
  <inkml:trace contextRef="#ctx0" brushRef="#br0" timeOffset="49784">13944 7144 24575,'-33'0'0,"5"0"0,4 0 0,-2 0 0,2 0 0,0 0 0,-1 0 0,1 0 0,1 0 0,2 0 0,6 0 0,4 0 0,11 0 0,0 0 0,11 0 0,-8 0 0,21 0 0,-3 0 0,-5 0 0,13 0 0,-14 0 0,17 0 0,-4 0 0,-3 0 0,0 0 0,6 0 0,-6 0 0,0 0 0,3 0 0,4 0 0,0 0 0,-4 0 0,-8 0 0,-1 0 0,9 0 0,4 0 0,-17 0 0,14 0 0,-13 0 0,3 0 0,0 0 0,-2 0 0,12 0 0,-26 0 0,9 0 0,-12 0 0,0 0 0</inkml:trace>
  <inkml:trace contextRef="#ctx0" brushRef="#br0" timeOffset="56216">11364 7236 24575,'30'0'0,"0"0"0,-3 0 0,2 0 0,-3 0 0,4 1 0,-1-2 0,1-2 0,3-2 0,-2 2-621,-3 2 1,-2 1 0,1-2 620,4-7 0,0-3 0,1 3 0,1 7 0,0 2 0,0-2 0,-2-7 0,-1-3 0,1 3 0,0 7 0,0 2 0,0 0 0,-4-4 0,0-1 0,0 2 115,-1 2 0,1 2 1,-2-1-116,6-6 0,-2 0 184,-2 5 0,-1-1-184,-6-4 0,0 0 0,-1 6 0,0 0 0,9 0 235,-8 0 1,-8 0 0,-12 0 0</inkml:trace>
  <inkml:trace contextRef="#ctx0" brushRef="#br0" timeOffset="58017">9102 7303 24575,'22'0'0,"0"0"0,7 0 0,2 0 0,3-1 0,1 2-314,-5-2 0,0 1 1,0 1 313,5-2 0,-1 2 154,-4-2 1,0 2-155,2-1 0,-2 0 156,1 0-156,0 0 0,-1 0 0,1 0 0,2 0 476,-4 0-476,-13 0 0,5 0 0,2 0 0,10 0 0,-14 0 0,10 0 0,-29 0 0</inkml:trace>
  <inkml:trace contextRef="#ctx0" brushRef="#br0" timeOffset="60733">2394 7144 24575,'31'0'0,"-1"0"0,-5 0 0,1 0 0,-1 0 0,7 0 0,-1 0 0,-5 0 0,0 0 0,0 0-344,0 0 1,0 0 0,0 0 343,1 0 0,0 0 0,0 0 0,0 0 0,0 0 0,0 0 0,3 0 0,1 0 0,-2 0 0,0 0 0,-1 0 168,2 0 1,-3 0-169,6 0 171,-19 0-171,-2 0 0,-12 0 0,0 0 0,0 0 0</inkml:trace>
  <inkml:trace contextRef="#ctx0" brushRef="#br0" timeOffset="68734">19447 6099 24575,'22'0'0,"7"0"0,-14 0 0,0 0 0,-4 0 0,7 0 0,-2 0 0,8 0 0,2 0 0,5 0 0,-1 0 0,2 0 0,-8 0 0,0 0 0,8 0 0,3 0 0,-10 0 0,2 0 0,-2 0 0,11 0 0,-2 0 0,-4 0 0,0 0 0,-7 0 0,-2 0 0,11 0 0,-13 0 0,2 0 0,5 0 0,1 0 0,-2 0 0,-2 0 0,11 0 0,-4 0 0,-28 0 0,10 0 0,0 0 0,-9 0 0,26 0 0,-13 0 0,17 0 0,-1 0 0,-16 0 0,2 0 0</inkml:trace>
  <inkml:trace contextRef="#ctx0" brushRef="#br0" timeOffset="70983">13626 5980 24575,'23'0'0,"0"0"0,3 0 0,1 0 0,2 0 0,2 0 0,2 0 0,0 0 0,-8 0 0,-2 0 0,0 0 0,-1 0 0,10 0 0,-4 0 0,4 0 0,0 0 0,-15 0 0,0 0 0,-17 0 0,0 0 0,30 0 0,-3 0 0,6 0 0,-7-3 0,2 0 0,1-1 0,1 2-472,2 1 0,0 1 0,1 0 1,-1-2 471,1-4 0,-1-3 0,0 1 0,-2 1 0,2 5 0,-1 2 0,-1-2 0,4-7 0,-4 0 0,-9 9 0,-2 0 0,1 0 0,-2 0 0,-2 0 0,2 0 0</inkml:trace>
  <inkml:trace contextRef="#ctx0" brushRef="#br0" timeOffset="74683">9128 6046 24575,'30'0'0,"0"0"0,0 0 0,-3 0 0,1 0 0,1 0 0,0 0 0,3 0 0,0 0 0,1 0 0,-1 0-339,1 0 0,-1 0 0,0 0 0,-2 0 339,-2 0 0,-1 0 0,-1 0 221,8-2 0,-7 4-221,-11 9 224,2-8-224,-36 9 0,-15-12 0,9 0 0,-1 0 345,-7 0 0,-1 0-345,12 0 0,0 0 0,-10 0 0,0 0 0,-6 0 0,1 0 0,-3 0 0,11 0 0,-1 0 0,0 0 0,-2 0 0,1 0 0,-2 0 0,1 0 0,7 0 0,1 0 0,-3 0 0,11 0 0,28 0 0,-14 0 0,20 0 0,12 0 0,0 0 0,1 0 0,-9 0 0,-2 0 0,-5 0 0,14 0 0,-27 0 0,26 0 0,-25 0 0,14 0 0</inkml:trace>
  <inkml:trace contextRef="#ctx0" brushRef="#br0" timeOffset="78086">2580 7170 24575,'22'0'0,"0"0"0,7 0 0,2 0 0,3 0 0,1 0 0,-1 0 0,-2 0 0,-8 0 0,-2 0 0,10 0 0,1 0 0,-6 0 0,6 0 0,-19 0 0,16 0 0,-26 0 0,14 0 0</inkml:trace>
  <inkml:trace contextRef="#ctx0" brushRef="#br0" timeOffset="88766">12091 10292 24575,'30'0'0,"-1"0"0,0 0 0,1 0 0,1 0 0,1 0 0,0 0 0,1 0-530,-5 0 1,0 0-1,1 0 1,-1 0 529,7 0 0,0 0 0,-1 0 0,3 0 0,-1 0 0,2 0-439,-7 0 0,0 0 1,1 0-1,0 0 439,0 1 0,0-1 0,1 0 0,-1-1 0,4-1 0,1-1 0,-1-1 0,-2 2 0,3 0 0,-1 2 0,0-1 144,1-3 1,1-1-1,-3 2-144,-8 3 0,-1 0 0,2 0 0,1-4 0,1-1 0,1 0 0,-2 1 0,1 2 0,-1 2 0,0-2 0,8-4 0,1-1 0,-3 2 0,3 4 0,-4 2 0,-7-1 0,-1 0 0,3 0 0,0 0 478,-5 0 0,0 0-478,8 0 0,1 0 972,-3 0 1,0 0-973,4 0 0,-2 0 269,-7 0 1,-1 0-270,8 0 0,-2 0 0,0 0 0,-4 0 0,-2 0 0,-7 0 0,12 0 0,-14 0 0,17 0 0,-12 0 0,0 0 0,0 0 0,1 0 0,8 0 0,-1 0 0,9 0 0,-7 0 0,2 0 0,-3 0 0,2 0-470,-2 0 0,2 0 1,2 0 469,-6 0 0,1 0 0,1 0 0,0 0 0,1 0 0,0 0 0,1 0 0,-2 0 0,6 0 0,-1 0 0,-1 0 0,-2 0 0,1 0 0,-6 0 0,11 0 0,-14 0 0,-5 0 0,-15 0 0,-3 0 0,-3 0 1409,-9 0-1409,12 0 0,0 0 0,0 0 0</inkml:trace>
  <inkml:trace contextRef="#ctx0" brushRef="#br0" timeOffset="92817">15703 10200 24575,'26'0'0,"0"0"0,0 0 0,1 0 0,-1 0 0,2 0 0,2 0 0,1 0 0,0 0-758,6 0 1,0 0-1,0 0 758,-5 0 0,0 0 0,1 0 0,3 0 0,1 0 0,0 0 0,0 0 0,-1 0 0,1 0 0,-1 0 0,0 0 0,1 0 0,-5 0 0,0 0 0,1 0 0,1 0-490,0 0 0,0 0 1,1 0-1,0 0 490,1 0 0,1 0 0,0 0 0,0 0 0,-7-1 0,1 1 0,0 0 0,-1 0 0,1 1 0,6 1 0,-1 1 0,0 1 0,0-2 0,-2 0 0,-1-2 0,0 0 0,0 1-49,-3 2 1,0 0 0,-1 1-1,1-2 49,-1-1 0,1-1 0,-1-1 0,0 1 0,6 0 0,-2 0 0,1 0-260,0-1 1,1 1-1,0 1 260,-1 4 0,-1 2 0,-2-1 0,-5-4 0,-1-2 0,1 2 0,5 4 0,2 1 0,-3-2 403,2-5 0,-1 0-403,-5 3 0,0 2 0,0-1 0,8-3 0,-2 1 978,-1 3 0,-1 1-978,-4 1 0,0-2 652,4-4 1,-2 1-653,-10 4 0,1 0 493,4-5 0,-2-2-493,-7 1 152,16 17-152,-26-12 0,14 12 0,-18-17 0</inkml:trace>
  <inkml:trace contextRef="#ctx0" brushRef="#br0" timeOffset="105681">2831 10610 24575,'0'0'0</inkml:trace>
  <inkml:trace contextRef="#ctx0" brushRef="#br0" timeOffset="107583">2712 10200 24575,'22'0'0,"0"0"0,1 0 0,3 0 0,-2 0 0,3 0 0,-1 0-433,1 0 1,0 0 0,0 0 432,4 0 0,0 0 0,0 0 0,-4 0 0,0 0 0,0 0 211,9 0 1,0 0-212,-3 0 0,-2 0 0,0 0 0,-1 0 107,-6 0 1,0 0-108,7 0 0,0 0 0,-6 0 0,-1 0 0,-1 0 0,2 0 329,6 0 1,0 0-330,-7 0 0,0 0 0,1 0 0,3 0 0,-3 0 0,1 0 0,0 0 0,11 0 0,-1 0 0,-5 0 0,-6-9 0,0 0 0,3 5 0,-8-14 0,10 18 0,-26 0 0,26 0 0,-16 0 0,19 0 0,-14 0 0,1 0 0,0 0 0,2 0 0,6 0 0,1 0 0,8 0 0,-6 0 0,-1 0 0,1 0 0,-9 0 0,0 0 0,11 0 0,-17 0 0,1 0 0,-5 0 0,21 0 0,-3 0 0,-4 0 0,-2 0 0,4 0 0,5 0 0,-1 0 0,-16 0 0,2 0 0</inkml:trace>
  <inkml:trace contextRef="#ctx0" brushRef="#br0" timeOffset="110784">8599 10067 24575,'22'0'0,"0"0"0,-1 0 0,1 0 0,9 0 0,2 0 0,3 0 0,0 0 0,-1 0 0,-1 0 0,-3 0 0,-1 0 0,-4 0 0,-2 0 0,4 0 0,-8 0 0,10 0 0,-14 0 0,16 0 0,0 0 0,-4 0 0,-7 0 0,2 0 0,-20 0 0,27 0 0,-26 0 0,26 0 0,-27 0 0,26 0 0,-25 0 0,14 18 0,-18-14 0,12 14 0,-9-18 0,15 0 0,5 0 0,-4 0 0,5 0 0,2 0 0,-6 0 0,0 0 0,1 0 0,-1 0 0,8 0 0,1 0 0,-26 0 0,9 0 0,-12 0 0,0 0 0,12 0 0,8 0 0,8 12 0,-8-11 0,-2 1 0,-2 10 0,14-12 0,-27 0 0,9 0 0,-12 0 0</inkml:trace>
  <inkml:trace contextRef="#ctx0" brushRef="#br0" timeOffset="113750">10517 10067 24575,'15'0'0,"8"0"0,1 0 0,2 0 0,-3 0 0,1 0 0,12 0 0,-1 0 0,-8 0 0,-3 0 0,-3 0 0,0 0 0,-2 0 0,1 0 0,6 0 0,-2 0 0,-5 0 0,4 0 0,-4 0 0,-17 0 0,28 0 0,-26 0 0,26 0 0,-27 0 0,8 18 0,-11-14 0,0 14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6T16:37:19.79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5569 7990 24575,'15'0'0,"4"0"0,3 0 0,1 0 0,3 0 0,4 0 0,4 0 0,0 0-891,-2 0 1,0 0 0,1 0 890,-2 0 0,2 0 0,0 0 0,-2 0 0,3 0 0,-2 0 0,-1 0-13,0 0 0,0 0 1,0 0 12,1 0 0,0 0 0,-2 0 171,-1 0 1,1 0-172,0 0 0,3 0 0,-2 0 0,0 0 0,1 0 0,-3 0 0,1 0 0,1 0 0,1 0 0,1 0 0,0 0-281,-1 0 1,0 0 0,1 0 280,4 0 0,0 0 0,-1 0 0,-4 0 0,-2 0 0,1 0 0,0 0 0,1 0 0,-2 0 625,5 0 0,-1 0-625,-5 0 0,-1 0 344,-1 0 1,-4 0-345,-4 0 158,2 0 0,-1 0-158,1 0 952,-5 0-952,13 0 0,-26 0 0,9 0 0,-12 0 0,12 0 0,-9 0 0,9 0 0</inkml:trace>
  <inkml:trace contextRef="#ctx0" brushRef="#br0" timeOffset="3835">4154 4723 24575,'24'0'0,"0"0"0,2 0 0,-2 0 0,-3 0 0,-2 0 0,5 0 0,-3 0 0,-1 0 0,-4 0 0,16 0 0,1 0 0,-5 0 0,-8 0 0,10 0 0,-26 0 0,25 0 0,-14 0 0,17 0 0,-15 0 0,12 0 0,-26 0 0,9 0 0</inkml:trace>
  <inkml:trace contextRef="#ctx0" brushRef="#br0" timeOffset="6450">10319 4683 24575,'34'0'0,"-10"0"0,2 0 0,3 0 0,2 0 0,-5 0 0,1 0 0,1 0-291,2 0 0,2 0 1,-2 0 290,-2 0 0,-1 0 0,-1 0 143,5 0 0,-2 0-143,-2 0 0,-4 0 145,-6 0-145,12 0 0,-26 0 0,9 0 441,5 0-441,-12 0 0,12 0 0,-5 0 0,-9 0 0,9 0 0,-12 0 0,0 0 0,0 0 0</inkml:trace>
  <inkml:trace contextRef="#ctx0" brushRef="#br0" timeOffset="18701">6257 7898 24575,'22'0'0,"1"0"0,1 0 0,7 0 0,-7 0 0,3 0 0,-1 0 0,5 0 0,1 0 0,-6 0 0,0 0 0,0 0 0,7 0 0,0 0 0,0 0 0,0 0 0,-3 0 0,0 0 0,3 0 0,-1 0 0,-2 0 0,0 0 0,3 0 0,1 0 0,-4 0 0,0 0 0,-3 0 0,-1 0 0,-5 0 0,-3 0 0,3 0 0,-9 0 0,-12 0 0</inkml:trace>
  <inkml:trace contextRef="#ctx0" brushRef="#br0" timeOffset="31901">5001 3149 24575,'33'0'0,"0"0"0,-11 0 0,0 0 0,15 0 0,-10 0 0,3 0 0,2 0 0,1 0 0,-2 0 0,1 0 0,-6 0 0,1 0 0,-2 0 0,0 0 0,-2 0 0,4 0 0,-4 0 0,-7 0 0,14 0 0,-16 0 0,1 0 0,4-1 0,3 2 0,10 4 0,2 1 0,3-5 0,0 1-156,-7 7 0,0 3 0,0-3 156,-4-7 0,-1-2 0,0 2 0,7 7 0,-1 0 0,-5-8 0,0-2 0,0 1 0,8 0 0,-2 0 0,-1 0 0,-1 0 0,-3 0 0,-1 0 0,-6 0 0,-1 0 0,1 0 0,-2 0 0,-1 0 0,12 0 468,-14 11-468,-1-8 0,16 9 0,-14-12 0,8 0 0,2 0 0,5 0 0,-7 0 0,2 0 0,-6 0 0,-1 0 0,7 6 0,1 0 0,3-5 0,1 1 0,2 12 0,0 1 0,-3-13 0,0 1 0,3 12 0,-1-1 0,-8-12 0,0-1 0,0 5 0,-2 0 0,-2-6 0,4 0 0,-4 0 0,-3 0 0,12 0 0,-26 0 0,9 0 0,0 0 0,8-12 0,8 9 0,-9-3 0,0 0 0,9 6 0,5-17 0,-1 12 0,-4-12 0,-8 17 0,4 0 0,-4 0 0,8 17 0,-9-15 0,1 1 0,8 14 0,4-17 0,0 0 0,-16 0 0,2 0 0,-18 0 0,0 0 0</inkml:trace>
  <inkml:trace contextRef="#ctx0" brushRef="#br0" timeOffset="40468">9287 2963 24575,'30'0'0,"0"0"0,-3 0 0,1 0 0,-1 0 0,-1 0 0,-1 0 0,1 0-526,6 0 1,1 0-1,0 0 526,-2 0 0,0 0 0,0 0 0,0 0 0,0 0 0,0 0 0,0 0 0,0 0 0,-1 0 0,-2 0 0,-2 0 0,1 0 170,0 0 1,-1 0 0,-1 0-171,0 0 0,-2 0 130,9 0 1,-2 0-131,1 0 0,-6 0 0,0 0 0,3 0 804,-7 0-804,2 0 0,-20 0 0,26 0 0,-24 0 0,24 0 0,-8 0 0,7 0 0,-8 0 0,4 0 0,-21 0 0,26 0 0,-24 12 0,12-9 0,-17 9 0</inkml:trace>
  <inkml:trace contextRef="#ctx0" brushRef="#br0" timeOffset="43286">13692 3082 24575,'15'0'0,"14"0"0,-1 0 0,-3 0 0,3 0 0,2 0 0,0 0 0,3 0 0,1 0 0,-4 0 0,0 0 0,2 0 0,0 0 0,-1 0 0,-1 0 0,3 0 0,0 0 0,1 0 0,-2 0 0,-8 0 0,1 0 0,6 0 0,-1 0 0,1 0 0,-1 0 0,2 0 0,-2 0 0,0 0 0,-4 0 0,0 0 0,6 2 0,-3-4 0,-1-9 0,5 8 0,-1-9 0,-10 11 0,2 2 0,12-1 0,-14 0 0,0 0 0,11 0 0,-5 0 0,-4 0 0,2 0 0,4 0 0,-4 0 0,-2 0 0,-7 0 0,12 0 0,-26 0 0,20 0 0,-20 0 0,9 0 0,6 0 0,-2 0 0,2 0 0,2 0 0,0 0 0,0 0 0,1 0 0,-1 0 0,8 0 0,1 0 0,-26 0 0,-3 0 0,-20 0 0,4 0 0,-2 0 0</inkml:trace>
  <inkml:trace contextRef="#ctx0" brushRef="#br0" timeOffset="48934">14949 5159 24575,'15'0'0,"4"0"0,3 0 0,1 0 0,2 0 0,9 0 0,1 0 0,-9 0 0,1 0 0,-2 0 0,9 0 0,-2 0 0,-7 0 0,-1 0 0,8 0 0,-2 0 0,1 0 0,-6 0 0,0 0 0,2 0 0,6 0 0,-1 0 0,-16 0 0,14 0 0,-27 0 0,8 0 0</inkml:trace>
  <inkml:trace contextRef="#ctx0" brushRef="#br0" timeOffset="52734">14764 6707 24575,'32'0'0,"-13"0"0,2 0 0,4 0 0,3 0 0,7 0 0,2 0-571,-11 0 0,1 0 1,1 0 570,4 0 0,1 0 0,0 0 0,-2 0 0,1 0 0,-1 0 0,2 0 0,0 0 0,0 0 0,-5 0 0,-1 0 0,-2 0 277,6 0 0,-1 0-277,2 0 0,-3 0 283,2 0-283,-1 0 0,2 0 0,-7 0 0,-1 0 0,0 0 0,0 0 437,-2 0 1,0 0-438,1 0 0,-2 0 0,10 0 0,-6 0 0,0 0 0,-2 0 0,0 0 0,0 0 0,2 0 0,7 0 0,1 0 0,3 0 0,0 0 0,-2 0 0,1 0 0,-9 0 0,0 0 0,0 0 0,7 0 0,0 0 0,-3 0 0,0 0 0,3 0 0,-1 0 0,-1 0 0,-2 0 0,-4 0 0,-1 0 0,2 0 0,-2 0 0,4 0 0,-8 0 0,4 0 0,-4 0 0,8 0 0,5 0 0,-1 12 0,-9-11 0,-1 1 0,-3 4 0,-1 0 0,13-5 0,0-2 0,0 1 0,-6 0 0,0 0 0,3 0 0,4 0 0,-10 0 0,0 0 0,2 0 0,1 0 0,-1 0 0,0 0 0,8 0 0,-2 0 0,1 0 0,0 0 0,0 0 0,-1 0 0,-4 5 0,-2 1 0,4-3 0,-9 3 0,1 0 0,7-6 0,6 0 0,-1 0 0,-16 0 0,14 0 0,-16 0 0,19 0 0,-5 0 0,-8 0 0,10 0 0,-14 0 0,4 0 0,-8 0 0,-12 0 0,0 0 0,0 0 0</inkml:trace>
  <inkml:trace contextRef="#ctx0" brushRef="#br0" timeOffset="59501">14473 8189 24575,'34'0'0,"-16"0"0,2 0 0,8 0 0,1 0 0,-4 0 0,2 0 0,3 0 0,3 0 0,-2 0 0,-2 0 0,0 0 0,-1 0 0,1 0 0,-3 0 0,-4 1 0,-2-2 0,6-8 0,-2 0 0,4 5 0,-3-5 0,0 0 0,6 9 0,-6 0 0,0 0 0,3 0 0,-9 0 0,0 0 0,9 0 0,-7 0 0,2 0 0,-2 0 0,-5 0 0,13 0 0,-14 0 0,0 0 0,14-12 0,5 9 0,-16-3 0,1 1 0,3 4 0,0 2 0,10-1 0,-4 0 0,4 0 0,-17 0 0,-3 0 0,-12 0 0</inkml:trace>
  <inkml:trace contextRef="#ctx0" brushRef="#br0" timeOffset="78967">14764 9287 24575,'22'0'0,"0"0"0,9 0 0,0 0 0,-1 0 0,1 0 0,-6 0 0,0 0 0,3 0 0,-9 0 0,0 0 0,1 0 0,0 0 0,0 0 0,1 0 0,8 0 0,0 0 0,7 0 0,-4 0 0,-2 0 0,1 0 0,-8 0 0,-2 0 0,-6 0 0,-3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6T16:51:51.10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15015 4405 24575,'32'0'0,"-4"0"0,-3 0 0,0 0 0,6 0 0,0 0 0,0 0 0,0 0 0,-6 0 0,0 0 0,3 0 0,-3 0 0,0 0 0,6 0 0,-6 0 0,0 0 0,2 0 0,6 0 0,-1 0 0,-16 0 0,14 0 0,-27 0 0,20 0 0,-2 0 0,7 0 0,-8 0 0,10 0 0,-26 0 0,25 0 0,-26 0 0,9 0 0,0 0 0,-9 0 0,9 0 0,-12 0 0,17 0 0,-12 0 0,24 0 0,-14 0 0,-1 0 0,16 0 0,4 0 0,2 0 0,-13 0 0,-1 0 0,10 0 0,-10 0 0,1 0 0,14 0 0,-15 0 0,0 0 0,11 0 0,-5 0 0,4 0 0,0 0 0,-16 0 0,14 0 0,-10 0 0,8 0 0,-7 0 0,2 0 0,-2 0 0,-5 0 0,14 0 0,-16 0 0,7 0 0,2 0 0,14 0 0,-14 0 0,0 0 0,9 0 0,0 0 0,-16 0 0,14 0 0,-27 0 0,20 0 0,-20 0 0,27 0 0,-26 0 0,14 0 0,-18 0 0,11 0 0,-8 0 0,27 0 0,-26 0 0,26 0 0,-16 0 0,1 0 0,14 0 0,-24 0 0,24 0 0,-26 0 0,9 0 0,-12 0 0,0 0 0,-12 0 0,9 0 0,-9 0 0,12 0 0,0 0 0</inkml:trace>
  <inkml:trace contextRef="#ctx0" brushRef="#br0" timeOffset="18084">1601 6046 24575,'22'0'0,"-3"0"0,3 0 0,9 0 0,3 0-739,-9 0 0,1 0 1,2 0 738,2 0 0,3 1 0,0-1 0,-1-1 0,5-4 0,-1-2 0,0 1 0,-2 5 0,0 1 0,-1-3 236,-2-6 1,0-3 0,-3 3-237,-3 7 0,-2 1 183,-1-5 0,0 1-183,0 4 0,0 2 0,2-1 0,1 0 0,8 0 0,0 0 0,-3 0 0,0 0 570,3 0 0,-1 0-570,-2 0 0,0 0 0,3-6 0,0 0 0,-7 4 0,1 2 0,-2-1 0,10-5 0,-1 0 0,3 5 0,-2 2 0,-1 0 0,-3-2 0,-6-7 0,-1-2 0,-1 9 0,-1-2 0,11-15 0,-1 18 0,-4 0 0,4 0 0,0 0 0,-4 0 0,-3 0 0,0 0 0,6 0 0,-6 0 0,0 0 0,3 0 0,5 0 0,-1-11 0,-4 8 0,-9-3 0,0 0 0,9 6 0,4 0 0,1 0 0,-5 0 0,-9 0 0,0 0 0,9 0 0,4 0 0,0 0 0,-15 0 0,12 0 0,-26 0 0,9 0 0,-12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6T16:53:32.44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1323 7964 24575,'28'0'0,"0"0"0,5 0 0,3 0 0,-6 0 0,2 0 0,0 0-556,1 0 1,0 0 0,-1 0 555,0 0 0,-1 0 0,-1 0 0,-3 1 0,0-1 0,0-1 0,3-4 0,0-2 0,0 1 0,-4 4 0,1 2 0,0-2 0,9-4 0,2-1 0,-1 2 0,-5 4 0,0 2 0,1-1 0,3 1 0,2-1 0,-2-1 0,-4-2 0,-2-2 0,0 2 0,-2 1 0,-1 2 0,-1-1 0,10-5 0,0 0 0,-1 1 0,2 1 0,-3 1 0,2 2 0,-1-1 0,-4-2 0,3 0 0,-4 0 270,1 5 0,-4-2-270,-7-7 0,1-1 0,4 6 0,1 1 0,9-6 0,1-1-165,-12 4 1,2 1 0,0 1 164,9 2 0,3 1 0,-1-2-300,-8-3 0,-1-2 0,0 0 0,1 2 300,7 4 0,0 2 0,0-3 0,-8-5 0,0-1 0,0-1 0,-1 3 0,4 4 0,0 2 0,-1-2 76,-2-7 1,-2-3 0,1 3-77,3 7 0,0 2 0,0-1 0,-3-2 0,0-2 0,0 2 0,-1 2 0,1 1 0,0 1 0,7-1 0,0 1 0,0-2 0,-4-4 0,-1-2 0,2 1 0,3 4 0,2 1 0,-1 0-349,-2-5 1,0-1-1,0 2 349,1 4 0,1 1 0,0 1 0,-7-1 0,0 0 0,1 0 0,-1 0 0,2 0 0,0 0 0,0 0 0,1 0 0,1 0 0,1 0 0,0 0 0,0 0 0,-3 0 0,0 0 0,0 0 0,0 0 0,0 0 0,0 0 0,0 0 0,-1 0 0,1 0 0,0 0 0,-1 0 0,0 0 0,5 0 0,0 0 0,-1 0 0,-1 0 0,-2 0 0,1 0 124,-1 0 1,1 0 0,-2 0-125,6 0 0,-1 0 585,-4 0 0,0 0-585,-4 0 0,-2 0 550,4 0-550,4 0 1176,1 0-1176,-6 0 182,-7-1 1,-1 2-183,9 17 0,4-14 0,-11 11 0,2-1 0,1-11 0,1-3 0,7 5 0,2 2 0,-4 2 0,0 0 0,3-7 0,-1 0 0,-10 7 0,-2 0 0,13-9 0,-4 0 0,-25 0-820,-4 0 1,-4 0 0,-14 0 0</inkml:trace>
  <inkml:trace contextRef="#ctx0" brushRef="#br0" timeOffset="4616">1191 9446 24575,'33'0'0,"-3"0"0,2 0 0,-1 0 0,1 0-910,3 0 1,3 0 0,0 0 909,-2 0 0,-1 0 0,2 0 0,-5 0 0,1 0 0,0 0 0,0 0-457,1 0 1,1 0 0,-1 0-1,1 0 457,2 0 0,-1 0 0,1 0 0,0 0 0,-5 0 0,-1 0 0,1 1 0,0-1 0,0-1 0,0-2 0,0-1 0,1 0 0,-2 0 0,0 1 0,2 1 0,-1 2 0,0-1 0,0 0 76,2-3 0,1-2 1,-1 1-1,-3 2-76,-2 2 0,-2 2 0,1-1 0,5-3 0,1-2 0,0 1 0,-1 3 0,0 1 0,0-2 0,-1-1 0,0-2 0,1 1 0,-4 4 0,2 0 0,0 0 0,0 0-284,-3 1 0,0-1 0,0 0 1,1-1 283,1-1 0,0-1 0,0-1 0,0 2 0,3 1 0,0 0 0,0 1 0,-1-1 0,-1-1 0,-1-1 0,0 0 0,0-1 0,0 0 0,0-1 0,0 0 0,-1 1 0,7 3 0,-1 1 0,0-3 125,-2-6 1,0-3-1,-1 4-125,-1 6 0,1 3 0,-2-3 0,-3-7 0,0-3 0,0 3 920,9 7 0,0 0-920,-4-7 0,0 0 0,4 9 0,0 0 104,-9-3 1,0-2 0,0 1-105,0 3 0,0 1 0,0-2 0,-1-1 0,1-1 0,-2 0 0,9-3 0,-2 2 662,-2 4 1,0-1-663,3-3 0,-1-2 0,-2-2 0,0 1 0,3 5 0,0 1 0,-7-3 0,0-2 0,0 2 0,1 3 0,0 3 0,0 0 0,0-1 0,0 0 0,0 0 0,-1 0 0,1 0 0,-2 0 0,5 0 0,0 0 454,3 0 1,-1 0-455,-11 0 0,0 0 47,11 0 0,-2 0-47,7 0 263,-9 0 0,1 0-263,-2 0 0,-1 0 0,-4 0 0,-1 0 0,4 0 0,0 0 0,-2 0 0,-1 0 0,15 0 0,-7-2 0,2 4 0,-3 6 0,2 1-351,-5-7 0,1-2 0,1 3 351,-1 2 0,0 4 0,2-1 0,-2-1 0,6-2 0,-1-1 0,0 2 0,-4 1 0,0 1 0,-1 1 0,0-1 0,5 2 0,-2-1 0,1 0 0,0-1 0,0-1 0,0-1-33,-4-2 1,1-1-1,-2 1 33,5 6 0,-2-2 0,-3-7 0,-2 2 0,-4 12 0,-1 0 0,2-13 0,0-1 0,-1 4 0,-1 1 523,1 1 1,-1-2-524,8-2 52,-2 12 0,0 0-52,6-11 0,-9 4 0,0 2 0,11 1 0,-11-9 0,1-1 0,-4 5 0,-1 0 0,4-5 0,0-2 0,1 0 0,-2 2 0,10 11 0,-5-11 0,-2 1 0,-8 10 0,14-24 0,-27 9 0,8-9 0,-11 12 0</inkml:trace>
  <inkml:trace contextRef="#ctx0" brushRef="#br0" timeOffset="14198">1072 11073 24575,'27'0'0,"1"0"0,-2 0 0,1 0 0,1 0 0,7 0 0,1 0 0,2 0-656,-8 0 1,2 0-1,1 0 1,0 0 0,-1 0 130,-1 0 1,-1 0 0,1 0 0,1 0 0,2 0 524,0 0 0,2 0 0,3 0 0,0 0 0,0 0 0,-1 0 0,-2 0 0,-1 0 0,-1 0 0,-1 0 0,0 0 0,0 0 0,2 0 0,-1 0 0,1 0 0,1 0 0,0 0 0,0 0 0,-2 0 0,-1 0 0,3 0 0,-1 0 0,-2 0 0,0 0 0,1 0 0,-2 0 0,0 0 0,0 0 0,-1 0 0,0 0-9,7 0 1,-1 0-1,-1 0 1,0 0 8,-3 0 0,-1 0 0,-1 0 0,0 0 0,7 0 0,-1 0 0,-2 0 254,-7 0 1,-2 0 0,1 0-255,2 0 0,2 0 0,-2 0 0,-1 0 0,-2 0 0,1 0 0,4 0 0,0 0 0,0 0 0,-4 0 0,0 0 0,0 0 0,2 0 0,1 1 0,0-2 0,3-3 0,0 0 0,0 0 0,2 3 0,0 0 0,4 0 0,-10 0 0,3-1 0,2 0 0,0 0 0,0-1 0,-2 1 0,3 0 0,-1-1 0,-1 1 0,2-1 0,0 2-391,0 0 1,1 0 0,1 1 0,-1 0-1,1 0 1,-2-1 390,-2-1 0,-2 0 0,1 0 0,-1-1 0,0 1 0,-1 1 0,3 0 0,0 1 0,-1 0 0,0 1 0,0-1 91,2 0 0,0 0 1,1 0-1,-1 0 1,0 0-92,-2 0 0,0 0 0,0 0 0,-1 0 0,0 0 0,5 0 0,0 0 0,-1 0 0,-1 0 87,-2 0 1,0 0-1,-1 0 1,-1 0-88,6 0 0,-1 0 0,-1 0 11,-7 0 1,0 0-1,0 0-11,3 0 0,0 0 0,-1 0 0,7 0 0,-3 0 1247,-2 0 0,-1 0-1247,0 0 0,1 0 0,-1 0 0,1 0 0,2 0 0,3 0 529,-7 0 0,1 0 0,0 0-529,-3 0 0,0 0 0,0 0 0,3 0 0,1 0 0,1 0 0,-3 0 0,2 0 0,0 0 0,0 0-124,-2 0 1,0-1-1,0 1 1,1 1 123,4 1 0,1 2 0,0-1 0,0 0 0,-2-2 0,0-1 0,0 0 0,-2 2 2,3 1 1,-2 2 0,-1-2-3,0-2 0,0-1 0,-3-1 0,0 1 0,-3 0 0,-4 0 0,-2 0 753,1 0-753,-8 0 1689,-12 0-1689,18 0 632,-14 12-632,25-9-820,-26 9 1,9-12 0,-12 0 0</inkml:trace>
  <inkml:trace contextRef="#ctx0" brushRef="#br0" timeOffset="15898">6800 10769 24575,'28'0'0,"0"0"0,5 0 0,3 0 0,-3 0 0,3 0 0,1 0-663,-8 0 1,1 0-1,0 0 1,0 0 662,6 0 0,0 0 0,0 0 0,2 0 0,0 0 0,-3 0 421,-3 0 1,-1 0-422,2 0 0,-4 0 436,-13 0-436,13 0 0,-38 0 0,18 0 1371,-21 0-1371,-5 0 0,1 0 0,-3 0 0,-1 0 0,-8 0 0,-4 0 0,0 0 0,4 0 0,-4 0 0,10 0 0,-1 0 0,0 0 0,-2 0 0,-8 0 0,0 0 0,7 0 0,3 0 0,-9 0 0,20 0 0,12 0 0</inkml:trace>
  <inkml:trace contextRef="#ctx0" brushRef="#br0" timeOffset="18898">3215 10663 24575,'14'0'0,"10"0"0,-21 17 0,26-12 0,-24 12 0,24-5 0,-8-9 0,7 9 0,4-12 0,0 0 0,-16 0 0,14 0 0,-15 0 0,-1 0 0,-2 0 0,-12 17 0,-12-12 0,-2 13 0,-19-7 0,5-8 0,8 9 0,-4-12 0,21 0 0,-9 0 0,-5 0 0,12 0 0,-12 0 0,5 0 0,9 0 0,-9 0 0,12 0 0,-17 0 0,12 0 0,-12 0 0,5 0 0,9 0 0,-9 0 0,12 0 0,-12 0 0,9 0 0,-8 0 0,-7 0 0,2-12 0,-5 9 0,-2-8 0,2 11 0,5 0 0,-2 0 0,7 0 0,8 0 0,-9 0 0,12 0 0,-18 0 0,14 0 0,-26 0 0,28 0 0,-22 0 0,21 0 0,-9 0 0,24 0 0,-9 0 0,21 0 0,-22 0 0,28 0 0,-14 0 0,3 0 0,0 0 0,-3 0 0,14 0 0,-27 0 0,9 0 0,-12 0 0</inkml:trace>
  <inkml:trace contextRef="#ctx0" brushRef="#br0" timeOffset="22148">2990 12462 24575,'14'0'0,"20"0"0,3 0 0,-15 0 0,0 0-338,11 0 0,6 0 0,-4 0 338,1 0 0,-2 0 166,-3 0 0,-2 0-166,-6 0 0,-2 0 168,11 0-168,-4 0 0,5 0 0,-1 0 514,-4 0-514,-9 0 0,0 0 0,9 0 0,4 0 0,1 0 0,-5 0 0,-8 0 0,9 0 0,-24 0 0,13 12 0,-18-9 0,0 8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6T16:54:34.34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6641 1323 24575,'15'0'0,"14"0"0,5 0 0,3 0 0,-16 0 0,2 0 0,-1 0 0,0 0 0,2 0 0,0 0 0,9 0 0,1 0 0,-10 0 0,0 0 0,0 0 0,-4 0 0,-5 0 0,-3 0 0,5 0 0,-12 0 0,24 0 0,-26 0 0,21 12 0,-22-9 0,10 8 0</inkml:trace>
  <inkml:trace contextRef="#ctx0" brushRef="#br0" timeOffset="1550">12687 1164 24575,'22'0'0,"0"0"0,2 0 0,0 0 0,6 0 0,1 0 0,1 0 0,0 0 0,-7 0 0,-1 0 0,-1 0 0,-1 0 0,11 0 0,-1 0 0,-4 0 0,4 0 0,-17 0 0,14 0 0,-24 0 0,12 12 0,-17-9 0,0 9 0,0-12 0,0 0 0,0 0 0</inkml:trace>
  <inkml:trace contextRef="#ctx0" brushRef="#br0" timeOffset="15065">1416 7144 24575,'22'0'0,"0"0"0,1 0 0,2 0 0,-1 0 0,3 0 0,0 0-667,5 0 1,1 0 0,1 0 666,-3 0 0,1 0 0,2 0 0,-5 0 0,2 0 0,0 0 0,0 0 0,-3 0 0,1 0 0,-1 0 0,0 0 0,8 0 0,0 0 0,0 0 0,-5 0 0,-1 0 0,1 0 0,-1 0 0,-1 0 0,-1 0 0,0 0 0,1 0 0,1 0 0,0 0 0,0 0 0,0 0 0,0 0 0,0 0 0,0 0 0,-1 0-320,1 0 0,-1 0 0,0 0 0,1 0 320,0 0 0,-1 0 0,1 0 0,0 0 0,0 0 0,0 0 0,0 0 0,0 0 0,2 0 0,0 0 0,1 0 0,1 0 0,1-2 0,1 0 0,0 0 0,1-1 0,-1 0 0,-4 0 0,-1-1 0,0-1 0,0 1 0,1-1-259,4 0 1,1-1 0,0 1-1,0-1 1,-2 0 258,2 1 0,-1-1 0,-1 1 0,0 1 0,-4 1 0,-1 0 0,0 0 0,-1 0-223,0-1 1,-1-1-1,1 0 1,-2 2 222,9 1 0,0 1 0,-3-1 395,3-7 1,-3 0-396,-3 9 0,-3 0 654,-7 0 0,-2 0-654,10 0 2215,-7 0-2215,-9 0 1147,-1 0-1147,10 0 0,7 18 0,-4-15 0,2-1 0,-2 7 0,0-1 0,0-7 0,1-2 0,7 1 0,-2 0 0,1 0 0,-1 0 0,1 0 0,0 0 0,-6 0 0,0 0 0,-5 0 0,0 0 0,0 0 0,1 0 0,-1 0 0,0 0 0,-1 0 0,0 0 0,1 0 0,0 0 0,0 0 0,1 0 0,4 0 0,1 0 0,-5 0 0,-1 0 0,9 0 0,0 0 0,-5 1 0,0-2 0,8-7 0,1-1 0,-2 7 0,-2-1 0,-4-6 0,-1 0 0,2 8 0,-2 2 0,-8-1 0,1 0 0,-5 0 0,-9 0 0,9 0 0,-12 0 0,12 0 0,-9 0 0,8 0 0,-11 0 0</inkml:trace>
  <inkml:trace contextRef="#ctx0" brushRef="#br0" timeOffset="35600">15796 6416 24575,'22'0'0,"1"0"0,11 0 0,3 0 0,-12 0 0,0 0 0,1 0-696,6 0 1,2 0 0,-1 0 695,-2 0 0,0 0 0,-1 0 0,1 0 0,0 0 0,0 0 0,-1 0 0,1 0 0,0 0 0,6 0 0,0 0 0,0 0 0,-1 0 0,0 0 0,0 0 0,-3 0 0,0 0 0,0 0 0,-1 0 0,5 0 0,-1 0 0,0 0 0,1 0 0,1 0 0,-3 0 0,-7 0 0,-1 0 0,-1 0 223,1 0 1,0 0 0,-3 0-224,1 0 0,-1 0 172,-2 0 0,0 0-172,1 0 0,-2 0 0,-2 0 0,5 0 0,-1 0 1071,-7 0-1071,5 0 0,-10 0 0,1 0 0,-9 0 0,27 0 0,-26 0 0,25 0 0,-14 0 0,0 0 0,-3 0 0,-12 18 0,0-14 0,0 14 0</inkml:trace>
  <inkml:trace contextRef="#ctx0" brushRef="#br0" timeOffset="45632">19169 7170 24575,'0'34'0,"0"-4"0,0 2 0,0-7 0,0 1-599,0 8 0,0 3 1,0 0 598,0-9 0,1 0 0,-2 1 0,-1 0 0,-2 2 0,1 0 0,0 0 0,3-3 0,0 1 0,0-1 0,-3 0 0,-3 0 0,-2-1 0,-1 0 0,3 0 0,4 7 0,3 0 0,-4-4 0,-12 2 0,0-4 290,13-5 0,1-1-290,-11 10 297,12-4-297,0-9 0,0 0 0,0 1 0,0 0 0,0 1 0,0-1 919,0 8-919,0 1 0,0-26 0,0 21 0,0 8 0,0 5 0,0-14 0,0-1 0,0 11 0,0-1 0,0-16 0,0 2 0,0-6 0,0-9 0,0 8 0,0 1 0,0-9 0,0 9 0,0 5 0,0-12 0,0 24 0,0-26 0,0 9 0,0 6 0,0-14 0,0 14 0,0-18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6T17:00:08.13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2990 5159 24575,'33'0'0,"0"0"0,-8 0 0,2 0 0,-1 0 0,0 0 0,1 0 0,1 0-660,2 0 0,1 0 0,0 0 660,4 0 0,0 0 0,0 0 0,-2 0 0,1 0 0,0 0 0,-5 0 0,1 0 0,0 0 0,-1 0 0,5 0 0,0 0 0,-1 0 0,-2 0 0,0 0 0,0 0 0,-1 0 0,0 0 0,-1 0 6,6-1 0,-1 2-6,-7 4 0,0 2 0,-3-1 237,2-4 0,-3 0-237,-1 8 0,0-2 0,10-8 0,-4 0 495,-9 0 0,0 0-495,9 0 504,5 0-504,-1 0 0,-16 0 0,14 0 0,-27 0 0,8 0 0,1 0 0,9 0 0,1 0 0,1 0 0,14 0 0,-15 0 0,0 0 0,10 0 0,-4 0 0,-7 0 0,-9 0 0,-12 0 0</inkml:trace>
  <inkml:trace contextRef="#ctx0" brushRef="#br0" timeOffset="6334">2765 7422 24575,'33'0'0,"0"0"0,-7 0 0,0 0 0,0 0 0,8 0 0,1 0 0,-9 0 0,1 0 0,-2 0 0,0 0 0,-2 0 0,0 0 0,-1 0 0,0 0 0,0 0 0,9 0 0,-7 0 0,1 0 0,-2 0 0,0 0 0,1 0 0,1 0 0,6-6 0,2 0 0,-3 4 0,1 1 0,1-5 0,2 0 0,-9 5 0,1 2 0,1-1-281,-1 0 0,1 1 1,0-2 280,7-2 0,0-2 0,3 1-645,-3 3 0,1 2 1,2-1-1,-1-3 645,-5-1 0,0-3 0,0 0 0,1 1 0,1 1 0,0 3 0,1 1 0,2 2 0,-1-1 0,1 0 0,-2-2-517,-2-2 0,0-1 0,-1-1 0,0 0 0,1 1 0,0 1 517,4 2 0,0 2 0,1 0 0,0 1 0,1-1 0,-2-2 0,1-1 0,0-1 0,-1-1 0,1 1 0,-1 0 0,0 1 0,0 1 0,-1 2 0,0 0 0,0 0 0,0 0 0,0-1 0,1-1 0,0 0 0,0 0 0,0-1 0,0 1 0,-2 1 0,2 0 0,-1 1 0,0 1 0,-1-1 0,0 0-264,-2 0 1,1 1-1,-1 0 1,-1-2-1,-1 0 264,4-3 0,-2-1 0,0 0 0,-3 1 143,-1 3 0,-1 0 1,-1-1-144,0-4 0,0-1 0,-5 2 1975,-2 5-1975,2 0 0,-1 0 3276,1 0-3208,-5 0 890,4 0 1,1 0-959,3 0 0,9 0 0,3 0 0,-7 0 0,-1 0 0,8 0 0,0 0 0,-2 0 0,-3 0 87,-10 0 1,1 0-88,3 0 0,3 0 0,-2 0 0,-3 0 0,1 0 0,2 0 0,3 0 0,-2 0 0,4 0 0,-1 0 0,3 0 0,0 0 0,-3 0 0,0 0 0,-2 0 0,-3 0 0,3 0 0,1 0 0,-26 0 0,27 0 0,-14 0 0,8 0 0,2 0 0,5 0 0,-9 0 0,0 0 0,10 0 0,-16 0 0,14 0 0,-27 0 0,8 0 0,7 0 0,10 0 0,-3 0 0,3 0 0,2 0 0,0 0 0,-6 0 0,1 0 0,7 0 0,-3 0 0,-10 0 0,2 0 0,0 0 0,-1 0 0,8 0 0,-9 0 0,0 0 0,9 0 0,5 0 0,-11 0 0,0 0 0,9 0 0,1 0 0,-3 0 0,-24 0 0,12 0 0,-17 0 0,0 0 0,0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6T17:00:52.45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2805 4180 24575,'32'0'0,"-13"0"0,2 0 0,10 0 0,2 0 0,-7 0 0,1 0 0,1 0-703,6 0 1,2 0 0,0 0 702,-2 0 0,0 0 0,-1 0 0,-1 0 0,-1 0 0,-1 0 225,-3 0 1,0 0 0,-3 0-226,0 0 0,0 0 174,8 0 0,-2 0-174,1 0 0,1 0 0,-2 0 0,-11 0 541,1 0 0,1 0-541,0 0 0,7 0 0,-10 0 0,2 0 0,-1 0 0,1 0 0,6 0 0,1 0 0,3 0 0,1 0 0,2 0 0,0 0 0,-9 0 0,0 0 0,8 0 0,-2 0 0,1 0 0,-10 0 0,2 0 0,-1 0 0,0 0 0,15 0 0,-15 0 0,1 0 0,2 0 0,0 0 0,-3 0 0,-1 0 0,5 0 0,1 0 0,2 0 0,-1 0 0,9 0 0,-15 0 0,0 0 0,1 0 0,-2 0 0,10 0 0,-7 1 0,2-2 0,-3-4 0,0-1 0,0 4 0,2 1 0,7-5 0,1 0 0,3 6 0,0 0 0,-2-6 0,1 0 0,-9 5 0,0 1 0,0-2 0,7-4 0,0 1 0,-3 4 0,0 2 0,3-1 0,-1 0 0,-2 0 0,0 0 0,3 1 0,0-2 0,-3-8 0,1 0 0,-7 7 0,2 1 0,0-1-246,1-3 1,-1-2 0,2 2 245,2 3 0,2 3 0,0 0 0,4-1 0,2 0 0,-2 0 0,-4 0 0,0 0 0,0 0 0,4 0 0,1 0 0,0 0-380,-2 0 0,1 0 0,-1 0 380,-1 0 0,-1 0 0,1 0 0,1 0 0,-1 0 0,2 0 0,0 0 0,1 0 0,0 0 0,-5 0 0,0 0 0,1 0 0,-2 0 0,2 0 0,0 0 0,-2 0 0,2 0 0,-2 0 0,2 0 0,-4 0 0,2 0 0,0 0 0,0 0 0,-3 0 0,0 0 0,0 0 0,1 0 0,1 0 0,0 0 0,0 0 0,0 0 0,3 0 0,0 0 0,0 0 0,-1 0 0,5 0 0,-1 0 0,0 0 0,2 0 0,0 0 0,-4 0 0,-1 0 0,-3 0 0,4 0 0,-6 0 0,-12 0 0,14 0 0,-27 0 173,8 0 1,-11 0-1,0 0 1</inkml:trace>
  <inkml:trace contextRef="#ctx0" brushRef="#br0" timeOffset="30564">2897 5980 24575,'22'0'0,"0"0"0,2 0 0,1 0 0,0 0 0,1 0 0,1 0 0,7 0 0,1 0 0,1 0 0,0 0 0,-3 0 0,-2 0 0,0 0 0,-1 0 0,3 0 0,0 0 0,-8 0 0,-2 0 0,0 0 0,-1 0 0,10 0 0,-4 0 0,-9 0 0,0 0 0,9 0 0,-3 0 0,0 0 0,6 0 0,-6 0 0,0 0 0,3 0 0,4 0 0,-10 0 0,0 0 0,9 0 0,-6 0 0,0 0 0,3 0 0,-9 0 0,0 0 0,9 0 0,4 0 0,1 0 0,-14 0 0,1 0 0,7 0 0,-1 0 0,-2 0 0,1 0 0,3 0 0,1 0 0,-2 0 0,-1 0 0,4 0 0,0 0 0,4 0 0,-2 0 0,-7 0 0,-1 0 0,8 0 0,-2 0 0,1 0 0,-1 0 0,1 0 0,0 0 0,-6 0 0,0 0 0,-5 0 0,0 0 0,6 0 0,1 0 0,3 0 0,0 0 0,-6 0 0,1 0 0,6 0 0,-1 0 0,1 0 0,-5 0 0,-2 0 0,-8 0 0,14 0 0,-27 0 0,26 0 0,-25-12 0,14 9 0,-18-9 0,0 12 0</inkml:trace>
  <inkml:trace contextRef="#ctx0" brushRef="#br0" timeOffset="44566">7779 6615 24575,'22'0'0,"0"0"0,1 0 0,2 0 0,0 0 0,2 0 0,-1 0 0,6 0 0,-1 0 0,-5-1 0,0 1 0,-1 1 0,6 4 0,-2 1 0,-5-4 0,1-1 0,6 5 0,-1 0 0,1-6 0,2 0 0,-4 0 0,-25 0 0,26 0 0,-27 0 0,26 0 0,-13 0 0,5 0 0,-9 0 0,-12 0 0</inkml:trace>
  <inkml:trace contextRef="#ctx0" brushRef="#br0" timeOffset="60931">7580 10517 24575,'0'30'0,"0"-1"0,0-1 0,0 3 0,0 0 0,0 0 0,0 2 0,0 0-775,0-6 0,0 1 0,0 1 0,0 0 775,0 4 0,0 0 0,0 1 0,0 0-510,1-2 0,-1-1 1,0 1-1,-1 2 510,0-2 0,-2 2 0,0 1 0,1 0 0,0-1-275,1 2 0,1 0 0,0 0 0,-1 0 0,0 0 275,-2-5 0,-1 1 0,0-1 0,0 1 0,-1-1 0,1-2 0,0 3 0,0-2 0,0 0 0,-1 0 0,2-2-84,-2 5 0,2-2 0,-1 0 0,-1-4 84,-4 11 0,1-4 583,8-7 0,0-1-583,-6 4 0,0-2 2132,3 8-2132,-3-5 0,0 0 1529,6-7 1,0 1-1530,1 4 0,-2 2 0,-7 1 0,-1 1 0,7-3 0,-1 0 246,-6-6 1,1 0-247,6 7 0,4 0 0,-2-7 0,0 1 0,0 4 0,0 2 0,0 1 0,0 1 0,0-3 0,0 0 0,0-6 0,0 0 0,0 3 0,0-4 0,0-7 0,0 2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6T17:02:42.72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3559 4498 24575,'0'22'0,"0"7"0,0-14 0,-18 17 0,14-4 0,-14-7 0,18 2 0,0-20 0,-12 27 0,9-26 0,-8 14 0,11-6 0,0-9 0,-12 26 0,9-25 0,-9 26 0,12-27 0,0 20 0,-18-20 0,14 9 0,-14 6 0,18-14 0,0 25 0,0-26 0,0 21 0,0-21 0,0 8 0,0-11 0,0 0 0,0 18 0,0-13 0,0 24 0,0-26 0,0 26 0,0-24 0,0 24 0,0-26 0,0 9 0,0 0 0,0-10 0,0 28 0,0-26 0,0 14 0,0-18 0,0 0 0</inkml:trace>
  <inkml:trace contextRef="#ctx0" brushRef="#br0" timeOffset="14199">6615 5702 24575,'14'0'0,"10"0"0,-4 0 0,2 0 0,2 0 0,13 0 0,-7 0 0,1 0 0,-1 0 0,1 0 0,-5 0 0,1 0 0,1 0 0,-1 0 0,0 1 0,-1-2 0,11-8 0,-2 0 0,-2 7 0,-1 0 0,-1-7 0,-2 0 0,-4 8 0,-1 2 0,8-1 0,-2 0 0,0 0 0,-5 0 0,0 0 0,-1 0 0,-2 0 0,15 0 0,-6 0 0,-1 0 0,1 0 0,-5 0 0,-2 0 0,-7 0 0,12 0 0,-26 0 0,20 0 0,-2 0 0,7 0 0,4 0 0,1 0 0,-6 0 0,-7 0 0,-1 0 0,-3 0 0,13 0 0,-14 0 0,0 0 0,14 0 0,-25 0 0,26 0 0,-15 0 0,17 0 0,-4 0 0,-3 0 0,0 0 0,-6 0 0,3 0 0,-3 0 0,-16 0 0,26 0 0,-12 18 0,3-14 0,4 14 0,-21-18 0,26 0 0,-13 0 0,8 0 0,2 0 0,5 0 0,-5 0 0,-2 0 0,-8 0 0,14 0 0,-10 0 0,-4 0 0,2 12 0,-6-10 0,2 10 0,19-12 0,-5 0 0,4 0 0,-10 0 0,0 0 0,15 0 0,-3 0 0,-5 0 0,-26 0 0,-3 0 0,-3 0 0,-9 0 0</inkml:trace>
  <inkml:trace contextRef="#ctx0" brushRef="#br0" timeOffset="18751">9194 6231 24575,'22'0'0,"0"0"0,9 0 0,-1 0 0,2 0 0,-7 0 0,-2 0 0,1 0 0,1 0 0,6 0 0,0 0 0,-7 0 0,0 0 0,5 0 0,2 0 0,-3 0 0,1 0 0,-3 0 0,-2 0 0,-1 0 0,8 0 0,0 0 0,1 0 0,-16 0 0,2 0 0,-18 0 0</inkml:trace>
  <inkml:trace contextRef="#ctx0" brushRef="#br0" timeOffset="20684">10636 6866 24575,'23'0'0,"0"0"0,-3 0 0,1 0 0,4 0 0,1 0 0,1 0 0,-1 0 0,5 0 0,-1 0 0,-6 0 0,0 0 0,8 0 0,-2 0 0,1 0 0,-1 0 0,1 0 0,-6 0 0,-1 0 0,0 0 0,0 0 0,7 0 0,0 0 0,-7 0 0,1 0 0,-1 0 0,3 0 0,0 0 0,7 0 0,1 0 0,-10 0 0,1 0 0,1 0-163,-1 0 1,-1 0 0,2 0 162,-1 0 0,1 0 0,0 0 0,0 0 0,1 0 0,-2 0 0,11 0 0,-2 0 0,-2 0 0,-1 0 0,-1 0 0,-2 0 0,-5 0 0,1 0 0,6 0 0,-1 0 0,1 0 0,0 0 0,0 0 487,6 0-487,-14 0 0,-1 0 0,-1 0 0,-9 0 0,-12 0 0</inkml:trace>
  <inkml:trace contextRef="#ctx0" brushRef="#br0" timeOffset="69218">2514 10702 24575,'22'0'0,"1"0"0,11 0 0,3 0 0,-13 0 0,1 0 0,2 0-790,3 0 0,3 0 0,0 0 0,-1 0 790,6 0 0,-2 0 0,2 0 0,-7 0 0,0 0 0,1 0 0,-1 0 0,4 0 0,-1 0 0,1 0-86,2 0 1,0 0 0,-1 0 85,-3 0 0,-2 0 0,2 0 0,-2 0 0,2 0 0,0 0 0,-2 0 0,2 0 0,-2 0 0,2 0 0,-3 1 0,2 0 0,-1-1 0,-2-2 0,0-3 0,-2-2 0,1 2 0,6 3 0,1 2 0,-3-3 173,3-5 1,-1-1-174,-4 4 0,1 1 0,-2 1 0,6 2 0,-1-1 0,-8-2 0,1 0 0,-2 0 0,6 4 0,-2 0 0,4 1 0,-1-2 0,-10-5 0,-1 0 761,4 5 0,0 0-761,3-11 515,-4 11 1,2 2-516,4-1 0,0 0 0,2 0 0,-2 0 0,0 0 0,4 1 0,2-2 0,-7-4 0,2-2 0,-2 1 0,6 4 0,-1 0 0,-8-4 0,0-1 0,0 2 0,0 4 0,0 1 0,0 1 0,8-1 0,1 0-118,-6 0 1,1 0-1,1 0 118,-1 0 0,1 1 0,0-2-319,-3-1 1,0-2 0,1 1-1,0 0 319,0 2 0,1 1 0,1-1 0,-1 0-426,2-1 0,1-1 0,0 0 0,0 0 426,1-1 0,1 1 0,0 0 0,-1 1 0,-1 1 0,-1 0 0,0 1 0,0-1 0,4-1 0,1-1 0,-1 0 0,-2-1 0,3-2 0,-1 0 0,0 1-278,1 3 0,0 1 0,-1-1 278,-4-3 0,-2-2 0,1 2 0,0 3 0,0 3 0,-1 0 0,-3-1 0,0 0 0,0 0 0,3 0 0,0 0 0,0 0 0,-3-1 0,0 2 0,0-1 97,-1 0 1,1 0 0,0 0-98,3 0 0,0 0 0,0 0 0,-3 0 0,0 0 0,0 0 0,0-4 0,0-1 0,0 2 0,3 1 0,0 2 0,0-1 0,4-5 0,1 0 0,-9 5 0,0 2 0,0-1 559,4 0 0,0 0-559,2 0 0,0 0 0,-1 0 0,-1 0 0,2 0 0,2 0 0,-8 0 0,1 0 0,-2 0 0,1 0 0,-1 0 882,7 0 0,-2 0-882,-2 0 1001,4 0-1001,1 0 505,-6 0-505,-7 0 0,-1 0 0,-3 0 0,4 0 0,1 0 0,3 0 0,-6-8 0,3-2 0,4 8 0,0 0 0,-1-7 0,1 0 0,-1 8 0,4 1 0,-2 1 0,5-1 0,1 0-288,-2 0 0,3 0 0,-2 0 288,-5 0 0,-1 0 0,0 0 0,4 0 0,-1 0 0,2 0 0,4 0 0,0 0 0,-1 0 0,-5 0 0,-1 0 0,2 0 0,1 0 0,1 0 0,1 0 0,-3 0 0,-1 0 0,-3 0 0,2 0 0,5 0 0,0 0 0,-2 0 0,-5 0 0,-2 0 0,1 0 0,-2 0 0,-2 0 0,-8 0 0</inkml:trace>
  <inkml:trace contextRef="#ctx0" brushRef="#br0" timeOffset="72434">2990 11483 24575,'32'0'0,"-4"0"0,1 0 0,0 0 0,0 0 0,7 0 0,0 0 0,-3 0 0,-2 0 0,0 0 0,-1 0 0,-6 0 0,0 0 0,7 0 0,0 0 0,-6 0 0,-1 0 0,0 0 0,0 0 0,1 0 0,0 0 0,-5 0 0,0 0 0,0 0 0,1 0 0,13 0 0,1 0 0,-7-1 0,1 2-164,0 4 0,2 2 0,-1-1 164,4-4 0,1 0 0,-5 4 0,1 1 0,-2-2 0,-3-5 0,-1 0 0,4-1 0,-2 2 0,5 10 0,-4-8 0,-3 3 0,0 0 0,6-6 246,-6 0 0,0 0-246,3 0 0,4 0 0,1 0 0,-5 0 0,-4 0 0,2 0 0,-2 0 0,0 0 0,5 0 0,2 0 0,-4 0 0,2 0 0,-2 0 0,2 0 0,0 0 0,-1 0 0,0 0 0,-1 0 0,-2 0 0,-2 0 0,11 0 0,-16 0 0,-18-12 0,0 9 0,0-8 0</inkml:trace>
  <inkml:trace contextRef="#ctx0" brushRef="#br0" timeOffset="81300">7739 10001 24575,'34'0'0,"-9"0"0,0 0 0,6 0 0,-6 0 0,0 0 0,3 0 0,-3 8 0,0 2 0,5 6 0,-8 3 0,1 0 0,-1-5 0,0 0 0,-3 2 0,-2 1 0,0 0 0,0-2 0,13 1 0,-27 13 0,20-26 0,-20 9 0,26-12 0,-12 18 0,15-2 0,-17 5 0,14-10 0,-25-11 0,14 0 0</inkml:trace>
  <inkml:trace contextRef="#ctx0" brushRef="#br0" timeOffset="82966">8374 10041 24575,'-22'12'0,"4"8"0,18-4 0,-11 2 0,8-18 0,-9 12 0,0 20 0,-3-17 0,-2 1 0,2 14 0,-1 2 0,-10-8 0,2 0 0,15 0 0,2 1 0,-9-1 0,2-4 0,11-5 0,-8-4 0</inkml:trace>
  <inkml:trace contextRef="#ctx0" brushRef="#br0" timeOffset="121151">15888 4471 24575,'34'0'0,"-10"0"0,2 0 0,4 0 0,0 0 0,4 0 0,1 0 0,-8 0 0,-1 0 0,-1 0 0,0 0 0,-1 0 0,-2 6 0,0 0 0,10-3 0,-4 9 0,-9-11 0,0-2 0,9 1 0,5 0 0,-11-1 0,0 2 0,9 17 0,-7-16 0,2 0 0,-3 7 0,-1 0 0,15-9 0,-15-1 0,0 2 0,10 10 0,-4-8 0,5 9 0,-19-12 0,-2 0 0,-12 0 0,18 0 0,-14 0 0,25 0 0,-8 0 0,7 0 0,-7 0 0,-10-12 0,1 9 0,-9-8 0,9 11 0</inkml:trace>
  <inkml:trace contextRef="#ctx0" brushRef="#br0" timeOffset="126916">17939 5847 24575,'22'0'0,"-2"0"0,1 0 0,14 0 0,-6 0 0,3 0 0,-7 0 0,1 0 0,0 0 0,9 0 0,-1 0 0,3 0 0,-1 0 0,-4 0 0,0 0 0,-1 0 0,-2 0 0,-4 0 0,-1 0 0,8 0 0,-2 0 0,1 0 0,-6 0 0,0 0 0,2 0 0,-7 0 0,-1 0 0,9 0 0,-4-5 0,2-1 0,4 3 0,-4-4 0,-2 2 0,4 5 0,5 0 0,-1 0 0,-4 0 0,4 0 0,1 0 0,-5 0 0,-4 0 0,2 0 0,4 0 0,1 0 0,0 0 0,0 0 0,-6 0 0,0 0 0,3 0 0,-9 0 0,0 0 0,9 0 0,4 0 0,1 0 0,-5 0 0,-8 0 0,4 0 0,-4 0 0,-3 0 0,12 0 0,-8 0 0,6 0 0,6 0 0,-1 0 0,-4 0 0,-9 0 0,0 0 0,9 0 0,-7 0 0,2 0 0,-2 0 0,-5 0 0,2 0 0,-18 0 0,11 0 0,-8 0 0,21 0 0,-21 0 0,26 0 0,-24 0 0,24 0 0,-26 0 0,26 12 0,-24-9 0,12 8 0,-5-11 0,-9 0 0,9 0 0,0 0 0,-9 0 0,26 0 0,-25 0 0,26 0 0,-27 0 0,20 0 0,-20 0 0,27 0 0,-14 18 0,2-16 0,2 0 0,8 16 0,-8-18 0,4 0 0,-3 0 0,-5 0 0,13 0 0,-26 0 0,9 0 0,-12 0 0,12 0 0,-9 0 0,8 0 0,7 0 0,-14 0 0,14 0 0,-6 0 0,8 0 0,-1 0 0,2 0 0,5 0 0,1 0 0,-3 0 0,0 0 0,5 0 0,0 0 0,-8 0 0,-1 0 0,8 0 0,1 0 0,-14 0 0,0 0 0,14 0 0,-25 0 0,26 0 0,-10 0 0,8 0 0,-7 0 0,2 0 0,-20 0 0,27 0 0,-26 0 0,14 0 0,-18 0 0,12 0 0,-9 0 0,20 0 0,-20 0 0,26 0 0,-12 0 0,7 0 0,2 0 0,4 0 0,-4 0 0,-2 0 0,4 0 0,5 0 0,-1 0 0,-16 0 0,14 0 0,-28 0 0,28 0 0,-26 0 0,14 0 0,-18 0 0,12 0 0,-9 0 0,20 0 0,-20 0 0,26 0 0,-24 0 0,13 0 0,-18 0 0,0 0 0,0 0 0</inkml:trace>
  <inkml:trace contextRef="#ctx0" brushRef="#br0" timeOffset="133366">19103 6456 24575,'-32'0'0,"4"0"0,7 0 0,-2 0 0,20 0 0,-9 0 0,-6 0 0,14 0 0,-26 0 0,-2 0 0,9 0 0,-2 0 0,-5 0 0,-1 0 0,4 0 0,1 0 0,6 0 0,1 0 0,-1 0 0,1 0 0,3 0 0,-13 0 0,26 0 0,-9 0 0,0 0 0,-8 0 0,-8 0 0,-4 0 0,-1 0 0,5 0 0,8 0 0,-10 0 0,26 0 0,-14 0 0,7 0 0,-4 0 0,-17 0 0,12 0 0,0 0 0,0 0 0,-1 0 0,-8 0 0,0 0 0,-7 0 0,13 0 0,2 0 0,-12 0 0,5 0 0,8 0 0,-4 0 0,4 0 0,-8 0 0,9 0 0,-1 0 0,-8 0 0,-4 0 0,17 0 0,4 0 0,11 0 0,-18 0 0,14 0 0,-26 0 0,27 0 0,-15 0 0,-5 0 0,4 0 0,-5 0 0,-2 0 0,-2 0 0,-4 0 0,-1 0 0,6 0 0,6 0 0,-8 0 0,12 0 0,-15 0 0,17 0 0,-14 0 0,25 0 0,-14 0 0,6 0 0,9 0 0,-9 0 0,1 0 0,-10 0 0,-7 0 0,9-1 0,0 2 0,-9 11 0,-4-9 0,-1 8 0,17-11 0,-1 0 0,17 0 0,-12 0 0,9 0 0,-21 0 0,21 0 0,-8 0 0,11 0 0</inkml:trace>
  <inkml:trace contextRef="#ctx0" brushRef="#br0" timeOffset="141250">18256 7580 24575,'33'0'0,"-5"0"0,1 0 0,3 0 0,-1 0 0,1 0-609,-2 0 1,1 0 0,1 0 608,1 0 0,-1 0 0,2 0 0,0 0 0,1 0 0,1 0-334,-4 1 0,2-1 0,-1 0 0,-1-1 334,6-2 0,-2-2 0,2 2 0,-3 1 0,1 2 0,0 0 0,-3-1 0,-6-3 0,-2-1 0,2 2 91,10 2 1,2 1 0,-3 1-92,-6-1 0,-2 0 0,8 0 0,-1 0 0,-8 0 0,-3 0 420,-3 0 0,0 0-420,7 0 0,1 0 1517,8 0-1517,-7 0 0,1 0 0,-1 0 0,1 0 0,2 0 0,3 0 0,-7 0 0,2 0 0,-2 0 0,6 0 0,0 0 0,1 0 0,0 0 0,-4 0 0,0 0 0,-1 0 0,-2 0 264,-4 0 1,-1 0-265,2 0 0,-2 0 0,4 0 0,-8 0 0,-8 0 0,0 0 0,9 0 0,6 0 0,6 0 0,-1 0 0,-4 0 0,-3 0 0,0 0 0,6 0 0,-1 0 0,2 0 0,4 0 0,-13 6 0,0 0 0,9-3 0,-17 8 0,14-11 0,-12 18 0,6-15 0,4-2 0,-3 8 0,0 0 0,6-2 0,0-2 0,-3-4 0,-1 1 0,0 3 0,0 1 0,-5 1 0,-1-2 0,0-3 0,0-1 0,-1 5 0,0 0 0,9-6 0,-3 0 0,0 0 0,6 0 0,-1 0 0,1 0 0,-6 0 0,-1 0 0,0-1 0,0 2 0,-1 7 0,-2 2 0,12-6 0,-17 14 0,2-18 0,-7 0 0,-8 0 0,9 0 0,-12 0 0,12 0 0,8 0 0,2 1 0,2-2 0,0-8 0,0 0 0,8 7 0,1 0 0,-3-13 0,0 0 0,4 13 0,-1 1 0,-15-5 0,0 0 0,6 6 0,-7 0 0,-14 0 0,9 0 0,-12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6T17:05:41.97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1389 3215 24575,'26'0'0,"-1"0"0,0 0 0,1 0 0,-1 0 0,1 0 0,6 0 0,1 0 0,0 0-758,2 0 0,0 0 0,0 0 758,-1 0 0,-1 0 0,1 0 0,1 0 0,1 0 0,-1 0 0,2 0 0,0 0 0,-1 0 0,-4 0 0,-1 0 0,2 0 0,-4 0 0,2 0 0,0 0 0,0 0 0,5 0 0,0 0 0,1 0 0,-9 0 0,0 0 0,0 0 0,1 0 0,1 0 0,1 0 0,0 0 0,-1 0 0,3 0 0,-2 0 0,2 0 0,3 0 0,2 0 0,-2 0 0,-5 0 0,0 0 0,0 0 0,2 0 0,0 0 0,-1 0 92,-6 0 1,-1 0 0,1 0-93,5 0 0,1 0 0,-1 0 0,1 0 0,-1 0 240,2 0 0,0 0-240,-3 0 0,-3 0 0,-6 0 0,-1 0 0,0 0 0,0 0 575,5 0-1,0 0-574,-1 0 0,1 0 0,4 0 0,2 0 0,-4 0 0,1 0 0,-1 0 0,3 0 0,-1 0 0,-2 0 0,1 1 0,-1-2 0,4-8 0,-1 0 0,3 7 0,0 0 183,-9-7 1,0 0-184,8 8 0,-2 2 0,1-1 0,-8 0 0,-2 0 0,-6 0 0,14 0 0,-25 0 0,14 0 0</inkml:trace>
  <inkml:trace contextRef="#ctx0" brushRef="#br0" timeOffset="17201">18534 2738 24575,'34'0'0,"-2"0"0,-10 0 0,0 0 0,2 0 0,1 0 0,7 0 0,2 0 0,-1 0 0,0 0 0,-3 0 0,0 0 0,3 0 0,-1 0 0,-1 0 0,-2 0 0,-4 0 0,-1 0 0,2 0 0,-2 0 0,4 0 0,4 0 0,0 0 0,-15 0 0,12 0 0,-26 0 0,20 0 0,10 0 0,4 0 0,-15 0 0,1 0 0,3 0 0,-2 0 0,7 0 0,-8 0 0,-2 0 0,-6 0 0,14-11 0,-24 8 0,12-9 0</inkml:trace>
  <inkml:trace contextRef="#ctx0" brushRef="#br0" timeOffset="27237">14473 2858 24575,'22'0'0,"7"0"0,-8 0 0,-2 0 0,1 0 0,1 0 0,0 0 0,-2 0 0,1 0 0,6 0 0,-2 0 0,7 0 0,0-1 0,0 2 0,0-1 0,0 0 0,-1 0 0,1 0 0,-1 0 0,2 0 0,-2-1 0,0 2-147,-2-1 0,2 0 0,-1 0 147,-3 0 0,-1 0 0,0 0 0,12 0 0,-3 0 0,-13 0 0,-2 0 0,13 0 0,0 0 0,-15 0 0,0 0 0,-17 0 0</inkml:trace>
  <inkml:trace contextRef="#ctx0" brushRef="#br0" timeOffset="56650">11986 5133 24575,'31'0'0,"1"0"0,1 0 0,3 0 0,-8 0 0,3 1 0,1-1 0,-1-1-724,-2-3 1,1-1-1,-1 0 1,1 1 723,1 3 0,1 0 0,-1 1 0,1-2 0,-1-2 0,-1 0 0,1-1 0,-1 0 0,-1 2 0,-1-1 0,0 2 0,0-1 0,8 2 0,0 1 0,1-1 0,-7-2 0,2-1 0,-1 1 0,-2 1 11,0 1 0,-2 2 0,1-1-11,5-4 0,2 0 0,-2 0 338,2 3 0,-1-1-338,-4-2 0,1 0 0,-2 0 0,0 4 0,-1 0 0,7 0 0,-1 0 0,-12 0 0,-3 0 723,1 0 1,0 0-724,5 0 0,0 0 738,6 0-738,-1 0 0,2 0 0,-8 0 0,0 0 0,0 0 0,1 0 0,6 0 0,-1 0 0,-5 0 0,-1 0 0,0 0 0,0 0 0,8 0 0,-2 0 0,-8 0 0,-1 0 0,5 0 0,1 0 0,2 0 0,-1 0 0,9 0 0,-7 0 0,2 0 0,-3 0 0,2 0 0,2 0 0,3 0 0,-7 0 0,2 0 0,-1 0-250,-3 0 1,-1 0-1,1 0 250,4 0 0,0 0 0,0 0 0,-4 0 0,0 0 0,0 0 0,3 0 0,0 0 0,0 0 0,5 0 0,-1 0-94,2 0 1,0 0 93,-4 0 0,0 0 0,-2 0 0,1 0 0,1 0 0,2 0 0,-1 0 0,0 0 0,-3 0 0,0 0 0,2 0 0,1 0 0,-3 0 0,0 0 0,3 0 0,0 0 0,-7 1 0,1 0 0,-2-3 0,7-6 0,-1-1 0,-5 7 0,0 1 0,-1-1 0,6-7 0,-2 1 0,-5 7 0,1 2 0,6-1 0,-1 0 0,1 0 0,-1 0 0,2 0 0,-8 0 0,0 0 0,9-6 0,1 0 371,-1 4 0,0 1-371,-3-5 0,0 0 97,-3 6 0,-1 0-97,0 0 0,-1 0 0,-3 0 0,-3 0 0,9 0 0,2 0 0,-27 0 0,26 0 0,-13 0 0,8-8 0,2-1 0,-5 6 0,1 1 0,9-7 0,3 0 0,1 9 0,2 0-484,-6-3 0,2-2 1,1 2 483,2 2 0,0 1 0,1-2 0,-8-3 0,1-2 0,0 0 0,0 2 0,-1 3 0,1 2 0,0 0 0,-1-1 0,5-2 0,0-1 0,-1 0-161,-2-2 1,0-1 0,0 2 160,-5 3 0,1 2 0,-3-2 0,7-8 0,-1 2 0,-4 7 0,1 2 0,1-1 0,1 0 0,-5 0 0,0 0 0,0 0 0,2 0 0,1 0 207,3 0 0,1 0 0,0 0-207,1 0 0,1 0 0,0 0 0,3 0 0,1 0 0,0 0 0,-6 0 0,0 0 0,-1 0 0,3 0 0,1 0 0,-2 0 0,-6 0 0,-1 0 0,0 0 165,3 0 1,0 0-1,-1 0-165,3 0 0,0 0 0,3 0 0,0 0 0,-9 0 0,1 0 0,6 0 0,-1 0 0,1 0 0,-9 0 0,0 0 815,11 0-815,-6 0 0,-6 0 0,8 0 0,-24 0 0,24 0 0,-26 18 0,9-14 0,-12 14 0,0-18 0,0 0 0,0 11 0,-12-8 0,9 9 0,-8-12 0,11 0 0,0 0 0,0-12 0,0-8 0,0-8 0,0-5 0,0 19 0,0 2 0,0 12 0</inkml:trace>
  <inkml:trace contextRef="#ctx0" brushRef="#br0" timeOffset="88901">913 7276 24575,'26'0'0,"0"0"0,0 0 0,9 0 0,2 0 0,1 0 0,-2 0 0,1 0 0,2 0-656,-10 0 1,2 0-1,0 0 1,1 0 0,-1 0 231,0 0 1,-1 1-1,0-1 1,1 0 0,0-1 423,1-2 0,0 0 0,0-2 0,1 1 0,0 1 0,0 2 0,2 0 0,-1 1 0,0 0 0,0-2 0,-2-1 0,0-1 0,0 0 0,-1 0 0,1 1 0,0 2 0,-1 2 0,1-1 0,0 1 0,0-2 0,-1 0 0,1-2 0,0 0 0,0 1 0,-1 0 0,1 1 0,0 0 0,0 1 0,0 0 0,-1-1-146,5-2 0,-1 1 0,0-2 0,0 1 146,1-1 0,0-1 0,-1 0 0,1 1 0,-2 3 0,0 1 0,1-1 0,0-1-184,-4-3 1,0-1-1,1-1 1,0 0 0,1 2 183,1 3 0,0 2 0,1 1 0,0-1 0,0-1-368,-3-2 0,-1-1 0,1 0 0,0-1 0,0 1 0,0 0 368,0 1 0,-1-1 0,1 1 0,-1 0 0,0-1 0,-1 0 0,3-1 0,0 0 0,-1-1 0,0 0 0,0 0 294,5 1 0,0 1 0,-2-1 1,-2-1-295,-2-4 0,-2-1 0,-1 3 468,1 5 0,-1 3 0,-2-2-468,-4-7 0,-2 0 1142,6 8 1,-2 2-1143,4-1 3152,-7 0-3152,-1 0 0,1 0 1085,-2 0-1085,5 0 0,2 0 0,2 0 0,4-11 0,-17 8 0,-3-9 0</inkml:trace>
  <inkml:trace contextRef="#ctx0" brushRef="#br0" timeOffset="103500">16047 6760 24575,'22'0'0,"7"0"0,-8 0 0,7 0 0,-7 0 0,2 0 0,-2 0 0,7 0 0,-4 0 0,2 0 0,-2 1 0,0-2 0,0-5 0,1 0 0,6 5 0,-1-1 0,1-9 0,-8 10 0,-2 2 0,-6-1 0,14 0 0,-24 0 0,12 0 0,-5 0 0,-9 0 0,26 0 0,-1 0 0,-8-6 0,2 0 0,3 4 0,1 1 0,-5-5 0,-1 0 0,1 5 0,-2 2 0,1-1 0,10-17 0,-26 12 0,14-12 0</inkml:trace>
  <inkml:trace contextRef="#ctx0" brushRef="#br0" timeOffset="109133">14354 7422 24575,'14'0'0,"-2"0"0,-12 0 0,0 0 0,18 0 0,-14 0 0,14 0 0,-6 0 0,-10 0 0,10 0 0,0 0 0,-9 17 0,9-12 0,-12 12 0,0-17 0</inkml:trace>
  <inkml:trace contextRef="#ctx0" brushRef="#br0" timeOffset="111467">15174 8030 24575,'15'0'0,"14"0"0,-7 0 0,2 0 0,9 0 0,3 0 0,-10 0 0,1 0 0,0 0 0,4 0 0,-1 0 0,-1 0 0,3 0 0,-1 0 0,-5 0 0,0 0 0,-1 0 0,0 0 0,-2 0 0,1 0 0,-2 0 0,10 0 0,1 0 0,-17 0 0,4 0 0,1 0 0,2 0 0,5 0 0,2 0 0,6 0 0,-14 0 0,1 0 0,-2 0 0,2 0 0,0 0 0,2 0 0,0 0 0,1 0 0,1 0-154,0 0 0,-1 0 0,2 0 154,2 0 0,1 0 0,0 0-332,6 0 0,0 0 0,0 0 332,-5 0 0,0 0 0,1 0-401,-4 0 1,2 0 0,0 0-1,0 0 401,0 0 0,0 0 0,0 0 0,1 0 0,0 0 0,-1 0 0,2 0 0,0 0 0,-2 0 0,0 0 0,1 0 0,0 0 0,-2 0 0,0 0 0,0 0 0,-2 0 0,1 0 0,2 0 0,0 0 0,0 0 0,-2 0-100,4 0 1,-2 0-1,-2 0 100,6 0 0,-1 0 197,3 0 1,-5 0-198,-8 0 458,-3 0 1,-1 0-459,-4 0 1695,16 0-1695,1 0 352,-5 0-352,-9 0 0,0 0 0,9 0 0,4 0 0,0 0 0,-9 0 0,0 0 0,1 0 0,1 0 0,1 0 0,0 0 0,-5 0 0,-2 0 0,14 0 0,-1 0 0,-16 0 0,13 0 0,-26 0 0,27 0 0,-26 12 0,14-9 0,-18 9 0,0-12 0,0 0 0,-18-12 0,2 2 0,-2-1 0,-7-5 0,-4-2 0</inkml:trace>
  <inkml:trace contextRef="#ctx0" brushRef="#br0" timeOffset="198966">4842 12277 24575,'26'0'0,"-1"0"0,-1 0 0,1 0 0,7 0 0,1 0 0,-3 0 0,0 0 0,-6 0 0,0 0 0,8 0 0,-2 0 0,1 0 0,-6 0 0,0 0 0,3 0 0,-4 0 0,2 0 0,-2 0 0,0 0 0,6 0 0,1 0 0,1 0 0,0 0 0,4 0 0,0 0-171,-9 0 1,0 0 0,0 0 170,0 0 0,0 1 0,0-2 0,3-4 0,0-2 0,0 1 0,-3 4 0,0 2 0,-1-2 0,1-4 0,0-1 0,0 2 0,3 4 0,1 1 0,-2 1 0,6-1 0,-1 0 0,-8 0 0,0 0 0,0 0 0,8 0 0,-2 0 0,-8 0 0,1 0 0,6 0 0,-1 0 0,1 0 0,-8 0 0,-2 0 0,-6 0 0,-3 0 0,-12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09456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4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ustomXml" Target="../ink/ink6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ustomXml" Target="../ink/ink7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ustomXml" Target="../ink/ink8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ustomXml" Target="../ink/ink9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0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263640" y="566928"/>
            <a:ext cx="2651760" cy="4114800"/>
          </a:xfrm>
          <a:prstGeom prst="rect">
            <a:avLst/>
          </a:prstGeom>
          <a:solidFill>
            <a:srgbClr val="1C2833"/>
          </a:solidFill>
          <a:ln w="12700">
            <a:solidFill>
              <a:srgbClr val="2C40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0" y="694944"/>
            <a:ext cx="2395728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[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190, 198, 190, 225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print(len(scores))  # 4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scores.sort()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print(scores)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[190,190,198,225]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print(min(scores))  # 190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print(max(scores))  # 225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kern="0" spc="600" dirty="0">
                <a:solidFill>
                  <a:srgbClr val="85C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 9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Lists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457200" y="2697480"/>
            <a:ext cx="5577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5C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Storing, accessing, and manipulating sequences of values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4617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D8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CMPT 120  ·  Spring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58368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List?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320040" y="777240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 is a sequence of 0 or more values — and order matters.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20040" y="1234440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 can be of any type. Write a list with [ ] and separate values with commas.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0040" y="1828800"/>
            <a:ext cx="5074920" cy="594360"/>
          </a:xfrm>
          <a:prstGeom prst="rect">
            <a:avLst/>
          </a:prstGeom>
          <a:solidFill>
            <a:srgbClr val="DBE9F4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75488" y="182880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literal:  </a:t>
            </a:r>
            <a:r>
              <a:rPr lang="en-US" sz="1400" dirty="0">
                <a:solidFill>
                  <a:srgbClr val="2E86C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[190, 198, 225]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0040" y="2542032"/>
            <a:ext cx="5074920" cy="594360"/>
          </a:xfrm>
          <a:prstGeom prst="rect">
            <a:avLst/>
          </a:prstGeom>
          <a:solidFill>
            <a:srgbClr val="DBE9F4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75488" y="2542032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list:  </a:t>
            </a:r>
            <a:r>
              <a:rPr lang="en-US" sz="1400" dirty="0">
                <a:solidFill>
                  <a:srgbClr val="2E86C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[]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0040" y="3255264"/>
            <a:ext cx="5074920" cy="594360"/>
          </a:xfrm>
          <a:prstGeom prst="rect">
            <a:avLst/>
          </a:prstGeom>
          <a:solidFill>
            <a:srgbClr val="DBE9F4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75488" y="3255264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Length:  </a:t>
            </a:r>
            <a:r>
              <a:rPr lang="en-US" sz="1400" dirty="0">
                <a:solidFill>
                  <a:srgbClr val="2E86C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len([190, 198, 225])  →  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623560" y="80467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lists: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23560" y="1188720"/>
            <a:ext cx="3246120" cy="777240"/>
          </a:xfrm>
          <a:prstGeom prst="rect">
            <a:avLst/>
          </a:prstGeom>
          <a:solidFill>
            <a:srgbClr val="DBE9F4"/>
          </a:solidFill>
          <a:ln w="254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733288" y="121615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733288" y="146304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8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[190, 198, 190, 225]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23560" y="2103120"/>
            <a:ext cx="3246120" cy="777240"/>
          </a:xfrm>
          <a:prstGeom prst="rect">
            <a:avLst/>
          </a:prstGeom>
          <a:solidFill>
            <a:srgbClr val="DBE9F4"/>
          </a:solidFill>
          <a:ln w="2540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733288" y="213055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733288" y="237744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8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['Mon','Tue','Wed']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23560" y="3017520"/>
            <a:ext cx="3246120" cy="777240"/>
          </a:xfrm>
          <a:prstGeom prst="rect">
            <a:avLst/>
          </a:prstGeom>
          <a:solidFill>
            <a:srgbClr val="DBE9F4"/>
          </a:solidFill>
          <a:ln w="25400">
            <a:solidFill>
              <a:srgbClr val="7D3C9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733288" y="304495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D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733288" y="329184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8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[True, False, True]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23560" y="3931920"/>
            <a:ext cx="3246120" cy="777240"/>
          </a:xfrm>
          <a:prstGeom prst="rect">
            <a:avLst/>
          </a:prstGeom>
          <a:solidFill>
            <a:srgbClr val="DBE9F4"/>
          </a:solidFill>
          <a:ln w="25400">
            <a:solidFill>
              <a:srgbClr val="707B7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733288" y="395935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07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733288" y="420624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8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[[0, 1], [1, 1], [2, 0]]</a:t>
            </a:r>
            <a:endParaRPr lang="en-US" sz="120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8ABF1F0A-E30E-8EE1-3932-7CAC6C3CA0E2}"/>
                  </a:ext>
                </a:extLst>
              </p14:cNvPr>
              <p14:cNvContentPartPr/>
              <p14:nvPr/>
            </p14:nvContentPartPr>
            <p14:xfrm>
              <a:off x="500040" y="1800360"/>
              <a:ext cx="7229880" cy="282492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8ABF1F0A-E30E-8EE1-3932-7CAC6C3CA0E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90680" y="1791000"/>
                <a:ext cx="7248600" cy="28436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58368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Indexing a List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320040" y="77724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 = [4, 7, 0, 7, 2, 6]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20040" y="111556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value lives in a numbered slot. Indexing starts at 0.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-310004" y="182162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B263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 =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0116" y="1437578"/>
            <a:ext cx="804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50116" y="1693610"/>
            <a:ext cx="804672" cy="548640"/>
          </a:xfrm>
          <a:prstGeom prst="rect">
            <a:avLst/>
          </a:prstGeom>
          <a:solidFill>
            <a:srgbClr val="D6EAF8"/>
          </a:solidFill>
          <a:ln w="1905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50116" y="1693610"/>
            <a:ext cx="804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454788" y="1437578"/>
            <a:ext cx="804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454788" y="1693610"/>
            <a:ext cx="804672" cy="548640"/>
          </a:xfrm>
          <a:prstGeom prst="rect">
            <a:avLst/>
          </a:prstGeom>
          <a:solidFill>
            <a:srgbClr val="D6EAF8"/>
          </a:solidFill>
          <a:ln w="1905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454788" y="1693610"/>
            <a:ext cx="804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259460" y="1437578"/>
            <a:ext cx="804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259460" y="1693610"/>
            <a:ext cx="804672" cy="548640"/>
          </a:xfrm>
          <a:prstGeom prst="rect">
            <a:avLst/>
          </a:prstGeom>
          <a:solidFill>
            <a:srgbClr val="D6EAF8"/>
          </a:solidFill>
          <a:ln w="1905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259460" y="1693610"/>
            <a:ext cx="804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064132" y="1437578"/>
            <a:ext cx="804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064132" y="1693610"/>
            <a:ext cx="804672" cy="548640"/>
          </a:xfrm>
          <a:prstGeom prst="rect">
            <a:avLst/>
          </a:prstGeom>
          <a:solidFill>
            <a:srgbClr val="D6EAF8"/>
          </a:solidFill>
          <a:ln w="1905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064132" y="1693610"/>
            <a:ext cx="804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868804" y="1437578"/>
            <a:ext cx="804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868804" y="1693610"/>
            <a:ext cx="804672" cy="548640"/>
          </a:xfrm>
          <a:prstGeom prst="rect">
            <a:avLst/>
          </a:prstGeom>
          <a:solidFill>
            <a:srgbClr val="D6EAF8"/>
          </a:solidFill>
          <a:ln w="1905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868804" y="1693610"/>
            <a:ext cx="804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673476" y="1437578"/>
            <a:ext cx="804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73476" y="1693610"/>
            <a:ext cx="804672" cy="548640"/>
          </a:xfrm>
          <a:prstGeom prst="rect">
            <a:avLst/>
          </a:prstGeom>
          <a:solidFill>
            <a:srgbClr val="D6EAF8"/>
          </a:solidFill>
          <a:ln w="1905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673476" y="1693610"/>
            <a:ext cx="804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50116" y="2269682"/>
            <a:ext cx="804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454788" y="2269682"/>
            <a:ext cx="804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259460" y="2269682"/>
            <a:ext cx="804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064132" y="2269682"/>
            <a:ext cx="804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868804" y="2269682"/>
            <a:ext cx="804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673476" y="2269682"/>
            <a:ext cx="804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554943" y="2319974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negative </a:t>
            </a:r>
            <a:b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900" i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Indices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390764" y="1001268"/>
            <a:ext cx="2565338" cy="1691640"/>
          </a:xfrm>
          <a:prstGeom prst="rect">
            <a:avLst/>
          </a:prstGeom>
          <a:solidFill>
            <a:srgbClr val="1C2833"/>
          </a:solidFill>
          <a:ln w="12700">
            <a:solidFill>
              <a:srgbClr val="2C40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517814" y="1039814"/>
            <a:ext cx="262618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print(L[0])   # 4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print(L[3])   # 7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print(L[5])   # 6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print(L[6])   # IndexError!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print(L[-1])  # 6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print(L[-3])  # 7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print(L[-6])  # 4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039" y="3200400"/>
            <a:ext cx="6430165" cy="566928"/>
          </a:xfrm>
          <a:prstGeom prst="rect">
            <a:avLst/>
          </a:prstGeom>
          <a:solidFill>
            <a:srgbClr val="D5F5E3"/>
          </a:solidFill>
          <a:ln w="1905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365760" y="3209544"/>
            <a:ext cx="7060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r>
              <a:rPr lang="en-US" sz="130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0  to  len(L)−1           </a:t>
            </a:r>
            <a:r>
              <a:rPr lang="en-US" sz="13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r>
              <a:rPr lang="en-US" sz="130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−len(L)  to  −1         </a:t>
            </a:r>
            <a:r>
              <a:rPr lang="en-US" sz="13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</a:t>
            </a:r>
            <a:r>
              <a:rPr lang="en-US" sz="130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L[0]          </a:t>
            </a:r>
            <a:r>
              <a:rPr lang="en-US" sz="13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item</a:t>
            </a:r>
            <a:r>
              <a:rPr lang="en-US" sz="130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L[-1]</a:t>
            </a:r>
            <a:endParaRPr lang="en-US" sz="130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B980FBD9-6779-F3B3-FE18-AB5188207E60}"/>
                  </a:ext>
                </a:extLst>
              </p14:cNvPr>
              <p14:cNvContentPartPr/>
              <p14:nvPr/>
            </p14:nvContentPartPr>
            <p14:xfrm>
              <a:off x="861840" y="1176480"/>
              <a:ext cx="7930080" cy="264348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B980FBD9-6779-F3B3-FE18-AB5188207E6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52480" y="1167120"/>
                <a:ext cx="7948800" cy="26622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58368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Slicing a List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320040" y="768096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450" b="1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</a:t>
            </a: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sub-list.  L[start : end]  gives  L[start], L[start+1], …, L[end−1]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320040" y="113385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(end not included)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-493776" y="18608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B263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 =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66344" y="1499616"/>
            <a:ext cx="749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" y="1755648"/>
            <a:ext cx="749808" cy="502920"/>
          </a:xfrm>
          <a:prstGeom prst="rect">
            <a:avLst/>
          </a:prstGeom>
          <a:solidFill>
            <a:srgbClr val="D6EAF8"/>
          </a:solidFill>
          <a:ln w="1905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66344" y="1755648"/>
            <a:ext cx="749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16152" y="1499616"/>
            <a:ext cx="749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216152" y="1755648"/>
            <a:ext cx="749808" cy="502920"/>
          </a:xfrm>
          <a:prstGeom prst="rect">
            <a:avLst/>
          </a:prstGeom>
          <a:solidFill>
            <a:schemeClr val="accent4"/>
          </a:solidFill>
          <a:ln w="1905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216152" y="1755648"/>
            <a:ext cx="749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965960" y="1499616"/>
            <a:ext cx="749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965960" y="1755648"/>
            <a:ext cx="749808" cy="502920"/>
          </a:xfrm>
          <a:prstGeom prst="rect">
            <a:avLst/>
          </a:prstGeom>
          <a:solidFill>
            <a:schemeClr val="accent4"/>
          </a:solidFill>
          <a:ln w="1905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965960" y="1755648"/>
            <a:ext cx="749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715768" y="1499616"/>
            <a:ext cx="749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15768" y="1755648"/>
            <a:ext cx="749808" cy="502920"/>
          </a:xfrm>
          <a:prstGeom prst="rect">
            <a:avLst/>
          </a:prstGeom>
          <a:solidFill>
            <a:schemeClr val="accent4"/>
          </a:solidFill>
          <a:ln w="1905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715768" y="1755648"/>
            <a:ext cx="749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465576" y="1499616"/>
            <a:ext cx="749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465576" y="1755648"/>
            <a:ext cx="749808" cy="502920"/>
          </a:xfrm>
          <a:prstGeom prst="rect">
            <a:avLst/>
          </a:prstGeom>
          <a:solidFill>
            <a:srgbClr val="D6EAF8"/>
          </a:solidFill>
          <a:ln w="1905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465576" y="1755648"/>
            <a:ext cx="749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215384" y="1499616"/>
            <a:ext cx="749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15384" y="1755648"/>
            <a:ext cx="749808" cy="502920"/>
          </a:xfrm>
          <a:prstGeom prst="rect">
            <a:avLst/>
          </a:prstGeom>
          <a:solidFill>
            <a:srgbClr val="D6EAF8"/>
          </a:solidFill>
          <a:ln w="1905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5788152" y="1755648"/>
            <a:ext cx="749808" cy="502920"/>
          </a:xfrm>
          <a:prstGeom prst="rect">
            <a:avLst/>
          </a:prstGeom>
          <a:solidFill>
            <a:srgbClr val="F9E79F"/>
          </a:solidFill>
          <a:ln w="31750">
            <a:solidFill>
              <a:srgbClr val="F39C12"/>
            </a:solidFill>
            <a:prstDash val="solid"/>
          </a:ln>
        </p:spPr>
        <p:txBody>
          <a:bodyPr/>
          <a:lstStyle/>
          <a:p>
            <a:pPr algn="ctr"/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7</a:t>
            </a:r>
          </a:p>
        </p:txBody>
      </p:sp>
      <p:sp>
        <p:nvSpPr>
          <p:cNvPr id="25" name="Text 23"/>
          <p:cNvSpPr/>
          <p:nvPr/>
        </p:nvSpPr>
        <p:spPr>
          <a:xfrm>
            <a:off x="4215384" y="1755648"/>
            <a:ext cx="749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216152" y="255600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L[1:4]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120640" y="1170432"/>
            <a:ext cx="3794760" cy="2423160"/>
          </a:xfrm>
          <a:prstGeom prst="rect">
            <a:avLst/>
          </a:prstGeom>
          <a:solidFill>
            <a:srgbClr val="1C2833"/>
          </a:solidFill>
          <a:ln w="12700">
            <a:solidFill>
              <a:srgbClr val="2C40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239512" y="1261872"/>
            <a:ext cx="3557016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 = [4, 7, 0, 7, 2, 6]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L[1:4]  →  [7, 0, 7]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L[4:6]  →  [2, 6]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L[0:6]  →  [4, 7, 0, 7, 2, 6]  # full copy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L[3:3]  →  []                  # empty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Shortcuts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L[2:]   →  [0, 7, 2, 6] # index 2 to end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L[:4]   →  [4, 7, 0, 7] # start to index 4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L[:]    →  [4, 7, 0, 7, 2, 6]  # copy</a:t>
            </a:r>
            <a:endParaRPr lang="en-US" sz="1200" dirty="0"/>
          </a:p>
        </p:txBody>
      </p:sp>
      <p:sp>
        <p:nvSpPr>
          <p:cNvPr id="33" name="Left Brace 32">
            <a:extLst>
              <a:ext uri="{FF2B5EF4-FFF2-40B4-BE49-F238E27FC236}">
                <a16:creationId xmlns:a16="http://schemas.microsoft.com/office/drawing/2014/main" id="{F73F3E6F-E072-B7ED-FCE1-88645F039BD1}"/>
              </a:ext>
            </a:extLst>
          </p:cNvPr>
          <p:cNvSpPr/>
          <p:nvPr/>
        </p:nvSpPr>
        <p:spPr>
          <a:xfrm rot="16200000">
            <a:off x="2231396" y="1321828"/>
            <a:ext cx="218936" cy="2249424"/>
          </a:xfrm>
          <a:prstGeom prst="leftBrac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C286CF21-8102-4471-4718-F3983EAF6BC6}"/>
                  </a:ext>
                </a:extLst>
              </p14:cNvPr>
              <p14:cNvContentPartPr/>
              <p14:nvPr/>
            </p14:nvContentPartPr>
            <p14:xfrm>
              <a:off x="1495440" y="1066680"/>
              <a:ext cx="4929480" cy="227700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C286CF21-8102-4471-4718-F3983EAF6BC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86080" y="1057320"/>
                <a:ext cx="4948200" cy="22957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9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804672"/>
          </a:xfrm>
          <a:prstGeom prst="rect">
            <a:avLst/>
          </a:prstGeom>
          <a:solidFill>
            <a:srgbClr val="D35400"/>
          </a:solidFill>
          <a:ln w="12700">
            <a:solidFill>
              <a:srgbClr val="D354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412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In-Class Practice  #1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84048" y="960120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35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Indexing &amp; Slicing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84048" y="1481328"/>
            <a:ext cx="832104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Given:  temps = [72, 68, 74, 81, 79, 65, 88]</a:t>
            </a:r>
            <a:endParaRPr lang="en-US" sz="1450" dirty="0"/>
          </a:p>
          <a:p>
            <a:pPr marL="0" indent="0">
              <a:buNone/>
            </a:pP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What does  temps[2]  return?    temps[-1]?    temps[-3]?</a:t>
            </a:r>
            <a:endParaRPr lang="en-US" sz="1450" dirty="0"/>
          </a:p>
          <a:p>
            <a:pPr marL="0" indent="0">
              <a:buNone/>
            </a:pP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Write a slice that returns  [74, 81, 79].</a:t>
            </a:r>
            <a:endParaRPr lang="en-US" sz="1450" dirty="0"/>
          </a:p>
          <a:p>
            <a:pPr marL="0" indent="0">
              <a:buNone/>
            </a:pP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Write a slice that returns the last 3 elements.</a:t>
            </a:r>
            <a:endParaRPr lang="en-US" sz="1450" dirty="0"/>
          </a:p>
          <a:p>
            <a:pPr marL="0" indent="0">
              <a:buNone/>
            </a:pP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BONUS: What does  temps[1:6:2]  return?  (Step slicing!)</a:t>
            </a:r>
            <a:endParaRPr lang="en-US" sz="1450" dirty="0"/>
          </a:p>
          <a:p>
            <a:pPr marL="0" indent="0">
              <a:buNone/>
            </a:pP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all of these in the Python shell.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58368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 Are Mutable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320040" y="768096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strings, you </a:t>
            </a:r>
            <a:r>
              <a:rPr lang="en-US" sz="1550" b="1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</a:t>
            </a:r>
            <a:r>
              <a:rPr lang="en-US" sz="15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change individual elements of a list.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4069080" cy="3456432"/>
          </a:xfrm>
          <a:prstGeom prst="rect">
            <a:avLst/>
          </a:prstGeom>
          <a:solidFill>
            <a:srgbClr val="FADBD8"/>
          </a:solidFill>
          <a:ln w="1905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38912" y="130759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Strings  —  IMMUTABLE  ✗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8912" y="1691640"/>
            <a:ext cx="3840480" cy="2148840"/>
          </a:xfrm>
          <a:prstGeom prst="rect">
            <a:avLst/>
          </a:prstGeom>
          <a:solidFill>
            <a:srgbClr val="1C2833"/>
          </a:solidFill>
          <a:ln w="12700">
            <a:solidFill>
              <a:srgbClr val="2C40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57784" y="1783080"/>
            <a:ext cx="360273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"hello"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s[0] = "H"</a:t>
            </a:r>
            <a:endParaRPr lang="en-US" sz="1150" dirty="0">
              <a:solidFill>
                <a:srgbClr val="FFFF00"/>
              </a:solidFill>
            </a:endParaRPr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TypeError: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'str' object does not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support item assignment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75488" y="390448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Strings cannot be modified after creation.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754880" y="1234440"/>
            <a:ext cx="4069080" cy="3456432"/>
          </a:xfrm>
          <a:prstGeom prst="rect">
            <a:avLst/>
          </a:prstGeom>
          <a:solidFill>
            <a:srgbClr val="D5F5E3"/>
          </a:solidFill>
          <a:ln w="1905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73752" y="130759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  —  MUTABLE  ✓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873752" y="1691640"/>
            <a:ext cx="3840480" cy="2148840"/>
          </a:xfrm>
          <a:prstGeom prst="rect">
            <a:avLst/>
          </a:prstGeom>
          <a:solidFill>
            <a:srgbClr val="1C2833"/>
          </a:solidFill>
          <a:ln w="12700">
            <a:solidFill>
              <a:srgbClr val="2C40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992624" y="1783080"/>
            <a:ext cx="360273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 = [4, 7, 0, 7, 2, 6]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L[0] = -5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print(L)</a:t>
            </a:r>
            <a:r>
              <a:rPr lang="en-US" sz="1150" dirty="0"/>
              <a:t>                  </a:t>
            </a:r>
            <a:r>
              <a:rPr lang="en-US" sz="115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</a:t>
            </a:r>
            <a:r>
              <a:rPr lang="en-US" sz="115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-5</a:t>
            </a:r>
            <a:r>
              <a:rPr lang="en-US" sz="115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7, 0, 7, 2, 6]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L[3] = 99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print(L)</a:t>
            </a:r>
            <a:r>
              <a:rPr lang="en-US" sz="1150" dirty="0"/>
              <a:t>                  </a:t>
            </a:r>
            <a:r>
              <a:rPr lang="en-US" sz="115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[-5, 7, 0, </a:t>
            </a:r>
            <a:r>
              <a:rPr lang="en-US" sz="115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99</a:t>
            </a:r>
            <a:r>
              <a:rPr lang="en-US" sz="115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2, 6]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910328" y="390448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element can be replaced using index assignment.</a:t>
            </a:r>
            <a:endParaRPr lang="en-US" sz="125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1CCAD1A3-0194-3C0E-0413-87D5C6ED24D7}"/>
                  </a:ext>
                </a:extLst>
              </p14:cNvPr>
              <p14:cNvContentPartPr/>
              <p14:nvPr/>
            </p14:nvContentPartPr>
            <p14:xfrm>
              <a:off x="576360" y="1585800"/>
              <a:ext cx="5553360" cy="59148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1CCAD1A3-0194-3C0E-0413-87D5C6ED24D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67000" y="1576440"/>
                <a:ext cx="5572080" cy="6102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58368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Lists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320040" y="768096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lists are equal if they have the same values in the same order.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0040" y="1261872"/>
            <a:ext cx="6400800" cy="484632"/>
          </a:xfrm>
          <a:prstGeom prst="rect">
            <a:avLst/>
          </a:prstGeom>
          <a:solidFill>
            <a:srgbClr val="D5F5E3"/>
          </a:solidFill>
          <a:ln w="1270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261872"/>
            <a:ext cx="48463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8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 2] == [1, 2]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49240" y="1261872"/>
            <a:ext cx="12344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84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0040" y="1828800"/>
            <a:ext cx="6400800" cy="484632"/>
          </a:xfrm>
          <a:prstGeom prst="rect">
            <a:avLst/>
          </a:prstGeom>
          <a:solidFill>
            <a:srgbClr val="FADBD8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1828800"/>
            <a:ext cx="48463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8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 2] == [2, 1]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349240" y="1828800"/>
            <a:ext cx="12344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20040" y="2395728"/>
            <a:ext cx="6400800" cy="484632"/>
          </a:xfrm>
          <a:prstGeom prst="rect">
            <a:avLst/>
          </a:prstGeom>
          <a:solidFill>
            <a:srgbClr val="FADBD8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2395728"/>
            <a:ext cx="48463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8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 2] == [1, 2, 3]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349240" y="2395728"/>
            <a:ext cx="12344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20040" y="2962656"/>
            <a:ext cx="6400800" cy="484632"/>
          </a:xfrm>
          <a:prstGeom prst="rect">
            <a:avLst/>
          </a:prstGeom>
          <a:solidFill>
            <a:srgbClr val="D5F5E3"/>
          </a:solidFill>
          <a:ln w="1270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2962656"/>
            <a:ext cx="48463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8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['BC','AB'] == ['BC','AB']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349240" y="2962656"/>
            <a:ext cx="12344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84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20040" y="3529584"/>
            <a:ext cx="6400800" cy="484632"/>
          </a:xfrm>
          <a:prstGeom prst="rect">
            <a:avLst/>
          </a:prstGeom>
          <a:solidFill>
            <a:srgbClr val="FADBD8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3529584"/>
            <a:ext cx="48463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8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['BC','AB'] == ['BC','ab']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349240" y="3529584"/>
            <a:ext cx="12344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20040" y="4096512"/>
            <a:ext cx="6400800" cy="484632"/>
          </a:xfrm>
          <a:prstGeom prst="rect">
            <a:avLst/>
          </a:prstGeom>
          <a:solidFill>
            <a:srgbClr val="D5F5E3"/>
          </a:solidFill>
          <a:ln w="1270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57200" y="4096512"/>
            <a:ext cx="48463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8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 2] != [2, 1]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349240" y="4096512"/>
            <a:ext cx="12344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84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040880" y="1261872"/>
            <a:ext cx="1828800" cy="2024021"/>
          </a:xfrm>
          <a:prstGeom prst="rect">
            <a:avLst/>
          </a:prstGeom>
          <a:solidFill>
            <a:srgbClr val="DBE9F4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150608" y="137160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L1 == L2 to be True: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150608" y="173736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values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150608" y="2084832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order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150608" y="2432304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length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150608" y="277977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150608" y="2862072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must hold!</a:t>
            </a:r>
            <a:endParaRPr lang="en-US" sz="12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0D4DA27-881C-22B4-E98C-81A656533524}"/>
              </a:ext>
            </a:extLst>
          </p:cNvPr>
          <p:cNvSpPr txBox="1"/>
          <p:nvPr/>
        </p:nvSpPr>
        <p:spPr>
          <a:xfrm>
            <a:off x="1568605" y="4765288"/>
            <a:ext cx="1423788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!=</a:t>
            </a:r>
            <a:r>
              <a:rPr lang="en-US" sz="1400" dirty="0"/>
              <a:t> is “not equal”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E66B972-4CE8-76D6-B02A-E371ED7C1D67}"/>
              </a:ext>
            </a:extLst>
          </p:cNvPr>
          <p:cNvCxnSpPr>
            <a:stCxn id="32" idx="1"/>
          </p:cNvCxnSpPr>
          <p:nvPr/>
        </p:nvCxnSpPr>
        <p:spPr>
          <a:xfrm flipH="1" flipV="1">
            <a:off x="1243584" y="4453128"/>
            <a:ext cx="325021" cy="4660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44662D62-A633-8C95-7424-75AEE303D3F8}"/>
                  </a:ext>
                </a:extLst>
              </p14:cNvPr>
              <p14:cNvContentPartPr/>
              <p14:nvPr/>
            </p14:nvContentPartPr>
            <p14:xfrm>
              <a:off x="385920" y="2761920"/>
              <a:ext cx="2328480" cy="173412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44662D62-A633-8C95-7424-75AEE303D3F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76560" y="2752560"/>
                <a:ext cx="2347200" cy="17528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58368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Concatenation  +  &amp;  Repetition  *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320040" y="768096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like strings, lists support  +  (join two lists) and  *  (repeat a list).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20040" y="123444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Concatenation   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0040" y="1600200"/>
            <a:ext cx="4343400" cy="1993392"/>
          </a:xfrm>
          <a:prstGeom prst="rect">
            <a:avLst/>
          </a:prstGeom>
          <a:solidFill>
            <a:srgbClr val="1C2833"/>
          </a:solidFill>
          <a:ln w="12700">
            <a:solidFill>
              <a:srgbClr val="2C40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38912" y="1691640"/>
            <a:ext cx="410565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 = ["Al", "Ned", "Bob"]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pm = ["Ned", "Zia"]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all_day = am + pm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print(all_day)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["Al", "Ned", "Bob", "Ned", "Zia"]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0" y="12344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   *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0" y="1600200"/>
            <a:ext cx="3794760" cy="1993392"/>
          </a:xfrm>
          <a:prstGeom prst="rect">
            <a:avLst/>
          </a:prstGeom>
          <a:solidFill>
            <a:srgbClr val="1C2833"/>
          </a:solidFill>
          <a:ln w="12700">
            <a:solidFill>
              <a:srgbClr val="2C40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148072" y="1691640"/>
            <a:ext cx="355701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pm = ["Ned", "Zia"]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 = 3 * pm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print(rep)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["Ned", "Zia",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"Ned", "Zia",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"Ned", "Zia"]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3749040"/>
            <a:ext cx="8503920" cy="594360"/>
          </a:xfrm>
          <a:prstGeom prst="rect">
            <a:avLst/>
          </a:prstGeom>
          <a:solidFill>
            <a:srgbClr val="DBE9F4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3749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r>
              <a:rPr lang="en-US" sz="1350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am + pm  creates a new list — it does NOT change  am  or  pm.  + and * don’t change the original lists</a:t>
            </a:r>
            <a:endParaRPr lang="en-US" sz="135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29769CE4-08CC-C860-C587-8BFD3575B619}"/>
                  </a:ext>
                </a:extLst>
              </p14:cNvPr>
              <p14:cNvContentPartPr/>
              <p14:nvPr/>
            </p14:nvContentPartPr>
            <p14:xfrm>
              <a:off x="509760" y="419040"/>
              <a:ext cx="6391800" cy="271044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29769CE4-08CC-C860-C587-8BFD3575B61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00400" y="409680"/>
                <a:ext cx="6410520" cy="27291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9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804672"/>
          </a:xfrm>
          <a:prstGeom prst="rect">
            <a:avLst/>
          </a:prstGeom>
          <a:solidFill>
            <a:srgbClr val="D35400"/>
          </a:solidFill>
          <a:ln w="12700">
            <a:solidFill>
              <a:srgbClr val="D354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412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In-Class Practice  #2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84048" y="960120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35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Mutability &amp; Building Lists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84048" y="1481328"/>
            <a:ext cx="832104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Given:  scores = [85, 90, 78]</a:t>
            </a:r>
            <a:endParaRPr lang="en-US" sz="1450" dirty="0"/>
          </a:p>
          <a:p>
            <a:pPr marL="0" indent="0">
              <a:buNone/>
            </a:pP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Change the second element to 92.</a:t>
            </a:r>
            <a:endParaRPr lang="en-US" sz="1450" dirty="0"/>
          </a:p>
          <a:p>
            <a:pPr marL="0" indent="0">
              <a:buNone/>
            </a:pP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Create a new list  doubled  that is  scores  repeated twice using  *.</a:t>
            </a:r>
            <a:endParaRPr lang="en-US" sz="1450" dirty="0"/>
          </a:p>
          <a:p>
            <a:pPr marL="0" indent="0">
              <a:buNone/>
            </a:pP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Create  all_scores  by concatenating  scores  with  [100, 95].</a:t>
            </a:r>
            <a:endParaRPr lang="en-US" sz="1450" dirty="0"/>
          </a:p>
          <a:p>
            <a:pPr marL="0" indent="0">
              <a:buNone/>
            </a:pP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Predict the output: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a = [1, 2, 3]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b = a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b[0] = 99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print(a)         # What’s printed?  Why?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58368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List Functions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320040" y="768096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has several built-in functions that work directly on lists: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0040" y="1188720"/>
            <a:ext cx="8503920" cy="1920240"/>
          </a:xfrm>
          <a:prstGeom prst="rect">
            <a:avLst/>
          </a:prstGeom>
          <a:solidFill>
            <a:srgbClr val="1C2833"/>
          </a:solidFill>
          <a:ln w="12700">
            <a:solidFill>
              <a:srgbClr val="2C40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38912" y="1280160"/>
            <a:ext cx="82661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[85, 80, 70, 85, 95]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print(min(scores))               # 70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print(max(scores))               # 95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print(sum(scores))               # 415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print(len(scores))               # 5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print(sum(scores) / len(scores)) # 83.0   ← average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3246120"/>
            <a:ext cx="4160520" cy="768096"/>
          </a:xfrm>
          <a:prstGeom prst="rect">
            <a:avLst/>
          </a:prstGeom>
          <a:solidFill>
            <a:srgbClr val="DBE9F4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29768" y="3282696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6C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len(L)   </a:t>
            </a:r>
            <a:r>
              <a:rPr lang="en-US" sz="13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items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29768" y="3630168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len([4,7,0])  →  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" y="4114800"/>
            <a:ext cx="4160520" cy="768096"/>
          </a:xfrm>
          <a:prstGeom prst="rect">
            <a:avLst/>
          </a:prstGeom>
          <a:solidFill>
            <a:srgbClr val="DBE9F4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29768" y="4151376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6C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min(L)   </a:t>
            </a:r>
            <a:r>
              <a:rPr lang="en-US" sz="13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value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9768" y="4498848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min([4,7,0])  →  0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27448" y="3246120"/>
            <a:ext cx="4160520" cy="768096"/>
          </a:xfrm>
          <a:prstGeom prst="rect">
            <a:avLst/>
          </a:prstGeom>
          <a:solidFill>
            <a:srgbClr val="DBE9F4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37176" y="3282696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6C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max(L)   </a:t>
            </a:r>
            <a:r>
              <a:rPr lang="en-US" sz="13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value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37176" y="3630168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max([4,7,0])  →  7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27448" y="4114800"/>
            <a:ext cx="4160520" cy="768096"/>
          </a:xfrm>
          <a:prstGeom prst="rect">
            <a:avLst/>
          </a:prstGeom>
          <a:solidFill>
            <a:srgbClr val="DBE9F4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37176" y="4151376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6C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sum(L)   </a:t>
            </a:r>
            <a:r>
              <a:rPr lang="en-US" sz="13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of all values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37176" y="4498848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sum([4,7,0])  →  11</a:t>
            </a:r>
            <a:endParaRPr lang="en-US" sz="110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F01A9EEC-03BC-9ACF-9FF5-BAB0B799EA77}"/>
                  </a:ext>
                </a:extLst>
              </p14:cNvPr>
              <p14:cNvContentPartPr/>
              <p14:nvPr/>
            </p14:nvContentPartPr>
            <p14:xfrm>
              <a:off x="995400" y="1856880"/>
              <a:ext cx="1838520" cy="81540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F01A9EEC-03BC-9ACF-9FF5-BAB0B799EA7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86040" y="1847520"/>
                <a:ext cx="1857240" cy="8341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58368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Membership:  in  /  not in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320040" y="768096"/>
            <a:ext cx="509945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whether a value appears in a list — returns  True  or  False.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0040" y="1207008"/>
            <a:ext cx="5029200" cy="1751782"/>
          </a:xfrm>
          <a:prstGeom prst="rect">
            <a:avLst/>
          </a:prstGeom>
          <a:solidFill>
            <a:srgbClr val="1C2833"/>
          </a:solidFill>
          <a:ln w="12700">
            <a:solidFill>
              <a:srgbClr val="2C40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38912" y="1298448"/>
            <a:ext cx="47914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who = ["Al", "Bob", "Cam", "Dan"]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print("Cam" in who)      # True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print("Zia" in who)      # False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print("Zia" not in who)  # True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print("Al"  not in who)  # False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0040" y="330555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uses: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20040" y="3662172"/>
            <a:ext cx="5029200" cy="1074420"/>
          </a:xfrm>
          <a:prstGeom prst="rect">
            <a:avLst/>
          </a:prstGeom>
          <a:solidFill>
            <a:srgbClr val="1C2833"/>
          </a:solidFill>
          <a:ln w="12700">
            <a:solidFill>
              <a:srgbClr val="2C40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38912" y="3753612"/>
            <a:ext cx="47914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"Cam" in who: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print("Found him!")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"Zia" not in who: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who.append("Zia")</a:t>
            </a:r>
            <a:endParaRPr lang="en-US" sz="120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2E615DBD-E872-71EA-254E-981D31610B1D}"/>
                  </a:ext>
                </a:extLst>
              </p14:cNvPr>
              <p14:cNvContentPartPr/>
              <p14:nvPr/>
            </p14:nvContentPartPr>
            <p14:xfrm>
              <a:off x="1009800" y="1470960"/>
              <a:ext cx="2038680" cy="318708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2E615DBD-E872-71EA-254E-981D31610B1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00440" y="1461600"/>
                <a:ext cx="2057400" cy="32058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58368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 &amp; Shrinking:  append  &amp;  pop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320040" y="768096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methods modify the list in-place (no copy is made).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20040" y="12161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L.append(x)  —  add x to the right end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20040" y="1581912"/>
            <a:ext cx="4937760" cy="1417320"/>
          </a:xfrm>
          <a:prstGeom prst="rect">
            <a:avLst/>
          </a:prstGeom>
          <a:solidFill>
            <a:srgbClr val="1C2833"/>
          </a:solidFill>
          <a:ln w="12700">
            <a:solidFill>
              <a:srgbClr val="2C40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38912" y="1673352"/>
            <a:ext cx="47000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who = []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who.append("Alice")  # ["Alice"]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who.append("Bob")    # ["Alice", "Bob"]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who.append("Cathy")  # ["Alice", "Bob", "Cathy"]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0040" y="309067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L.pop()  —  remove and return the last item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20040" y="3456432"/>
            <a:ext cx="4937760" cy="1527048"/>
          </a:xfrm>
          <a:prstGeom prst="rect">
            <a:avLst/>
          </a:prstGeom>
          <a:solidFill>
            <a:srgbClr val="1C2833"/>
          </a:solidFill>
          <a:ln w="12700">
            <a:solidFill>
              <a:srgbClr val="2C40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38912" y="3547872"/>
            <a:ext cx="4700016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who = ["Al", "Bob", "Cam", "Dan"]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last = who.pop()     # removes "Dan"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print(who)           # ["Al", "Bob", "Cam"]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who.pop()            # removes "Cam"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# who == ["Al", "Bob"]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577840" y="1216152"/>
            <a:ext cx="3337560" cy="3474720"/>
          </a:xfrm>
          <a:prstGeom prst="rect">
            <a:avLst/>
          </a:prstGeom>
          <a:solidFill>
            <a:srgbClr val="DBE9F4"/>
          </a:solidFill>
          <a:ln w="1905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687568" y="1307592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pop(i)  —  remove by index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87568" y="1719072"/>
            <a:ext cx="3108960" cy="2148840"/>
          </a:xfrm>
          <a:prstGeom prst="rect">
            <a:avLst/>
          </a:prstGeom>
          <a:solidFill>
            <a:srgbClr val="1C2833"/>
          </a:solidFill>
          <a:ln w="12700">
            <a:solidFill>
              <a:srgbClr val="2C40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806440" y="1810512"/>
            <a:ext cx="287121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who = ["Al","Bob","Cam","Dan"]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who.pop(2)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removes "Cam"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who == ["Al","Bob","Dan"]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pop() with no arg: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always removes LAST item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577840" y="3849624"/>
            <a:ext cx="3337560" cy="658368"/>
          </a:xfrm>
          <a:prstGeom prst="rect">
            <a:avLst/>
          </a:prstGeom>
          <a:solidFill>
            <a:srgbClr val="FEF9E7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687568" y="3849624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35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Calling pop() on an empty list raises an  IndexError</a:t>
            </a:r>
            <a:endParaRPr lang="en-US" sz="115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0AADD438-2C0B-7318-870A-0CDB60D34154}"/>
                  </a:ext>
                </a:extLst>
              </p14:cNvPr>
              <p14:cNvContentPartPr/>
              <p14:nvPr/>
            </p14:nvContentPartPr>
            <p14:xfrm>
              <a:off x="905040" y="1609560"/>
              <a:ext cx="7015320" cy="254844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0AADD438-2C0B-7318-870A-0CDB60D3415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95680" y="1600200"/>
                <a:ext cx="7034040" cy="25671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58368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Methods:  remove,  insert,  reverse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320040" y="80467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86C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L.remove(x)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20040" y="1143000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the first occurrence of x.  Raises ValueError if not found.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0" y="804672"/>
            <a:ext cx="4800600" cy="1143000"/>
          </a:xfrm>
          <a:prstGeom prst="rect">
            <a:avLst/>
          </a:prstGeom>
          <a:solidFill>
            <a:srgbClr val="1C2833"/>
          </a:solidFill>
          <a:ln w="12700">
            <a:solidFill>
              <a:srgbClr val="2C40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233672" y="896112"/>
            <a:ext cx="45628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who = ["Al", "Bob","Cam","Bob"]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who.remove("Bob")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print(who)  # ["Al", "Cam", "Bob"]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who.remove("Joe")  # ValueError!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" y="222199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86C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L.insert(i, x)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0040" y="2560320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Inserts x so it ends up at index i.  Existing items shift right.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14800" y="2221992"/>
            <a:ext cx="4800600" cy="1143000"/>
          </a:xfrm>
          <a:prstGeom prst="rect">
            <a:avLst/>
          </a:prstGeom>
          <a:solidFill>
            <a:srgbClr val="1C2833"/>
          </a:solidFill>
          <a:ln w="12700">
            <a:solidFill>
              <a:srgbClr val="2C40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233672" y="2313432"/>
            <a:ext cx="45628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 = [0, 1, 2, 3]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nums.insert(2, "X")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print(nums)  # [0, 1, "X", 2, 3]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0040" y="363931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86C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L.reverse()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20040" y="3977640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Reverses all items in L in-place.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0" y="3639312"/>
            <a:ext cx="4800600" cy="1143000"/>
          </a:xfrm>
          <a:prstGeom prst="rect">
            <a:avLst/>
          </a:prstGeom>
          <a:solidFill>
            <a:srgbClr val="1C2833"/>
          </a:solidFill>
          <a:ln w="12700">
            <a:solidFill>
              <a:srgbClr val="2C40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233672" y="3730752"/>
            <a:ext cx="45628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who = ["Al", "Bob", "Cam", "Dan"]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who.reverse()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print(who)  # ["Dan", "Cam", "Bob", "Al"]</a:t>
            </a:r>
            <a:endParaRPr lang="en-US" sz="110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BBE1AEAE-DB96-97A3-A8DF-1E4F5BA51BAC}"/>
                  </a:ext>
                </a:extLst>
              </p14:cNvPr>
              <p14:cNvContentPartPr/>
              <p14:nvPr/>
            </p14:nvContentPartPr>
            <p14:xfrm>
              <a:off x="328680" y="976320"/>
              <a:ext cx="6720120" cy="344412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BBE1AEAE-DB96-97A3-A8DF-1E4F5BA51BA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19320" y="966960"/>
                <a:ext cx="6738840" cy="34628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9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804672"/>
          </a:xfrm>
          <a:prstGeom prst="rect">
            <a:avLst/>
          </a:prstGeom>
          <a:solidFill>
            <a:srgbClr val="D35400"/>
          </a:solidFill>
          <a:ln w="12700">
            <a:solidFill>
              <a:srgbClr val="D354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412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In-Class Practice  #3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84048" y="960120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35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Methods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84048" y="1481328"/>
            <a:ext cx="832104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with:  names = ["Alice", "Bob", "Carol"]</a:t>
            </a:r>
            <a:endParaRPr lang="en-US" sz="1450" dirty="0"/>
          </a:p>
          <a:p>
            <a:pPr marL="0" indent="0">
              <a:buNone/>
            </a:pP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Append  "Dave"  to the list.</a:t>
            </a:r>
            <a:endParaRPr lang="en-US" sz="1450" dirty="0"/>
          </a:p>
          <a:p>
            <a:pPr marL="0" indent="0">
              <a:buNone/>
            </a:pP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Use  pop()  — what element is removed?</a:t>
            </a:r>
            <a:endParaRPr lang="en-US" sz="1450" dirty="0"/>
          </a:p>
          <a:p>
            <a:pPr marL="0" indent="0">
              <a:buNone/>
            </a:pP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Insert  "Zara"  so it ends up at index 1.</a:t>
            </a:r>
            <a:endParaRPr lang="en-US" sz="1450" dirty="0"/>
          </a:p>
          <a:p>
            <a:pPr marL="0" indent="0">
              <a:buNone/>
            </a:pP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Remove  "Bob"  from the list.</a:t>
            </a:r>
            <a:endParaRPr lang="en-US" sz="1450" dirty="0"/>
          </a:p>
          <a:p>
            <a:pPr marL="0" indent="0">
              <a:buNone/>
            </a:pP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Reverse the list.</a:t>
            </a:r>
            <a:endParaRPr lang="en-US" sz="1450" dirty="0"/>
          </a:p>
          <a:p>
            <a:pPr marL="0" indent="0">
              <a:buNone/>
            </a:pP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final list look like?  Trace through each step!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58368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Strings ↔ Lists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320040" y="768096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makes it easy to convert between strings and lists: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0040" y="1252728"/>
            <a:ext cx="3246120" cy="1097280"/>
          </a:xfrm>
          <a:prstGeom prst="rect">
            <a:avLst/>
          </a:prstGeom>
          <a:solidFill>
            <a:srgbClr val="DBE9F4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38912" y="1316736"/>
            <a:ext cx="2999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86C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list(s)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38912" y="1655064"/>
            <a:ext cx="29992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string s into a list of its characters.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703320" y="1252728"/>
            <a:ext cx="5166360" cy="1097280"/>
          </a:xfrm>
          <a:prstGeom prst="rect">
            <a:avLst/>
          </a:prstGeom>
          <a:solidFill>
            <a:srgbClr val="1C2833"/>
          </a:solidFill>
          <a:ln w="12700">
            <a:solidFill>
              <a:srgbClr val="2C40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822192" y="1344168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letters = list('Alice')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print(letters)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['A', 'l', 'i', 'c', 'e']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" y="2514600"/>
            <a:ext cx="3246120" cy="1097280"/>
          </a:xfrm>
          <a:prstGeom prst="rect">
            <a:avLst/>
          </a:prstGeom>
          <a:solidFill>
            <a:srgbClr val="DBE9F4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38912" y="2578608"/>
            <a:ext cx="2999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86C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sep.join(L)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38912" y="2916936"/>
            <a:ext cx="29992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list L into one string with sep between items.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703320" y="2514600"/>
            <a:ext cx="5166360" cy="1097280"/>
          </a:xfrm>
          <a:prstGeom prst="rect">
            <a:avLst/>
          </a:prstGeom>
          <a:solidFill>
            <a:srgbClr val="1C2833"/>
          </a:solidFill>
          <a:ln w="12700">
            <a:solidFill>
              <a:srgbClr val="2C40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822192" y="260604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', '.join(['A', 'l', 'i'])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'A, l, i'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''.join(['A', 'l', 'i'])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'Ali'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3776472"/>
            <a:ext cx="3246120" cy="1097280"/>
          </a:xfrm>
          <a:prstGeom prst="rect">
            <a:avLst/>
          </a:prstGeom>
          <a:solidFill>
            <a:srgbClr val="DBE9F4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38912" y="3840480"/>
            <a:ext cx="2999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86C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s.split()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38912" y="4178808"/>
            <a:ext cx="29992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Splits string s into a list of words (on whitespace).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703320" y="3776472"/>
            <a:ext cx="5166360" cy="1097280"/>
          </a:xfrm>
          <a:prstGeom prst="rect">
            <a:avLst/>
          </a:prstGeom>
          <a:solidFill>
            <a:srgbClr val="1C2833"/>
          </a:solidFill>
          <a:ln w="12700">
            <a:solidFill>
              <a:srgbClr val="2C40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822192" y="3867912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'car bike boat'.split()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['car', 'bike', 'boat']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'a,b,c'.split(',')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['a', 'b', 'c']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58368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Aliasing &amp; Pass by Reference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320040" y="768096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assign a list to another variable or pass it to a function, no copy is made.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320040" y="128016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Aliasing: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20040" y="1627632"/>
            <a:ext cx="4206240" cy="1691640"/>
          </a:xfrm>
          <a:prstGeom prst="rect">
            <a:avLst/>
          </a:prstGeom>
          <a:solidFill>
            <a:srgbClr val="1C2833"/>
          </a:solidFill>
          <a:ln w="12700">
            <a:solidFill>
              <a:srgbClr val="2C40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38912" y="1719072"/>
            <a:ext cx="39684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[1, 2, 3]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a         # b is an alias for a!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b[0] = 99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print(a)  # [99, 2, 3]  ← a changed!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print(b)  # [99, 2, 3]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1225296"/>
            <a:ext cx="4114800" cy="2478024"/>
          </a:xfrm>
          <a:prstGeom prst="rect">
            <a:avLst/>
          </a:prstGeom>
          <a:solidFill>
            <a:srgbClr val="DBE9F4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828032" y="1664208"/>
            <a:ext cx="320040" cy="292608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28032" y="1664208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828032" y="2359152"/>
            <a:ext cx="320040" cy="292608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28032" y="2359152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833872" y="1298448"/>
            <a:ext cx="667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833872" y="1554480"/>
            <a:ext cx="667512" cy="475488"/>
          </a:xfrm>
          <a:prstGeom prst="rect">
            <a:avLst/>
          </a:prstGeom>
          <a:solidFill>
            <a:srgbClr val="D6EAF8"/>
          </a:solidFill>
          <a:ln w="1905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833872" y="1554480"/>
            <a:ext cx="667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99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01384" y="1298448"/>
            <a:ext cx="667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501384" y="1554480"/>
            <a:ext cx="667512" cy="475488"/>
          </a:xfrm>
          <a:prstGeom prst="rect">
            <a:avLst/>
          </a:prstGeom>
          <a:solidFill>
            <a:srgbClr val="D6EAF8"/>
          </a:solidFill>
          <a:ln w="1905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501384" y="1554480"/>
            <a:ext cx="667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68896" y="1298448"/>
            <a:ext cx="667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168896" y="1554480"/>
            <a:ext cx="667512" cy="475488"/>
          </a:xfrm>
          <a:prstGeom prst="rect">
            <a:avLst/>
          </a:prstGeom>
          <a:solidFill>
            <a:srgbClr val="D6EAF8"/>
          </a:solidFill>
          <a:ln w="1905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168896" y="1554480"/>
            <a:ext cx="667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800600" y="2852928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D35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 a  and  b  point to the SAME list!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20040" y="3456432"/>
            <a:ext cx="5029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by reference (in functions):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320040" y="3803904"/>
            <a:ext cx="8503920" cy="1225296"/>
          </a:xfrm>
          <a:prstGeom prst="rect">
            <a:avLst/>
          </a:prstGeom>
          <a:solidFill>
            <a:srgbClr val="1C2833"/>
          </a:solidFill>
          <a:ln w="12700">
            <a:solidFill>
              <a:srgbClr val="2C40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38912" y="3895344"/>
            <a:ext cx="826617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double_first(lst):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lst[0] = lst[0] * 2   # modifies the passed-in list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 = [5, 10, 15]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double_first(nums)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print(nums)  # [10, 10, 15]   ← original changed!</a:t>
            </a:r>
            <a:endParaRPr lang="en-US" sz="1200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2BA4CA9-415A-ABF8-F1C1-0D2C390F2816}"/>
              </a:ext>
            </a:extLst>
          </p:cNvPr>
          <p:cNvCxnSpPr>
            <a:endCxn id="18" idx="1"/>
          </p:cNvCxnSpPr>
          <p:nvPr/>
        </p:nvCxnSpPr>
        <p:spPr>
          <a:xfrm flipV="1">
            <a:off x="5148072" y="1792224"/>
            <a:ext cx="685800" cy="2170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33D02B8-FF75-1E3D-327A-3537DF40CFB1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5148072" y="2002536"/>
            <a:ext cx="667512" cy="50292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EF9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804672"/>
          </a:xfrm>
          <a:prstGeom prst="rect">
            <a:avLst/>
          </a:prstGeom>
          <a:solidFill>
            <a:srgbClr val="D35400"/>
          </a:solidFill>
          <a:ln w="12700">
            <a:solidFill>
              <a:srgbClr val="D354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412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In-Class Practice  #4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84048" y="960120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35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Strings ↔ Lists  &amp;  Aliasing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84048" y="1481328"/>
            <a:ext cx="832104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Strings &amp; Lists: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Given:  sentence = "the quick brown fox"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1.  Split sentence into a list of words.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2.  Join the words back together with  " | "  as separator.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3.  Convert  "Python"  to a list of characters, then join them with  "-".</a:t>
            </a:r>
            <a:endParaRPr lang="en-US" sz="1450" dirty="0"/>
          </a:p>
          <a:p>
            <a:pPr marL="0" indent="0">
              <a:buNone/>
            </a:pP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Aliasing: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4.  Predict the output: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x = [10, 20, 30]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y = x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x.append(40)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print(y)          # What prints?  Why?</a:t>
            </a:r>
            <a:endParaRPr lang="en-US" sz="14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58368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Files into Lists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320040" y="768096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pattern: read a text file, then split it into a list of lines.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3246120" cy="2148840"/>
          </a:xfrm>
          <a:prstGeom prst="rect">
            <a:avLst/>
          </a:prstGeom>
          <a:solidFill>
            <a:srgbClr val="1C2833"/>
          </a:solidFill>
          <a:ln w="12700">
            <a:solidFill>
              <a:srgbClr val="2C40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38912" y="130759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5C1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joke.txt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609344"/>
            <a:ext cx="30175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Who's there?\n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broken pencil.\n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broken pencil who?\n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Never mind. It's pointless.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93592" y="2304288"/>
            <a:ext cx="475488" cy="0"/>
          </a:xfrm>
          <a:prstGeom prst="line">
            <a:avLst/>
          </a:prstGeom>
          <a:noFill/>
          <a:ln w="254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187952" y="1234440"/>
            <a:ext cx="4636008" cy="2880360"/>
          </a:xfrm>
          <a:prstGeom prst="rect">
            <a:avLst/>
          </a:prstGeom>
          <a:solidFill>
            <a:srgbClr val="1C2833"/>
          </a:solidFill>
          <a:ln w="12700">
            <a:solidFill>
              <a:srgbClr val="2C40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306824" y="1325880"/>
            <a:ext cx="439826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Long version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file_obj   = open("joke.txt")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big_string = file_obj.read()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lines      = big_string.split("\n")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Short version (method chaining)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lines = open("joke.txt").read().split("\n")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print(lines)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["Who's there?", "A broken pencil.",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"A broken pencil who?",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"Never mind. It's pointless."]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3520440"/>
            <a:ext cx="3246120" cy="1298448"/>
          </a:xfrm>
          <a:prstGeom prst="rect">
            <a:avLst/>
          </a:prstGeom>
          <a:solidFill>
            <a:srgbClr val="DBE9F4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38912" y="3584448"/>
            <a:ext cx="29992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text files, each line ends with  \n  (newline).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split("\n")  breaks the string at each newline character.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658368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Sorting Lists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320040" y="768096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L.sort()  rearranges the list into ascending order — in-place, no copy.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20040" y="12344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 .sort():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0" y="164592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B263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 =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129844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60120" y="1554480"/>
            <a:ext cx="713232" cy="475488"/>
          </a:xfrm>
          <a:prstGeom prst="rect">
            <a:avLst/>
          </a:prstGeom>
          <a:solidFill>
            <a:srgbClr val="D6EAF8"/>
          </a:solidFill>
          <a:ln w="1905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60120" y="1554480"/>
            <a:ext cx="7132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73352" y="129844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673352" y="1554480"/>
            <a:ext cx="713232" cy="475488"/>
          </a:xfrm>
          <a:prstGeom prst="rect">
            <a:avLst/>
          </a:prstGeom>
          <a:solidFill>
            <a:srgbClr val="D6EAF8"/>
          </a:solidFill>
          <a:ln w="1905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673352" y="1554480"/>
            <a:ext cx="7132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386584" y="129844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386584" y="1554480"/>
            <a:ext cx="713232" cy="475488"/>
          </a:xfrm>
          <a:prstGeom prst="rect">
            <a:avLst/>
          </a:prstGeom>
          <a:solidFill>
            <a:srgbClr val="D6EAF8"/>
          </a:solidFill>
          <a:ln w="1905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386584" y="1554480"/>
            <a:ext cx="7132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099816" y="129844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099816" y="1554480"/>
            <a:ext cx="713232" cy="475488"/>
          </a:xfrm>
          <a:prstGeom prst="rect">
            <a:avLst/>
          </a:prstGeom>
          <a:solidFill>
            <a:srgbClr val="D6EAF8"/>
          </a:solidFill>
          <a:ln w="1905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099816" y="1554480"/>
            <a:ext cx="7132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813048" y="129844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813048" y="1554480"/>
            <a:ext cx="713232" cy="475488"/>
          </a:xfrm>
          <a:prstGeom prst="rect">
            <a:avLst/>
          </a:prstGeom>
          <a:solidFill>
            <a:srgbClr val="D6EAF8"/>
          </a:solidFill>
          <a:ln w="1905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813048" y="1554480"/>
            <a:ext cx="7132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26280" y="129844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26280" y="1554480"/>
            <a:ext cx="713232" cy="475488"/>
          </a:xfrm>
          <a:prstGeom prst="rect">
            <a:avLst/>
          </a:prstGeom>
          <a:solidFill>
            <a:srgbClr val="D6EAF8"/>
          </a:solidFill>
          <a:ln w="1905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26280" y="1554480"/>
            <a:ext cx="7132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504188" y="24963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nums.sort()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320040" y="31272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 .sort():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960120" y="3447288"/>
            <a:ext cx="713232" cy="475488"/>
          </a:xfrm>
          <a:prstGeom prst="rect">
            <a:avLst/>
          </a:prstGeom>
          <a:solidFill>
            <a:srgbClr val="C8E6C9"/>
          </a:solidFill>
          <a:ln w="1905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960120" y="3447288"/>
            <a:ext cx="7132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1673352" y="3447288"/>
            <a:ext cx="713232" cy="475488"/>
          </a:xfrm>
          <a:prstGeom prst="rect">
            <a:avLst/>
          </a:prstGeom>
          <a:solidFill>
            <a:srgbClr val="C8E6C9"/>
          </a:solidFill>
          <a:ln w="1905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673352" y="3447288"/>
            <a:ext cx="7132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2386584" y="3447288"/>
            <a:ext cx="713232" cy="475488"/>
          </a:xfrm>
          <a:prstGeom prst="rect">
            <a:avLst/>
          </a:prstGeom>
          <a:solidFill>
            <a:srgbClr val="C8E6C9"/>
          </a:solidFill>
          <a:ln w="1905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2386584" y="3447288"/>
            <a:ext cx="7132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3099816" y="3447288"/>
            <a:ext cx="713232" cy="475488"/>
          </a:xfrm>
          <a:prstGeom prst="rect">
            <a:avLst/>
          </a:prstGeom>
          <a:solidFill>
            <a:srgbClr val="C8E6C9"/>
          </a:solidFill>
          <a:ln w="1905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3099816" y="3447288"/>
            <a:ext cx="7132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3813048" y="3447288"/>
            <a:ext cx="713232" cy="475488"/>
          </a:xfrm>
          <a:prstGeom prst="rect">
            <a:avLst/>
          </a:prstGeom>
          <a:solidFill>
            <a:srgbClr val="C8E6C9"/>
          </a:solidFill>
          <a:ln w="1905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3813048" y="3447288"/>
            <a:ext cx="7132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4526280" y="3447288"/>
            <a:ext cx="713232" cy="475488"/>
          </a:xfrm>
          <a:prstGeom prst="rect">
            <a:avLst/>
          </a:prstGeom>
          <a:solidFill>
            <a:srgbClr val="C8E6C9"/>
          </a:solidFill>
          <a:ln w="1905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526280" y="3447288"/>
            <a:ext cx="7132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5394960" y="1220724"/>
            <a:ext cx="3611880" cy="3273552"/>
          </a:xfrm>
          <a:prstGeom prst="rect">
            <a:avLst/>
          </a:prstGeom>
          <a:solidFill>
            <a:srgbClr val="1C2833"/>
          </a:solidFill>
          <a:ln w="12700">
            <a:solidFill>
              <a:srgbClr val="2C40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5513832" y="1312164"/>
            <a:ext cx="3374136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Sort numbers ascending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 = [4, 1, 6, 1, 3, 2]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nums.sort()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print(nums)  # [1, 1, 2, 3, 4, 6]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Sort descending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nums.sort()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nums.reverse()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print(nums)  # [6, 4, 3, 2, 1, 1]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Sort strings alphabetically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pets = ["dog", "zebra", "cat"]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pets.sort()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A9CC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print(pets)  # ["cat", "dog", "zebra"]</a:t>
            </a:r>
            <a:endParaRPr lang="en-US" sz="1200" dirty="0"/>
          </a:p>
        </p:txBody>
      </p:sp>
      <p:sp>
        <p:nvSpPr>
          <p:cNvPr id="44" name="Down Arrow 43">
            <a:extLst>
              <a:ext uri="{FF2B5EF4-FFF2-40B4-BE49-F238E27FC236}">
                <a16:creationId xmlns:a16="http://schemas.microsoft.com/office/drawing/2014/main" id="{C3CCAE24-A567-F892-5721-CD6FA1EF6F85}"/>
              </a:ext>
            </a:extLst>
          </p:cNvPr>
          <p:cNvSpPr/>
          <p:nvPr/>
        </p:nvSpPr>
        <p:spPr>
          <a:xfrm>
            <a:off x="2881140" y="2174971"/>
            <a:ext cx="133592" cy="1099882"/>
          </a:xfrm>
          <a:prstGeom prst="downArrow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EF9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" cy="804672"/>
          </a:xfrm>
          <a:prstGeom prst="rect">
            <a:avLst/>
          </a:prstGeom>
          <a:solidFill>
            <a:srgbClr val="D35400"/>
          </a:solidFill>
          <a:ln w="12700">
            <a:solidFill>
              <a:srgbClr val="D354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412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In-Class Practice  #5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84048" y="960120"/>
            <a:ext cx="8321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35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Sorting &amp; Putting It All Together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84048" y="1481328"/>
            <a:ext cx="832104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Given:  grades = [72, 95, 88, 61, 79, 91, 84]</a:t>
            </a:r>
            <a:endParaRPr lang="en-US" sz="1450" dirty="0"/>
          </a:p>
          <a:p>
            <a:pPr marL="0" indent="0">
              <a:buNone/>
            </a:pP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Sort the list in ascending order.</a:t>
            </a:r>
            <a:endParaRPr lang="en-US" sz="1450" dirty="0"/>
          </a:p>
          <a:p>
            <a:pPr marL="0" indent="0">
              <a:buNone/>
            </a:pP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Sort the list in descending order (highest first).</a:t>
            </a:r>
            <a:endParaRPr lang="en-US" sz="1450" dirty="0"/>
          </a:p>
          <a:p>
            <a:pPr marL="0" indent="0">
              <a:buNone/>
            </a:pP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After sorting descending, use a slice to get the top 3 grades.</a:t>
            </a:r>
            <a:endParaRPr lang="en-US" sz="1450" dirty="0"/>
          </a:p>
          <a:p>
            <a:pPr marL="0" indent="0">
              <a:buNone/>
            </a:pP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CHALLENGE: Write code that reads a file of numbers (one per line),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converts them to integers, sorts them, and prints the top 5.</a:t>
            </a:r>
            <a:endParaRPr lang="en-US" sz="14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2A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164592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9 — Key Concepts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713232"/>
            <a:ext cx="8503920" cy="0"/>
          </a:xfrm>
          <a:prstGeom prst="line">
            <a:avLst/>
          </a:prstGeom>
          <a:noFill/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2715768" cy="1115568"/>
          </a:xfrm>
          <a:prstGeom prst="rect">
            <a:avLst/>
          </a:prstGeom>
          <a:solidFill>
            <a:srgbClr val="243447"/>
          </a:solidFill>
          <a:ln w="254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20040" y="914400"/>
            <a:ext cx="201168" cy="111556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005840"/>
            <a:ext cx="2368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Indexing &amp; Slicing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94360" y="1371600"/>
            <a:ext cx="2368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5C1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L[i]  L[-1]  L[a:b]  L[:]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191256" y="914400"/>
            <a:ext cx="2715768" cy="1115568"/>
          </a:xfrm>
          <a:prstGeom prst="rect">
            <a:avLst/>
          </a:prstGeom>
          <a:solidFill>
            <a:srgbClr val="243447"/>
          </a:solidFill>
          <a:ln w="2540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191256" y="914400"/>
            <a:ext cx="201168" cy="1115568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65576" y="1005840"/>
            <a:ext cx="2368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Mutability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465576" y="1371600"/>
            <a:ext cx="2368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5C1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L[i] = x   (unlike strings)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62472" y="914400"/>
            <a:ext cx="2715768" cy="1115568"/>
          </a:xfrm>
          <a:prstGeom prst="rect">
            <a:avLst/>
          </a:prstGeom>
          <a:solidFill>
            <a:srgbClr val="243447"/>
          </a:solidFill>
          <a:ln w="25400">
            <a:solidFill>
              <a:srgbClr val="7D3C9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062472" y="914400"/>
            <a:ext cx="201168" cy="1115568"/>
          </a:xfrm>
          <a:prstGeom prst="rect">
            <a:avLst/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36792" y="1005840"/>
            <a:ext cx="2368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336792" y="1371600"/>
            <a:ext cx="2368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5C1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  min  max  sum  in  not in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2212848"/>
            <a:ext cx="2715768" cy="1115568"/>
          </a:xfrm>
          <a:prstGeom prst="rect">
            <a:avLst/>
          </a:prstGeom>
          <a:solidFill>
            <a:srgbClr val="243447"/>
          </a:solidFill>
          <a:ln w="254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20040" y="2212848"/>
            <a:ext cx="201168" cy="1115568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94360" y="2304288"/>
            <a:ext cx="2368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Modifying Methods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94360" y="2670048"/>
            <a:ext cx="2368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5C1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  pop  remove  insert  reverse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91256" y="2212848"/>
            <a:ext cx="2715768" cy="1115568"/>
          </a:xfrm>
          <a:prstGeom prst="rect">
            <a:avLst/>
          </a:prstGeom>
          <a:solidFill>
            <a:srgbClr val="243447"/>
          </a:solidFill>
          <a:ln w="254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191256" y="2212848"/>
            <a:ext cx="201168" cy="111556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465576" y="2304288"/>
            <a:ext cx="2368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Strings ↔ Lists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3465576" y="2670048"/>
            <a:ext cx="2368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5C1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list(s)   sep.join(L)   s.split()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062472" y="2212848"/>
            <a:ext cx="2715768" cy="1115568"/>
          </a:xfrm>
          <a:prstGeom prst="rect">
            <a:avLst/>
          </a:prstGeom>
          <a:solidFill>
            <a:srgbClr val="243447"/>
          </a:solidFill>
          <a:ln w="254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062472" y="2212848"/>
            <a:ext cx="201168" cy="111556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336792" y="2304288"/>
            <a:ext cx="2368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Sorting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336792" y="2670048"/>
            <a:ext cx="2368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5C1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L.sort()  then  L.reverse() for desc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2701</Words>
  <Application>Microsoft Macintosh PowerPoint</Application>
  <PresentationFormat>On-screen Show (16:9)</PresentationFormat>
  <Paragraphs>434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9: Python Lists</dc:title>
  <dc:subject>PptxGenJS Presentation</dc:subject>
  <dc:creator>CMPT 120</dc:creator>
  <cp:lastModifiedBy>Toby Donaldson</cp:lastModifiedBy>
  <cp:revision>1</cp:revision>
  <dcterms:created xsi:type="dcterms:W3CDTF">2026-03-03T23:09:02Z</dcterms:created>
  <dcterms:modified xsi:type="dcterms:W3CDTF">2026-03-16T17:09:31Z</dcterms:modified>
</cp:coreProperties>
</file>