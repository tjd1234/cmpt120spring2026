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F7EBA6-0811-5145-83B7-750405D212AC}" v="16" dt="2026-03-05T04:38:22.4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6327"/>
  </p:normalViewPr>
  <p:slideViewPr>
    <p:cSldViewPr snapToGrid="0" snapToObjects="1">
      <p:cViewPr varScale="1">
        <p:scale>
          <a:sx n="139" d="100"/>
          <a:sy n="139" d="100"/>
        </p:scale>
        <p:origin x="176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7F9681A8-EEE2-56F4-9B39-ECCBEE0471AC}"/>
    <pc:docChg chg="undo custSel modSld">
      <pc:chgData name="Toby Donaldson" userId="2e6e5431-bb17-4c41-9985-d39c50d83c73" providerId="ADAL" clId="{7F9681A8-EEE2-56F4-9B39-ECCBEE0471AC}" dt="2026-03-05T04:41:39.055" v="769" actId="114"/>
      <pc:docMkLst>
        <pc:docMk/>
      </pc:docMkLst>
      <pc:sldChg chg="modSp mod">
        <pc:chgData name="Toby Donaldson" userId="2e6e5431-bb17-4c41-9985-d39c50d83c73" providerId="ADAL" clId="{7F9681A8-EEE2-56F4-9B39-ECCBEE0471AC}" dt="2026-03-05T04:33:39.577" v="374" actId="20577"/>
        <pc:sldMkLst>
          <pc:docMk/>
          <pc:sldMk cId="0" sldId="257"/>
        </pc:sldMkLst>
        <pc:spChg chg="mod">
          <ac:chgData name="Toby Donaldson" userId="2e6e5431-bb17-4c41-9985-d39c50d83c73" providerId="ADAL" clId="{7F9681A8-EEE2-56F4-9B39-ECCBEE0471AC}" dt="2026-03-05T04:30:19.614" v="204" actId="255"/>
          <ac:spMkLst>
            <pc:docMk/>
            <pc:sldMk cId="0" sldId="257"/>
            <ac:spMk id="7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2T03:18:44.110" v="4" actId="113"/>
          <ac:spMkLst>
            <pc:docMk/>
            <pc:sldMk cId="0" sldId="257"/>
            <ac:spMk id="8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5T04:33:39.577" v="374" actId="20577"/>
          <ac:spMkLst>
            <pc:docMk/>
            <pc:sldMk cId="0" sldId="257"/>
            <ac:spMk id="17" creationId="{00000000-0000-0000-0000-000000000000}"/>
          </ac:spMkLst>
        </pc:spChg>
      </pc:sldChg>
      <pc:sldChg chg="modSp mod">
        <pc:chgData name="Toby Donaldson" userId="2e6e5431-bb17-4c41-9985-d39c50d83c73" providerId="ADAL" clId="{7F9681A8-EEE2-56F4-9B39-ECCBEE0471AC}" dt="2026-03-02T03:18:39.019" v="3" actId="113"/>
        <pc:sldMkLst>
          <pc:docMk/>
          <pc:sldMk cId="0" sldId="258"/>
        </pc:sldMkLst>
        <pc:spChg chg="mod">
          <ac:chgData name="Toby Donaldson" userId="2e6e5431-bb17-4c41-9985-d39c50d83c73" providerId="ADAL" clId="{7F9681A8-EEE2-56F4-9B39-ECCBEE0471AC}" dt="2026-03-02T03:18:39.019" v="3" actId="113"/>
          <ac:spMkLst>
            <pc:docMk/>
            <pc:sldMk cId="0" sldId="258"/>
            <ac:spMk id="7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2T03:18:34.642" v="2" actId="20577"/>
          <ac:spMkLst>
            <pc:docMk/>
            <pc:sldMk cId="0" sldId="258"/>
            <ac:spMk id="9" creationId="{00000000-0000-0000-0000-000000000000}"/>
          </ac:spMkLst>
        </pc:spChg>
      </pc:sldChg>
      <pc:sldChg chg="modSp mod">
        <pc:chgData name="Toby Donaldson" userId="2e6e5431-bb17-4c41-9985-d39c50d83c73" providerId="ADAL" clId="{7F9681A8-EEE2-56F4-9B39-ECCBEE0471AC}" dt="2026-03-02T03:19:30.401" v="11" actId="20577"/>
        <pc:sldMkLst>
          <pc:docMk/>
          <pc:sldMk cId="0" sldId="259"/>
        </pc:sldMkLst>
        <pc:spChg chg="mod">
          <ac:chgData name="Toby Donaldson" userId="2e6e5431-bb17-4c41-9985-d39c50d83c73" providerId="ADAL" clId="{7F9681A8-EEE2-56F4-9B39-ECCBEE0471AC}" dt="2026-03-02T03:19:30.401" v="11" actId="20577"/>
          <ac:spMkLst>
            <pc:docMk/>
            <pc:sldMk cId="0" sldId="259"/>
            <ac:spMk id="8" creationId="{00000000-0000-0000-0000-000000000000}"/>
          </ac:spMkLst>
        </pc:spChg>
      </pc:sldChg>
      <pc:sldChg chg="modSp mod">
        <pc:chgData name="Toby Donaldson" userId="2e6e5431-bb17-4c41-9985-d39c50d83c73" providerId="ADAL" clId="{7F9681A8-EEE2-56F4-9B39-ECCBEE0471AC}" dt="2026-03-03T21:47:47.388" v="201" actId="1076"/>
        <pc:sldMkLst>
          <pc:docMk/>
          <pc:sldMk cId="0" sldId="260"/>
        </pc:sldMkLst>
        <pc:spChg chg="mod">
          <ac:chgData name="Toby Donaldson" userId="2e6e5431-bb17-4c41-9985-d39c50d83c73" providerId="ADAL" clId="{7F9681A8-EEE2-56F4-9B39-ECCBEE0471AC}" dt="2026-03-03T21:47:47.388" v="201" actId="107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2T03:35:09.148" v="41" actId="20577"/>
          <ac:spMkLst>
            <pc:docMk/>
            <pc:sldMk cId="0" sldId="260"/>
            <ac:spMk id="42" creationId="{00000000-0000-0000-0000-000000000000}"/>
          </ac:spMkLst>
        </pc:spChg>
      </pc:sldChg>
      <pc:sldChg chg="addSp delSp modSp mod">
        <pc:chgData name="Toby Donaldson" userId="2e6e5431-bb17-4c41-9985-d39c50d83c73" providerId="ADAL" clId="{7F9681A8-EEE2-56F4-9B39-ECCBEE0471AC}" dt="2026-03-05T04:34:43.941" v="378" actId="255"/>
        <pc:sldMkLst>
          <pc:docMk/>
          <pc:sldMk cId="0" sldId="261"/>
        </pc:sldMkLst>
        <pc:spChg chg="add del mod">
          <ac:chgData name="Toby Donaldson" userId="2e6e5431-bb17-4c41-9985-d39c50d83c73" providerId="ADAL" clId="{7F9681A8-EEE2-56F4-9B39-ECCBEE0471AC}" dt="2026-03-02T03:37:09.928" v="58" actId="21"/>
          <ac:spMkLst>
            <pc:docMk/>
            <pc:sldMk cId="0" sldId="261"/>
            <ac:spMk id="9" creationId="{00000000-0000-0000-0000-000000000000}"/>
          </ac:spMkLst>
        </pc:spChg>
        <pc:spChg chg="add del mod">
          <ac:chgData name="Toby Donaldson" userId="2e6e5431-bb17-4c41-9985-d39c50d83c73" providerId="ADAL" clId="{7F9681A8-EEE2-56F4-9B39-ECCBEE0471AC}" dt="2026-03-02T03:37:09.928" v="58" actId="21"/>
          <ac:spMkLst>
            <pc:docMk/>
            <pc:sldMk cId="0" sldId="261"/>
            <ac:spMk id="13" creationId="{00000000-0000-0000-0000-000000000000}"/>
          </ac:spMkLst>
        </pc:spChg>
        <pc:spChg chg="add del mod">
          <ac:chgData name="Toby Donaldson" userId="2e6e5431-bb17-4c41-9985-d39c50d83c73" providerId="ADAL" clId="{7F9681A8-EEE2-56F4-9B39-ECCBEE0471AC}" dt="2026-03-02T03:37:09.928" v="58" actId="21"/>
          <ac:spMkLst>
            <pc:docMk/>
            <pc:sldMk cId="0" sldId="261"/>
            <ac:spMk id="17" creationId="{00000000-0000-0000-0000-000000000000}"/>
          </ac:spMkLst>
        </pc:spChg>
        <pc:spChg chg="add del mod">
          <ac:chgData name="Toby Donaldson" userId="2e6e5431-bb17-4c41-9985-d39c50d83c73" providerId="ADAL" clId="{7F9681A8-EEE2-56F4-9B39-ECCBEE0471AC}" dt="2026-03-02T03:37:09.928" v="58" actId="21"/>
          <ac:spMkLst>
            <pc:docMk/>
            <pc:sldMk cId="0" sldId="261"/>
            <ac:spMk id="21" creationId="{00000000-0000-0000-0000-000000000000}"/>
          </ac:spMkLst>
        </pc:spChg>
        <pc:spChg chg="add del mod">
          <ac:chgData name="Toby Donaldson" userId="2e6e5431-bb17-4c41-9985-d39c50d83c73" providerId="ADAL" clId="{7F9681A8-EEE2-56F4-9B39-ECCBEE0471AC}" dt="2026-03-02T03:37:09.928" v="58" actId="21"/>
          <ac:spMkLst>
            <pc:docMk/>
            <pc:sldMk cId="0" sldId="261"/>
            <ac:spMk id="25" creationId="{00000000-0000-0000-0000-000000000000}"/>
          </ac:spMkLst>
        </pc:spChg>
        <pc:spChg chg="add del mod">
          <ac:chgData name="Toby Donaldson" userId="2e6e5431-bb17-4c41-9985-d39c50d83c73" providerId="ADAL" clId="{7F9681A8-EEE2-56F4-9B39-ECCBEE0471AC}" dt="2026-03-02T03:37:09.928" v="58" actId="21"/>
          <ac:spMkLst>
            <pc:docMk/>
            <pc:sldMk cId="0" sldId="261"/>
            <ac:spMk id="29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5T04:34:43.941" v="378" actId="255"/>
          <ac:spMkLst>
            <pc:docMk/>
            <pc:sldMk cId="0" sldId="261"/>
            <ac:spMk id="37" creationId="{00000000-0000-0000-0000-000000000000}"/>
          </ac:spMkLst>
        </pc:spChg>
      </pc:sldChg>
      <pc:sldChg chg="addSp delSp modSp mod">
        <pc:chgData name="Toby Donaldson" userId="2e6e5431-bb17-4c41-9985-d39c50d83c73" providerId="ADAL" clId="{7F9681A8-EEE2-56F4-9B39-ECCBEE0471AC}" dt="2026-03-05T04:35:50.729" v="379" actId="20577"/>
        <pc:sldMkLst>
          <pc:docMk/>
          <pc:sldMk cId="0" sldId="264"/>
        </pc:sldMkLst>
        <pc:spChg chg="mod">
          <ac:chgData name="Toby Donaldson" userId="2e6e5431-bb17-4c41-9985-d39c50d83c73" providerId="ADAL" clId="{7F9681A8-EEE2-56F4-9B39-ECCBEE0471AC}" dt="2026-03-05T04:35:50.729" v="379" actId="20577"/>
          <ac:spMkLst>
            <pc:docMk/>
            <pc:sldMk cId="0" sldId="264"/>
            <ac:spMk id="45" creationId="{00000000-0000-0000-0000-000000000000}"/>
          </ac:spMkLst>
        </pc:spChg>
        <pc:spChg chg="add mod">
          <ac:chgData name="Toby Donaldson" userId="2e6e5431-bb17-4c41-9985-d39c50d83c73" providerId="ADAL" clId="{7F9681A8-EEE2-56F4-9B39-ECCBEE0471AC}" dt="2026-03-02T03:37:27.868" v="61"/>
          <ac:spMkLst>
            <pc:docMk/>
            <pc:sldMk cId="0" sldId="264"/>
            <ac:spMk id="48" creationId="{4ADAD0D0-C1DE-B195-7EBD-21A460E5EB69}"/>
          </ac:spMkLst>
        </pc:spChg>
        <pc:spChg chg="add mod">
          <ac:chgData name="Toby Donaldson" userId="2e6e5431-bb17-4c41-9985-d39c50d83c73" providerId="ADAL" clId="{7F9681A8-EEE2-56F4-9B39-ECCBEE0471AC}" dt="2026-03-02T03:37:27.868" v="61"/>
          <ac:spMkLst>
            <pc:docMk/>
            <pc:sldMk cId="0" sldId="264"/>
            <ac:spMk id="49" creationId="{B689CC05-1D7C-8E8C-F1AD-ADB7660E02AA}"/>
          </ac:spMkLst>
        </pc:spChg>
        <pc:spChg chg="add mod">
          <ac:chgData name="Toby Donaldson" userId="2e6e5431-bb17-4c41-9985-d39c50d83c73" providerId="ADAL" clId="{7F9681A8-EEE2-56F4-9B39-ECCBEE0471AC}" dt="2026-03-02T03:37:27.868" v="61"/>
          <ac:spMkLst>
            <pc:docMk/>
            <pc:sldMk cId="0" sldId="264"/>
            <ac:spMk id="50" creationId="{5A930928-6FC3-79A4-71AE-0E1CA4F5FB4D}"/>
          </ac:spMkLst>
        </pc:spChg>
        <pc:spChg chg="add mod">
          <ac:chgData name="Toby Donaldson" userId="2e6e5431-bb17-4c41-9985-d39c50d83c73" providerId="ADAL" clId="{7F9681A8-EEE2-56F4-9B39-ECCBEE0471AC}" dt="2026-03-02T03:37:27.868" v="61"/>
          <ac:spMkLst>
            <pc:docMk/>
            <pc:sldMk cId="0" sldId="264"/>
            <ac:spMk id="51" creationId="{E4FFE9EE-B1AE-3D24-8CE1-BD1E7009386C}"/>
          </ac:spMkLst>
        </pc:spChg>
        <pc:spChg chg="add mod">
          <ac:chgData name="Toby Donaldson" userId="2e6e5431-bb17-4c41-9985-d39c50d83c73" providerId="ADAL" clId="{7F9681A8-EEE2-56F4-9B39-ECCBEE0471AC}" dt="2026-03-02T03:37:27.868" v="61"/>
          <ac:spMkLst>
            <pc:docMk/>
            <pc:sldMk cId="0" sldId="264"/>
            <ac:spMk id="52" creationId="{BAEC3219-6D0C-684F-B9C4-00CECD866D3F}"/>
          </ac:spMkLst>
        </pc:spChg>
        <pc:spChg chg="add mod">
          <ac:chgData name="Toby Donaldson" userId="2e6e5431-bb17-4c41-9985-d39c50d83c73" providerId="ADAL" clId="{7F9681A8-EEE2-56F4-9B39-ECCBEE0471AC}" dt="2026-03-02T03:37:27.868" v="61"/>
          <ac:spMkLst>
            <pc:docMk/>
            <pc:sldMk cId="0" sldId="264"/>
            <ac:spMk id="53" creationId="{FD350AFF-9216-0B49-1DA8-D02D71E5F1A8}"/>
          </ac:spMkLst>
        </pc:spChg>
      </pc:sldChg>
      <pc:sldChg chg="addSp delSp modSp mod">
        <pc:chgData name="Toby Donaldson" userId="2e6e5431-bb17-4c41-9985-d39c50d83c73" providerId="ADAL" clId="{7F9681A8-EEE2-56F4-9B39-ECCBEE0471AC}" dt="2026-03-02T03:40:03.409" v="85" actId="14100"/>
        <pc:sldMkLst>
          <pc:docMk/>
          <pc:sldMk cId="0" sldId="266"/>
        </pc:sldMkLst>
        <pc:spChg chg="mod">
          <ac:chgData name="Toby Donaldson" userId="2e6e5431-bb17-4c41-9985-d39c50d83c73" providerId="ADAL" clId="{7F9681A8-EEE2-56F4-9B39-ECCBEE0471AC}" dt="2026-03-02T03:38:10.234" v="69" actId="1076"/>
          <ac:spMkLst>
            <pc:docMk/>
            <pc:sldMk cId="0" sldId="266"/>
            <ac:spMk id="6" creationId="{00000000-0000-0000-0000-000000000000}"/>
          </ac:spMkLst>
        </pc:spChg>
        <pc:spChg chg="add mod">
          <ac:chgData name="Toby Donaldson" userId="2e6e5431-bb17-4c41-9985-d39c50d83c73" providerId="ADAL" clId="{7F9681A8-EEE2-56F4-9B39-ECCBEE0471AC}" dt="2026-03-02T03:39:16.934" v="78" actId="408"/>
          <ac:spMkLst>
            <pc:docMk/>
            <pc:sldMk cId="0" sldId="266"/>
            <ac:spMk id="46" creationId="{A4D8637E-1B85-E8B1-D42E-17E97FE01936}"/>
          </ac:spMkLst>
        </pc:spChg>
        <pc:spChg chg="add mod">
          <ac:chgData name="Toby Donaldson" userId="2e6e5431-bb17-4c41-9985-d39c50d83c73" providerId="ADAL" clId="{7F9681A8-EEE2-56F4-9B39-ECCBEE0471AC}" dt="2026-03-02T03:39:16.934" v="78" actId="408"/>
          <ac:spMkLst>
            <pc:docMk/>
            <pc:sldMk cId="0" sldId="266"/>
            <ac:spMk id="47" creationId="{AEA88900-268B-E2DF-41E2-25B236D3D180}"/>
          </ac:spMkLst>
        </pc:spChg>
        <pc:spChg chg="add mod">
          <ac:chgData name="Toby Donaldson" userId="2e6e5431-bb17-4c41-9985-d39c50d83c73" providerId="ADAL" clId="{7F9681A8-EEE2-56F4-9B39-ECCBEE0471AC}" dt="2026-03-02T03:39:16.934" v="78" actId="408"/>
          <ac:spMkLst>
            <pc:docMk/>
            <pc:sldMk cId="0" sldId="266"/>
            <ac:spMk id="48" creationId="{2CDFDA64-82D7-5DE7-F6C2-8B781CBE1B14}"/>
          </ac:spMkLst>
        </pc:spChg>
        <pc:spChg chg="add mod">
          <ac:chgData name="Toby Donaldson" userId="2e6e5431-bb17-4c41-9985-d39c50d83c73" providerId="ADAL" clId="{7F9681A8-EEE2-56F4-9B39-ECCBEE0471AC}" dt="2026-03-02T03:39:16.934" v="78" actId="408"/>
          <ac:spMkLst>
            <pc:docMk/>
            <pc:sldMk cId="0" sldId="266"/>
            <ac:spMk id="49" creationId="{75B94D7C-32A2-3C4B-E941-2D02A6190EFB}"/>
          </ac:spMkLst>
        </pc:spChg>
        <pc:spChg chg="add mod">
          <ac:chgData name="Toby Donaldson" userId="2e6e5431-bb17-4c41-9985-d39c50d83c73" providerId="ADAL" clId="{7F9681A8-EEE2-56F4-9B39-ECCBEE0471AC}" dt="2026-03-02T03:39:16.934" v="78" actId="408"/>
          <ac:spMkLst>
            <pc:docMk/>
            <pc:sldMk cId="0" sldId="266"/>
            <ac:spMk id="50" creationId="{4E152C42-CE15-536B-C3B1-3791ECF384CF}"/>
          </ac:spMkLst>
        </pc:spChg>
        <pc:spChg chg="add mod">
          <ac:chgData name="Toby Donaldson" userId="2e6e5431-bb17-4c41-9985-d39c50d83c73" providerId="ADAL" clId="{7F9681A8-EEE2-56F4-9B39-ECCBEE0471AC}" dt="2026-03-02T03:39:16.934" v="78" actId="408"/>
          <ac:spMkLst>
            <pc:docMk/>
            <pc:sldMk cId="0" sldId="266"/>
            <ac:spMk id="51" creationId="{A1C8863D-2794-96C3-C50C-9E9674D75026}"/>
          </ac:spMkLst>
        </pc:spChg>
        <pc:spChg chg="add mod">
          <ac:chgData name="Toby Donaldson" userId="2e6e5431-bb17-4c41-9985-d39c50d83c73" providerId="ADAL" clId="{7F9681A8-EEE2-56F4-9B39-ECCBEE0471AC}" dt="2026-03-02T03:40:03.409" v="85" actId="14100"/>
          <ac:spMkLst>
            <pc:docMk/>
            <pc:sldMk cId="0" sldId="266"/>
            <ac:spMk id="52" creationId="{D45689E5-718B-5D06-772B-B76734115BED}"/>
          </ac:spMkLst>
        </pc:spChg>
      </pc:sldChg>
      <pc:sldChg chg="addSp modSp mod">
        <pc:chgData name="Toby Donaldson" userId="2e6e5431-bb17-4c41-9985-d39c50d83c73" providerId="ADAL" clId="{7F9681A8-EEE2-56F4-9B39-ECCBEE0471AC}" dt="2026-03-03T21:50:40.215" v="202" actId="207"/>
        <pc:sldMkLst>
          <pc:docMk/>
          <pc:sldMk cId="0" sldId="267"/>
        </pc:sldMkLst>
        <pc:spChg chg="mod">
          <ac:chgData name="Toby Donaldson" userId="2e6e5431-bb17-4c41-9985-d39c50d83c73" providerId="ADAL" clId="{7F9681A8-EEE2-56F4-9B39-ECCBEE0471AC}" dt="2026-03-02T03:41:03.092" v="119" actId="14100"/>
          <ac:spMkLst>
            <pc:docMk/>
            <pc:sldMk cId="0" sldId="267"/>
            <ac:spMk id="5" creationId="{00000000-0000-0000-0000-000000000000}"/>
          </ac:spMkLst>
        </pc:spChg>
        <pc:spChg chg="add mod">
          <ac:chgData name="Toby Donaldson" userId="2e6e5431-bb17-4c41-9985-d39c50d83c73" providerId="ADAL" clId="{7F9681A8-EEE2-56F4-9B39-ECCBEE0471AC}" dt="2026-03-03T21:50:40.215" v="202" actId="207"/>
          <ac:spMkLst>
            <pc:docMk/>
            <pc:sldMk cId="0" sldId="267"/>
            <ac:spMk id="22" creationId="{C88E8E42-C1E9-7138-6E39-2D311F136CC9}"/>
          </ac:spMkLst>
        </pc:spChg>
      </pc:sldChg>
      <pc:sldChg chg="addSp modSp mod">
        <pc:chgData name="Toby Donaldson" userId="2e6e5431-bb17-4c41-9985-d39c50d83c73" providerId="ADAL" clId="{7F9681A8-EEE2-56F4-9B39-ECCBEE0471AC}" dt="2026-03-05T04:36:55.427" v="385" actId="1076"/>
        <pc:sldMkLst>
          <pc:docMk/>
          <pc:sldMk cId="0" sldId="269"/>
        </pc:sldMkLst>
        <pc:spChg chg="mod">
          <ac:chgData name="Toby Donaldson" userId="2e6e5431-bb17-4c41-9985-d39c50d83c73" providerId="ADAL" clId="{7F9681A8-EEE2-56F4-9B39-ECCBEE0471AC}" dt="2026-03-05T04:36:43.975" v="384" actId="14100"/>
          <ac:spMkLst>
            <pc:docMk/>
            <pc:sldMk cId="0" sldId="269"/>
            <ac:spMk id="14" creationId="{00000000-0000-0000-0000-000000000000}"/>
          </ac:spMkLst>
        </pc:spChg>
        <pc:spChg chg="add mod">
          <ac:chgData name="Toby Donaldson" userId="2e6e5431-bb17-4c41-9985-d39c50d83c73" providerId="ADAL" clId="{7F9681A8-EEE2-56F4-9B39-ECCBEE0471AC}" dt="2026-03-05T04:36:55.427" v="385" actId="1076"/>
          <ac:spMkLst>
            <pc:docMk/>
            <pc:sldMk cId="0" sldId="269"/>
            <ac:spMk id="16" creationId="{630D2BAB-B63E-416E-289A-CA5C5300D2E5}"/>
          </ac:spMkLst>
        </pc:spChg>
        <pc:spChg chg="add mod">
          <ac:chgData name="Toby Donaldson" userId="2e6e5431-bb17-4c41-9985-d39c50d83c73" providerId="ADAL" clId="{7F9681A8-EEE2-56F4-9B39-ECCBEE0471AC}" dt="2026-03-05T04:36:55.427" v="385" actId="1076"/>
          <ac:spMkLst>
            <pc:docMk/>
            <pc:sldMk cId="0" sldId="269"/>
            <ac:spMk id="17" creationId="{8AF5FBA3-4AAE-6AA2-7148-98698B552FC5}"/>
          </ac:spMkLst>
        </pc:spChg>
        <pc:spChg chg="add mod">
          <ac:chgData name="Toby Donaldson" userId="2e6e5431-bb17-4c41-9985-d39c50d83c73" providerId="ADAL" clId="{7F9681A8-EEE2-56F4-9B39-ECCBEE0471AC}" dt="2026-03-05T04:36:55.427" v="385" actId="1076"/>
          <ac:spMkLst>
            <pc:docMk/>
            <pc:sldMk cId="0" sldId="269"/>
            <ac:spMk id="18" creationId="{F33D44CD-57F2-7E61-3489-F1FA77E98B2E}"/>
          </ac:spMkLst>
        </pc:spChg>
        <pc:cxnChg chg="add mod">
          <ac:chgData name="Toby Donaldson" userId="2e6e5431-bb17-4c41-9985-d39c50d83c73" providerId="ADAL" clId="{7F9681A8-EEE2-56F4-9B39-ECCBEE0471AC}" dt="2026-03-05T04:36:55.427" v="385" actId="1076"/>
          <ac:cxnSpMkLst>
            <pc:docMk/>
            <pc:sldMk cId="0" sldId="269"/>
            <ac:cxnSpMk id="20" creationId="{2DE342E0-72B4-12F6-E71B-097CADDF55D4}"/>
          </ac:cxnSpMkLst>
        </pc:cxnChg>
        <pc:cxnChg chg="add mod">
          <ac:chgData name="Toby Donaldson" userId="2e6e5431-bb17-4c41-9985-d39c50d83c73" providerId="ADAL" clId="{7F9681A8-EEE2-56F4-9B39-ECCBEE0471AC}" dt="2026-03-05T04:36:55.427" v="385" actId="1076"/>
          <ac:cxnSpMkLst>
            <pc:docMk/>
            <pc:sldMk cId="0" sldId="269"/>
            <ac:cxnSpMk id="21" creationId="{B13CCFE8-6F7F-CAF4-216C-EA8901E107D9}"/>
          </ac:cxnSpMkLst>
        </pc:cxnChg>
      </pc:sldChg>
      <pc:sldChg chg="modSp mod">
        <pc:chgData name="Toby Donaldson" userId="2e6e5431-bb17-4c41-9985-d39c50d83c73" providerId="ADAL" clId="{7F9681A8-EEE2-56F4-9B39-ECCBEE0471AC}" dt="2026-03-05T04:37:12.795" v="387" actId="122"/>
        <pc:sldMkLst>
          <pc:docMk/>
          <pc:sldMk cId="0" sldId="271"/>
        </pc:sldMkLst>
        <pc:spChg chg="mod">
          <ac:chgData name="Toby Donaldson" userId="2e6e5431-bb17-4c41-9985-d39c50d83c73" providerId="ADAL" clId="{7F9681A8-EEE2-56F4-9B39-ECCBEE0471AC}" dt="2026-03-05T04:37:12.795" v="387" actId="122"/>
          <ac:spMkLst>
            <pc:docMk/>
            <pc:sldMk cId="0" sldId="271"/>
            <ac:spMk id="14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2T03:23:48.853" v="26" actId="1076"/>
          <ac:spMkLst>
            <pc:docMk/>
            <pc:sldMk cId="0" sldId="271"/>
            <ac:spMk id="54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2T03:23:48.853" v="26" actId="1076"/>
          <ac:spMkLst>
            <pc:docMk/>
            <pc:sldMk cId="0" sldId="271"/>
            <ac:spMk id="55" creationId="{00000000-0000-0000-0000-000000000000}"/>
          </ac:spMkLst>
        </pc:spChg>
      </pc:sldChg>
      <pc:sldChg chg="modSp mod">
        <pc:chgData name="Toby Donaldson" userId="2e6e5431-bb17-4c41-9985-d39c50d83c73" providerId="ADAL" clId="{7F9681A8-EEE2-56F4-9B39-ECCBEE0471AC}" dt="2026-03-02T03:24:05.967" v="27" actId="1076"/>
        <pc:sldMkLst>
          <pc:docMk/>
          <pc:sldMk cId="0" sldId="272"/>
        </pc:sldMkLst>
        <pc:spChg chg="mod">
          <ac:chgData name="Toby Donaldson" userId="2e6e5431-bb17-4c41-9985-d39c50d83c73" providerId="ADAL" clId="{7F9681A8-EEE2-56F4-9B39-ECCBEE0471AC}" dt="2026-03-02T03:24:05.967" v="27" actId="1076"/>
          <ac:spMkLst>
            <pc:docMk/>
            <pc:sldMk cId="0" sldId="272"/>
            <ac:spMk id="5" creationId="{00000000-0000-0000-0000-000000000000}"/>
          </ac:spMkLst>
        </pc:spChg>
      </pc:sldChg>
      <pc:sldChg chg="addSp modSp mod">
        <pc:chgData name="Toby Donaldson" userId="2e6e5431-bb17-4c41-9985-d39c50d83c73" providerId="ADAL" clId="{7F9681A8-EEE2-56F4-9B39-ECCBEE0471AC}" dt="2026-03-05T04:41:39.055" v="769" actId="114"/>
        <pc:sldMkLst>
          <pc:docMk/>
          <pc:sldMk cId="0" sldId="273"/>
        </pc:sldMkLst>
        <pc:spChg chg="add mod">
          <ac:chgData name="Toby Donaldson" userId="2e6e5431-bb17-4c41-9985-d39c50d83c73" providerId="ADAL" clId="{7F9681A8-EEE2-56F4-9B39-ECCBEE0471AC}" dt="2026-03-05T04:41:39.055" v="769" actId="114"/>
          <ac:spMkLst>
            <pc:docMk/>
            <pc:sldMk cId="0" sldId="273"/>
            <ac:spMk id="23" creationId="{22B2F2A7-C05A-C38A-D39B-FB42CB89FD3A}"/>
          </ac:spMkLst>
        </pc:spChg>
      </pc:sldChg>
      <pc:sldChg chg="addSp delSp modSp mod">
        <pc:chgData name="Toby Donaldson" userId="2e6e5431-bb17-4c41-9985-d39c50d83c73" providerId="ADAL" clId="{7F9681A8-EEE2-56F4-9B39-ECCBEE0471AC}" dt="2026-03-02T03:44:42.635" v="199" actId="20577"/>
        <pc:sldMkLst>
          <pc:docMk/>
          <pc:sldMk cId="0" sldId="275"/>
        </pc:sldMkLst>
        <pc:spChg chg="mod">
          <ac:chgData name="Toby Donaldson" userId="2e6e5431-bb17-4c41-9985-d39c50d83c73" providerId="ADAL" clId="{7F9681A8-EEE2-56F4-9B39-ECCBEE0471AC}" dt="2026-03-02T03:44:06.562" v="151" actId="1076"/>
          <ac:spMkLst>
            <pc:docMk/>
            <pc:sldMk cId="0" sldId="275"/>
            <ac:spMk id="6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2T03:44:06.562" v="151" actId="1076"/>
          <ac:spMkLst>
            <pc:docMk/>
            <pc:sldMk cId="0" sldId="275"/>
            <ac:spMk id="7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2T03:44:06.562" v="151" actId="1076"/>
          <ac:spMkLst>
            <pc:docMk/>
            <pc:sldMk cId="0" sldId="275"/>
            <ac:spMk id="8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2T03:44:06.562" v="151" actId="1076"/>
          <ac:spMkLst>
            <pc:docMk/>
            <pc:sldMk cId="0" sldId="275"/>
            <ac:spMk id="12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2T03:44:06.562" v="151" actId="1076"/>
          <ac:spMkLst>
            <pc:docMk/>
            <pc:sldMk cId="0" sldId="275"/>
            <ac:spMk id="13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2T03:44:06.562" v="151" actId="1076"/>
          <ac:spMkLst>
            <pc:docMk/>
            <pc:sldMk cId="0" sldId="275"/>
            <ac:spMk id="15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2T03:44:06.562" v="151" actId="1076"/>
          <ac:spMkLst>
            <pc:docMk/>
            <pc:sldMk cId="0" sldId="275"/>
            <ac:spMk id="18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2T03:44:06.562" v="151" actId="1076"/>
          <ac:spMkLst>
            <pc:docMk/>
            <pc:sldMk cId="0" sldId="275"/>
            <ac:spMk id="19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2T03:44:06.562" v="151" actId="1076"/>
          <ac:spMkLst>
            <pc:docMk/>
            <pc:sldMk cId="0" sldId="275"/>
            <ac:spMk id="20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2T03:44:06.562" v="151" actId="1076"/>
          <ac:spMkLst>
            <pc:docMk/>
            <pc:sldMk cId="0" sldId="275"/>
            <ac:spMk id="23" creationId="{00000000-0000-0000-0000-000000000000}"/>
          </ac:spMkLst>
        </pc:spChg>
        <pc:spChg chg="add mod">
          <ac:chgData name="Toby Donaldson" userId="2e6e5431-bb17-4c41-9985-d39c50d83c73" providerId="ADAL" clId="{7F9681A8-EEE2-56F4-9B39-ECCBEE0471AC}" dt="2026-03-02T03:44:22.348" v="156" actId="1076"/>
          <ac:spMkLst>
            <pc:docMk/>
            <pc:sldMk cId="0" sldId="275"/>
            <ac:spMk id="25" creationId="{2CDC6BB0-4608-6A41-4DE3-039D238509DE}"/>
          </ac:spMkLst>
        </pc:spChg>
        <pc:spChg chg="add mod">
          <ac:chgData name="Toby Donaldson" userId="2e6e5431-bb17-4c41-9985-d39c50d83c73" providerId="ADAL" clId="{7F9681A8-EEE2-56F4-9B39-ECCBEE0471AC}" dt="2026-03-02T03:44:24.519" v="158" actId="20577"/>
          <ac:spMkLst>
            <pc:docMk/>
            <pc:sldMk cId="0" sldId="275"/>
            <ac:spMk id="26" creationId="{49A9B6A8-EB97-7967-8510-C443F55C6CB7}"/>
          </ac:spMkLst>
        </pc:spChg>
        <pc:spChg chg="add mod">
          <ac:chgData name="Toby Donaldson" userId="2e6e5431-bb17-4c41-9985-d39c50d83c73" providerId="ADAL" clId="{7F9681A8-EEE2-56F4-9B39-ECCBEE0471AC}" dt="2026-03-02T03:44:42.635" v="199" actId="20577"/>
          <ac:spMkLst>
            <pc:docMk/>
            <pc:sldMk cId="0" sldId="275"/>
            <ac:spMk id="27" creationId="{3A942602-E258-D78B-487A-6CC3DB0AF3E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9495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03420"/>
            <a:ext cx="9144000" cy="640080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4503420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321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Chapter 8: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Strings, Slices &amp; Files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33375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CMPT 120  ·  Spring 2026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822192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is everywhere — let's learn how to work with it!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21792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Strings Are Everywhere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2743200" cy="3246120"/>
          </a:xfrm>
          <a:prstGeom prst="rect">
            <a:avLst/>
          </a:prstGeom>
          <a:solidFill>
            <a:srgbClr val="F0F6FF"/>
          </a:solidFill>
          <a:ln w="19050">
            <a:solidFill>
              <a:srgbClr val="BDD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2743200" cy="493776"/>
          </a:xfrm>
          <a:prstGeom prst="rect">
            <a:avLst/>
          </a:prstGeom>
          <a:solidFill>
            <a:srgbClr val="234D7A"/>
          </a:solidFill>
          <a:ln w="12700">
            <a:solidFill>
              <a:srgbClr val="234D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804672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🌐  Web Pages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399032"/>
            <a:ext cx="246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webpage is a big string of HTML.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r>
              <a:rPr lang="en-US" sz="13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press Ctrl+U in Chrome to see it!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200400" y="804672"/>
            <a:ext cx="2743200" cy="3246120"/>
          </a:xfrm>
          <a:prstGeom prst="rect">
            <a:avLst/>
          </a:prstGeom>
          <a:solidFill>
            <a:srgbClr val="F0F6FF"/>
          </a:solidFill>
          <a:ln w="19050">
            <a:solidFill>
              <a:srgbClr val="BDD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0" y="804672"/>
            <a:ext cx="2743200" cy="493776"/>
          </a:xfrm>
          <a:prstGeom prst="rect">
            <a:avLst/>
          </a:prstGeom>
          <a:solidFill>
            <a:srgbClr val="234D7A"/>
          </a:solidFill>
          <a:ln w="12700">
            <a:solidFill>
              <a:srgbClr val="234D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91840" y="804672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📄  Text Files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37560" y="1399032"/>
            <a:ext cx="246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.py, .txt, and .csv files are just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stored on disk.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26480" y="804672"/>
            <a:ext cx="2743200" cy="3246120"/>
          </a:xfrm>
          <a:prstGeom prst="rect">
            <a:avLst/>
          </a:prstGeom>
          <a:solidFill>
            <a:srgbClr val="F0F6FF"/>
          </a:solidFill>
          <a:ln w="19050">
            <a:solidFill>
              <a:srgbClr val="BDD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26480" y="804672"/>
            <a:ext cx="2743200" cy="493776"/>
          </a:xfrm>
          <a:prstGeom prst="rect">
            <a:avLst/>
          </a:prstGeom>
          <a:solidFill>
            <a:srgbClr val="234D7A"/>
          </a:solidFill>
          <a:ln w="12700">
            <a:solidFill>
              <a:srgbClr val="234D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17920" y="804672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⌨️  User Input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63640" y="1399032"/>
            <a:ext cx="246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user types in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arrives as a string in Python.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65760" y="42062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string is a sequence of characters — letters, digits, spaces, symbols, and more. Order matters.</a:t>
            </a:r>
            <a:b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</a:t>
            </a:r>
            <a:r>
              <a:rPr lang="en-US" sz="1400" b="1" dirty="0" err="1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Unicde.org</a:t>
            </a: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lists of all characters --- nearly 160,000 characters currently!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21792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 String?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749808"/>
          </a:xfrm>
          <a:prstGeom prst="rect">
            <a:avLst/>
          </a:prstGeom>
          <a:solidFill>
            <a:srgbClr val="E8F0FE"/>
          </a:solidFill>
          <a:ln w="254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string is a sequence of 0 or more characters, in a specific order.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write a </a:t>
            </a:r>
            <a:r>
              <a:rPr lang="en-US" sz="14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literal </a:t>
            </a: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Python: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057400"/>
            <a:ext cx="8412480" cy="1920240"/>
          </a:xfrm>
          <a:prstGeom prst="rect">
            <a:avLst/>
          </a:prstGeom>
          <a:solidFill>
            <a:srgbClr val="EEF2F7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2167128"/>
            <a:ext cx="813816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'Hello, world!'              # single quotes — most common</a:t>
            </a:r>
            <a:endParaRPr lang="en-US" sz="1250" dirty="0"/>
          </a:p>
          <a:p>
            <a:pPr marL="0" indent="0">
              <a:buNone/>
            </a:pPr>
            <a:endParaRPr lang="en-US" sz="1250" dirty="0">
              <a:solidFill>
                <a:srgbClr val="1A202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"Hello, world!"              # double quotes — also fine</a:t>
            </a:r>
            <a:endParaRPr lang="en-US" sz="1250" dirty="0"/>
          </a:p>
          <a:p>
            <a:pPr marL="0" indent="0">
              <a:buNone/>
            </a:pPr>
            <a:endParaRPr lang="en-US" sz="1250" dirty="0">
              <a:solidFill>
                <a:srgbClr val="1A202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"""Hello,                    # triple double quotes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world!"""                 # can span multiple lines!</a:t>
            </a:r>
            <a:endParaRPr lang="en-US" sz="1250" dirty="0"/>
          </a:p>
          <a:p>
            <a:pPr marL="0" indent="0">
              <a:buNone/>
            </a:pPr>
            <a:endParaRPr lang="en-US" sz="1250" dirty="0">
              <a:solidFill>
                <a:srgbClr val="1A202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'''Hello, world!'''          # triple single quotes — same idea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65760" y="41148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triple quotes when your string spans multiple lines or contains both ' and ".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💻  Try It!  —  chapter8_lecture.ipynb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Run: the  intro = """..."""  cell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52144"/>
            <a:ext cx="8229600" cy="1719072"/>
          </a:xfrm>
          <a:prstGeom prst="rect">
            <a:avLst/>
          </a:prstGeom>
          <a:solidFill>
            <a:srgbClr val="EEF2F7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261872"/>
            <a:ext cx="795528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intro = """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Triple-quote strings can contain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"-quotes and '-quotes, and can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also span multiple lines.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print(intro)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298094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346704"/>
            <a:ext cx="82296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string contains both single and double quotes — no escaping needed!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notice the blank line at the end: the \n before the closing """ is part of the string.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Triple-quote strings are perfect for docstrings and long text.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21792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Escape Characters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characters need a special way to be written inside a string literal: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225296"/>
            <a:ext cx="1371600" cy="420624"/>
          </a:xfrm>
          <a:prstGeom prst="rect">
            <a:avLst/>
          </a:prstGeom>
          <a:solidFill>
            <a:srgbClr val="1B3A5C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225296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Escape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37360" y="1225296"/>
            <a:ext cx="2377440" cy="420624"/>
          </a:xfrm>
          <a:prstGeom prst="rect">
            <a:avLst/>
          </a:prstGeom>
          <a:solidFill>
            <a:srgbClr val="1B3A5C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828800" y="12252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0" y="1225296"/>
            <a:ext cx="3657600" cy="420624"/>
          </a:xfrm>
          <a:prstGeom prst="rect">
            <a:avLst/>
          </a:prstGeom>
          <a:solidFill>
            <a:srgbClr val="1B3A5C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06240" y="1225296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45920"/>
            <a:ext cx="13716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164592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737360" y="1645920"/>
            <a:ext cx="23774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828800" y="164592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Newline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114800" y="1645920"/>
            <a:ext cx="36576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206240" y="164592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'Line 1\nLine 2'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5760" y="2066544"/>
            <a:ext cx="1371600" cy="420624"/>
          </a:xfrm>
          <a:prstGeom prst="rect">
            <a:avLst/>
          </a:prstGeom>
          <a:solidFill>
            <a:srgbClr val="EEF2F7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2066544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737360" y="2066544"/>
            <a:ext cx="2377440" cy="420624"/>
          </a:xfrm>
          <a:prstGeom prst="rect">
            <a:avLst/>
          </a:prstGeom>
          <a:solidFill>
            <a:srgbClr val="EEF2F7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828800" y="206654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(indent)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114800" y="2066544"/>
            <a:ext cx="3657600" cy="420624"/>
          </a:xfrm>
          <a:prstGeom prst="rect">
            <a:avLst/>
          </a:prstGeom>
          <a:solidFill>
            <a:srgbClr val="EEF2F7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206240" y="2066544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'Name:\tAlice'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65760" y="2487168"/>
            <a:ext cx="13716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248716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\\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737360" y="2487168"/>
            <a:ext cx="23774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828800" y="248716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Backslash ( \ 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114800" y="2487168"/>
            <a:ext cx="36576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206240" y="248716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'C:\\Users\\Alice'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65760" y="2907792"/>
            <a:ext cx="1371600" cy="420624"/>
          </a:xfrm>
          <a:prstGeom prst="rect">
            <a:avLst/>
          </a:prstGeom>
          <a:solidFill>
            <a:srgbClr val="EEF2F7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7200" y="290779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\'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737360" y="2907792"/>
            <a:ext cx="2377440" cy="420624"/>
          </a:xfrm>
          <a:prstGeom prst="rect">
            <a:avLst/>
          </a:prstGeom>
          <a:solidFill>
            <a:srgbClr val="EEF2F7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828800" y="290779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quote ( ' )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114800" y="2907792"/>
            <a:ext cx="3657600" cy="420624"/>
          </a:xfrm>
          <a:prstGeom prst="rect">
            <a:avLst/>
          </a:prstGeom>
          <a:solidFill>
            <a:srgbClr val="EEF2F7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206240" y="2907792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'it\'s fun'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365760" y="3328416"/>
            <a:ext cx="13716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57200" y="3328416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\"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1737360" y="3328416"/>
            <a:ext cx="23774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828800" y="332841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quote ( " )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114800" y="3328416"/>
            <a:ext cx="36576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206240" y="3328416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"she said \"hi\""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365760" y="413308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though \n is written as two characters, it represents just one character in the string.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21792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String Indexing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s[i] to get the character at position i. Positions (indices) start at 0: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261872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865376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261872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60120" y="1865376"/>
            <a:ext cx="566928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0120" y="1865376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563624" y="1261872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563624" y="1865376"/>
            <a:ext cx="566928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63624" y="1865376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2167128" y="1261872"/>
            <a:ext cx="566928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167128" y="1865376"/>
            <a:ext cx="566928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167128" y="1865376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2770632" y="1261872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770632" y="1865376"/>
            <a:ext cx="566928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70632" y="1865376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3374136" y="1261872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374136" y="1865376"/>
            <a:ext cx="566928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374136" y="1865376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3977640" y="1261872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977640" y="1865376"/>
            <a:ext cx="566928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977640" y="1865376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4892040" y="12344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9C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 = 'banana'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92040" y="166420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fruit[0]</a:t>
            </a:r>
            <a:r>
              <a:rPr lang="en-US" sz="13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'b'   ← first!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4892040" y="202996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fruit[1]</a:t>
            </a:r>
            <a:r>
              <a:rPr lang="en-US" sz="13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'a'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4892040" y="239572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fruit[5]</a:t>
            </a:r>
            <a:r>
              <a:rPr lang="en-US" sz="13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'a'   ← last!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365760" y="3017520"/>
            <a:ext cx="8412480" cy="640080"/>
          </a:xfrm>
          <a:prstGeom prst="rect">
            <a:avLst/>
          </a:prstGeom>
          <a:solidFill>
            <a:srgbClr val="FEF3C7"/>
          </a:solidFill>
          <a:ln w="254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0292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⚠️  Indexing starts at 0, not 1!  fruit[0] is the first character.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365760" y="37947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string of length n, valid indices are: 0, 1, 2, …, n−1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💻  Try It!  —  chapter8_lecture.ipynb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Run: the fruit indexing cells  (look for  print(fruit[0]), print(fruit[1]), …)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52144"/>
            <a:ext cx="8229600" cy="1719072"/>
          </a:xfrm>
          <a:prstGeom prst="rect">
            <a:avLst/>
          </a:prstGeom>
          <a:solidFill>
            <a:srgbClr val="EEF2F7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261872"/>
            <a:ext cx="795528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 = 'banana'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print(fruit[0])   # b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print(fruit[1])   # 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print(fruit[2])   # 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print(fruit[3])   # 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print(fruit[4])   # 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print(fruit[5])   # 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298094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346704"/>
            <a:ext cx="82296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fruit[0] is 'b', the first character — not fruit[1]!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character of a 6-letter string is at index 5 (= length − 1).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changing 'banana' to your own name and see what each index gives you.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21792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 Out: IndexError!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4069080" cy="347472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This crashes: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152144"/>
            <a:ext cx="4069080" cy="822960"/>
          </a:xfrm>
          <a:prstGeom prst="rect">
            <a:avLst/>
          </a:prstGeom>
          <a:solidFill>
            <a:srgbClr val="EEF2F7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261872"/>
            <a:ext cx="3794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 = 'banana'   # length 6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print(fruit[6])    # IndexError!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print(fruit[-7])   # IndexError!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066544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index out of range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777240"/>
            <a:ext cx="4069080" cy="347472"/>
          </a:xfrm>
          <a:prstGeom prst="rect">
            <a:avLst/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00600" y="7772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Use len() to be safe: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1152144"/>
            <a:ext cx="4069080" cy="914400"/>
          </a:xfrm>
          <a:prstGeom prst="rect">
            <a:avLst/>
          </a:prstGeom>
          <a:solidFill>
            <a:srgbClr val="EEF2F7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1261872"/>
            <a:ext cx="3794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 = 'banana'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len(fruit)     # n = 6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print(fruit[n-1])  # fruit[5] = 'a'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# the last character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709160" y="2157984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len(s) returns the number of characters in string 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651760"/>
            <a:ext cx="8412480" cy="621792"/>
          </a:xfrm>
          <a:prstGeom prst="rect">
            <a:avLst/>
          </a:prstGeom>
          <a:solidFill>
            <a:srgbClr val="E8F0FE"/>
          </a:solidFill>
          <a:ln w="254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65176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Rule: for a string of length n, valid positive indices are  0 to n−1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5760" y="34015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Trying to use index n (or anything outside range) causes IndexError.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21792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Negative Indexing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lets you count from the end of a string using negative indices: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576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576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576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1234440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60120" y="1783080"/>
            <a:ext cx="566928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60120" y="1783080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60120" y="2331720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-6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63624" y="1234440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563624" y="1783080"/>
            <a:ext cx="566928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563624" y="1783080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563624" y="2331720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167128" y="1234440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167128" y="1783080"/>
            <a:ext cx="566928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167128" y="1783080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167128" y="2331720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770632" y="1234440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770632" y="1783080"/>
            <a:ext cx="566928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70632" y="1783080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2770632" y="2331720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-3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374136" y="1234440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374136" y="1783080"/>
            <a:ext cx="566928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374136" y="1783080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3374136" y="2331720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-2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977640" y="1783080"/>
            <a:ext cx="566928" cy="512064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977640" y="1783080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3977640" y="2331720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-1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365760" y="30632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fruit[-1]</a:t>
            </a: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always the last character,   </a:t>
            </a:r>
            <a:r>
              <a:rPr lang="en-US" sz="1400" b="1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fruit[-2]</a:t>
            </a: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second-to-last   … and so on!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365760" y="3566160"/>
            <a:ext cx="8412480" cy="1051560"/>
          </a:xfrm>
          <a:prstGeom prst="rect">
            <a:avLst/>
          </a:prstGeom>
          <a:solidFill>
            <a:srgbClr val="EEF2F7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02920" y="3675888"/>
            <a:ext cx="81381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 = 'banana'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print(fruit[-1])   # a  ← last character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print(fruit[-2])   # n  ← second to last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print(fruit[-6])   # b  ← same as fruit[0]</a:t>
            </a:r>
            <a:endParaRPr lang="en-US" sz="1200" dirty="0"/>
          </a:p>
        </p:txBody>
      </p:sp>
      <p:sp>
        <p:nvSpPr>
          <p:cNvPr id="48" name="Text 7">
            <a:extLst>
              <a:ext uri="{FF2B5EF4-FFF2-40B4-BE49-F238E27FC236}">
                <a16:creationId xmlns:a16="http://schemas.microsoft.com/office/drawing/2014/main" id="{4ADAD0D0-C1DE-B195-7EBD-21A460E5EB69}"/>
              </a:ext>
            </a:extLst>
          </p:cNvPr>
          <p:cNvSpPr/>
          <p:nvPr/>
        </p:nvSpPr>
        <p:spPr>
          <a:xfrm>
            <a:off x="960120" y="1261872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1400" dirty="0"/>
          </a:p>
        </p:txBody>
      </p:sp>
      <p:sp>
        <p:nvSpPr>
          <p:cNvPr id="49" name="Text 11">
            <a:extLst>
              <a:ext uri="{FF2B5EF4-FFF2-40B4-BE49-F238E27FC236}">
                <a16:creationId xmlns:a16="http://schemas.microsoft.com/office/drawing/2014/main" id="{B689CC05-1D7C-8E8C-F1AD-ADB7660E02AA}"/>
              </a:ext>
            </a:extLst>
          </p:cNvPr>
          <p:cNvSpPr/>
          <p:nvPr/>
        </p:nvSpPr>
        <p:spPr>
          <a:xfrm>
            <a:off x="1563624" y="1261872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50" name="Text 15">
            <a:extLst>
              <a:ext uri="{FF2B5EF4-FFF2-40B4-BE49-F238E27FC236}">
                <a16:creationId xmlns:a16="http://schemas.microsoft.com/office/drawing/2014/main" id="{5A930928-6FC3-79A4-71AE-0E1CA4F5FB4D}"/>
              </a:ext>
            </a:extLst>
          </p:cNvPr>
          <p:cNvSpPr/>
          <p:nvPr/>
        </p:nvSpPr>
        <p:spPr>
          <a:xfrm>
            <a:off x="2167128" y="1261872"/>
            <a:ext cx="566928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51" name="Text 19">
            <a:extLst>
              <a:ext uri="{FF2B5EF4-FFF2-40B4-BE49-F238E27FC236}">
                <a16:creationId xmlns:a16="http://schemas.microsoft.com/office/drawing/2014/main" id="{E4FFE9EE-B1AE-3D24-8CE1-BD1E7009386C}"/>
              </a:ext>
            </a:extLst>
          </p:cNvPr>
          <p:cNvSpPr/>
          <p:nvPr/>
        </p:nvSpPr>
        <p:spPr>
          <a:xfrm>
            <a:off x="2770632" y="1261872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52" name="Text 23">
            <a:extLst>
              <a:ext uri="{FF2B5EF4-FFF2-40B4-BE49-F238E27FC236}">
                <a16:creationId xmlns:a16="http://schemas.microsoft.com/office/drawing/2014/main" id="{BAEC3219-6D0C-684F-B9C4-00CECD866D3F}"/>
              </a:ext>
            </a:extLst>
          </p:cNvPr>
          <p:cNvSpPr/>
          <p:nvPr/>
        </p:nvSpPr>
        <p:spPr>
          <a:xfrm>
            <a:off x="3374136" y="1261872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53" name="Text 27">
            <a:extLst>
              <a:ext uri="{FF2B5EF4-FFF2-40B4-BE49-F238E27FC236}">
                <a16:creationId xmlns:a16="http://schemas.microsoft.com/office/drawing/2014/main" id="{FD350AFF-9216-0B49-1DA8-D02D71E5F1A8}"/>
              </a:ext>
            </a:extLst>
          </p:cNvPr>
          <p:cNvSpPr/>
          <p:nvPr/>
        </p:nvSpPr>
        <p:spPr>
          <a:xfrm>
            <a:off x="3977640" y="1261872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💻  Try It!  —  chapter8_lecture.ipynb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Run: the  print(fruit[-1])  cells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52144"/>
            <a:ext cx="8229600" cy="1719072"/>
          </a:xfrm>
          <a:prstGeom prst="rect">
            <a:avLst/>
          </a:prstGeom>
          <a:solidFill>
            <a:srgbClr val="EEF2F7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261872"/>
            <a:ext cx="795528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 = 'banana'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print(fruit[-1])   # a  (last)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print(fruit[-2])   # n  (second to last)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print(fruit[-3])   # 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298094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346704"/>
            <a:ext cx="82296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fruit[-1] is the last character — always! No need to know the length.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fruit[-6] is the same as fruit[0] for a 6-character string.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indices are great shortcuts when you need the end of a string.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21792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String Slices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slice is a substring — a piece cut out of a string: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8412480" cy="749808"/>
          </a:xfrm>
          <a:prstGeom prst="rect">
            <a:avLst/>
          </a:prstGeom>
          <a:solidFill>
            <a:srgbClr val="E8F0FE"/>
          </a:solidFill>
          <a:ln w="254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170432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s[m:n]</a:t>
            </a:r>
            <a:r>
              <a:rPr lang="en-US" sz="17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gives characters at positions  m, m+1, …, n−1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2084832"/>
            <a:ext cx="576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576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25880" y="2084832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325880" y="2651760"/>
            <a:ext cx="777240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325880" y="265176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139696" y="2651760"/>
            <a:ext cx="777240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139696" y="265176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953512" y="2084832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953512" y="2651760"/>
            <a:ext cx="777240" cy="530352"/>
          </a:xfrm>
          <a:prstGeom prst="rect">
            <a:avLst/>
          </a:prstGeom>
          <a:solidFill>
            <a:srgbClr val="FEF3C7"/>
          </a:solidFill>
          <a:ln w="254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953512" y="265176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3767328" y="2651760"/>
            <a:ext cx="777240" cy="530352"/>
          </a:xfrm>
          <a:prstGeom prst="rect">
            <a:avLst/>
          </a:prstGeom>
          <a:solidFill>
            <a:srgbClr val="FEF3C7"/>
          </a:solidFill>
          <a:ln w="254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767328" y="265176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581144" y="2084832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81144" y="2651760"/>
            <a:ext cx="777240" cy="530352"/>
          </a:xfrm>
          <a:prstGeom prst="rect">
            <a:avLst/>
          </a:prstGeom>
          <a:solidFill>
            <a:srgbClr val="FEF3C7"/>
          </a:solidFill>
          <a:ln w="254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81144" y="265176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394960" y="2084832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394960" y="2651760"/>
            <a:ext cx="777240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394960" y="2651760"/>
            <a:ext cx="777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365760" y="331012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fruit[2:5]</a:t>
            </a: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'nan'   (indices 2, 3, 4 — NOT 5!  The end index is exclusive.)</a:t>
            </a:r>
            <a:endParaRPr lang="en-US" sz="1400" dirty="0"/>
          </a:p>
        </p:txBody>
      </p:sp>
      <p:sp>
        <p:nvSpPr>
          <p:cNvPr id="46" name="Text 7">
            <a:extLst>
              <a:ext uri="{FF2B5EF4-FFF2-40B4-BE49-F238E27FC236}">
                <a16:creationId xmlns:a16="http://schemas.microsoft.com/office/drawing/2014/main" id="{A4D8637E-1B85-E8B1-D42E-17E97FE01936}"/>
              </a:ext>
            </a:extLst>
          </p:cNvPr>
          <p:cNvSpPr/>
          <p:nvPr/>
        </p:nvSpPr>
        <p:spPr>
          <a:xfrm>
            <a:off x="1470548" y="2096652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1400" dirty="0"/>
          </a:p>
        </p:txBody>
      </p:sp>
      <p:sp>
        <p:nvSpPr>
          <p:cNvPr id="47" name="Text 11">
            <a:extLst>
              <a:ext uri="{FF2B5EF4-FFF2-40B4-BE49-F238E27FC236}">
                <a16:creationId xmlns:a16="http://schemas.microsoft.com/office/drawing/2014/main" id="{AEA88900-268B-E2DF-41E2-25B236D3D180}"/>
              </a:ext>
            </a:extLst>
          </p:cNvPr>
          <p:cNvSpPr/>
          <p:nvPr/>
        </p:nvSpPr>
        <p:spPr>
          <a:xfrm>
            <a:off x="2276462" y="2096652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48" name="Text 15">
            <a:extLst>
              <a:ext uri="{FF2B5EF4-FFF2-40B4-BE49-F238E27FC236}">
                <a16:creationId xmlns:a16="http://schemas.microsoft.com/office/drawing/2014/main" id="{2CDFDA64-82D7-5DE7-F6C2-8B781CBE1B14}"/>
              </a:ext>
            </a:extLst>
          </p:cNvPr>
          <p:cNvSpPr/>
          <p:nvPr/>
        </p:nvSpPr>
        <p:spPr>
          <a:xfrm>
            <a:off x="3082376" y="2096652"/>
            <a:ext cx="566928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49" name="Text 19">
            <a:extLst>
              <a:ext uri="{FF2B5EF4-FFF2-40B4-BE49-F238E27FC236}">
                <a16:creationId xmlns:a16="http://schemas.microsoft.com/office/drawing/2014/main" id="{75B94D7C-32A2-3C4B-E941-2D02A6190EFB}"/>
              </a:ext>
            </a:extLst>
          </p:cNvPr>
          <p:cNvSpPr/>
          <p:nvPr/>
        </p:nvSpPr>
        <p:spPr>
          <a:xfrm>
            <a:off x="3888290" y="2096652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50" name="Text 23">
            <a:extLst>
              <a:ext uri="{FF2B5EF4-FFF2-40B4-BE49-F238E27FC236}">
                <a16:creationId xmlns:a16="http://schemas.microsoft.com/office/drawing/2014/main" id="{4E152C42-CE15-536B-C3B1-3791ECF384CF}"/>
              </a:ext>
            </a:extLst>
          </p:cNvPr>
          <p:cNvSpPr/>
          <p:nvPr/>
        </p:nvSpPr>
        <p:spPr>
          <a:xfrm>
            <a:off x="4694204" y="2096652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51" name="Text 27">
            <a:extLst>
              <a:ext uri="{FF2B5EF4-FFF2-40B4-BE49-F238E27FC236}">
                <a16:creationId xmlns:a16="http://schemas.microsoft.com/office/drawing/2014/main" id="{A1C8863D-2794-96C3-C50C-9E9674D75026}"/>
              </a:ext>
            </a:extLst>
          </p:cNvPr>
          <p:cNvSpPr/>
          <p:nvPr/>
        </p:nvSpPr>
        <p:spPr>
          <a:xfrm>
            <a:off x="5500116" y="2096652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45689E5-718B-5D06-772B-B76734115BED}"/>
              </a:ext>
            </a:extLst>
          </p:cNvPr>
          <p:cNvSpPr/>
          <p:nvPr/>
        </p:nvSpPr>
        <p:spPr>
          <a:xfrm>
            <a:off x="2944863" y="2163337"/>
            <a:ext cx="2431809" cy="11467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21792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Slice Shortcuts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has handy shorthand for common slice patterns: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8412480" cy="777240"/>
          </a:xfrm>
          <a:prstGeom prst="rect">
            <a:avLst/>
          </a:prstGeom>
          <a:solidFill>
            <a:srgbClr val="F0F6FF"/>
          </a:solidFill>
          <a:ln w="12700">
            <a:solidFill>
              <a:srgbClr val="BDD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225296"/>
            <a:ext cx="13716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s[m:]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20240" y="122529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index m to the end of the string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20240" y="159105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fruit[2:]   →  'nana'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075688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093976"/>
            <a:ext cx="13716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s[:n]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920240" y="209397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start up to (not including) 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920240" y="245973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fruit[:3]   →  'ban'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2944368"/>
            <a:ext cx="8412480" cy="777240"/>
          </a:xfrm>
          <a:prstGeom prst="rect">
            <a:avLst/>
          </a:prstGeom>
          <a:solidFill>
            <a:srgbClr val="F0F6FF"/>
          </a:solidFill>
          <a:ln w="12700">
            <a:solidFill>
              <a:srgbClr val="BDD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2962656"/>
            <a:ext cx="13716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s[:]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920240" y="296265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string (a copy)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920240" y="332841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fruit[:]    →  'banana'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5760" y="3813048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3831336"/>
            <a:ext cx="13716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s[m:n:k]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920240" y="383133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k-th character from m to 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920240" y="419709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fruit[::2]  →  'bnn'</a:t>
            </a:r>
            <a:endParaRPr lang="en-US" sz="125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88E8E42-C1E9-7138-6E39-2D311F136CC9}"/>
              </a:ext>
            </a:extLst>
          </p:cNvPr>
          <p:cNvSpPr txBox="1"/>
          <p:nvPr/>
        </p:nvSpPr>
        <p:spPr>
          <a:xfrm>
            <a:off x="5330283" y="680442"/>
            <a:ext cx="1295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s = 'banana'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💻  Try It!  —  chapter8_lecture.ipynb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Run: the  print(fruit[2:5])  slicing cells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52144"/>
            <a:ext cx="8229600" cy="1719072"/>
          </a:xfrm>
          <a:prstGeom prst="rect">
            <a:avLst/>
          </a:prstGeom>
          <a:solidFill>
            <a:srgbClr val="EEF2F7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261872"/>
            <a:ext cx="795528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 = 'banana'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print(fruit[2:5])   # nan  (indices 2, 3, 4)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print(fruit[2:])    # nana (index 2 to end)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print(fruit[:3])    # ban  (start up to index 2)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print(fruit[:])     # banana (whole string)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298094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346704"/>
            <a:ext cx="82296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fruit[2:5] gives indices 2, 3, 4 — not 5! The end is always exclusive.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different numbers and predict the result before running.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fruit[:] makes a copy — same characters, same order.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21792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Strings Are Immutable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749808"/>
          </a:xfrm>
          <a:prstGeom prst="rect">
            <a:avLst/>
          </a:prstGeom>
          <a:solidFill>
            <a:srgbClr val="E8F0FE"/>
          </a:solidFill>
          <a:ln w="254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77724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Immutable means you cannot change the characters of an existing string.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You CANNOT do this: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066544"/>
            <a:ext cx="4069080" cy="914400"/>
          </a:xfrm>
          <a:prstGeom prst="rect">
            <a:avLst/>
          </a:prstGeom>
          <a:solidFill>
            <a:srgbClr val="EEF2F7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2176272"/>
            <a:ext cx="3794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 = 'banana'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fruit[0] = 'B'   # TypeError!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'str' object does not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support item assignment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09160" y="169164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But you CAN build a new string: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2066544"/>
            <a:ext cx="4069080" cy="914400"/>
          </a:xfrm>
          <a:prstGeom prst="rect">
            <a:avLst/>
          </a:prstGeom>
          <a:solidFill>
            <a:srgbClr val="EEF2F7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2176272"/>
            <a:ext cx="3794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 = 'banana'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 slicing + concatenation: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 = 'B' + fruit[1:]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print(fruit)   # Banana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31089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immutability?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" y="3493008"/>
            <a:ext cx="586573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r>
              <a:rPr lang="en-US" sz="13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assignment: </a:t>
            </a:r>
            <a:r>
              <a:rPr lang="en-US" sz="13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fruit2 = fruit  doesn't copy characters — they share memory.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D9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r>
              <a:rPr lang="en-US" sz="13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can be used as dictionary keys</a:t>
            </a:r>
            <a:r>
              <a:rPr lang="en-US" sz="13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(more on dicts later!).</a:t>
            </a:r>
            <a:endParaRPr lang="en-US" sz="135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0D2BAB-B63E-416E-289A-CA5C5300D2E5}"/>
              </a:ext>
            </a:extLst>
          </p:cNvPr>
          <p:cNvSpPr txBox="1"/>
          <p:nvPr/>
        </p:nvSpPr>
        <p:spPr>
          <a:xfrm>
            <a:off x="6290989" y="4111847"/>
            <a:ext cx="12117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'banana'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F5FBA3-4AAE-6AA2-7148-98698B552FC5}"/>
              </a:ext>
            </a:extLst>
          </p:cNvPr>
          <p:cNvSpPr txBox="1"/>
          <p:nvPr/>
        </p:nvSpPr>
        <p:spPr>
          <a:xfrm>
            <a:off x="5935080" y="3372350"/>
            <a:ext cx="8214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A202C"/>
                </a:solidFill>
                <a:latin typeface="Consolas" pitchFamily="34" charset="0"/>
                <a:cs typeface="Consolas" pitchFamily="34" charset="-120"/>
              </a:rPr>
              <a:t>fruit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3D44CD-57F2-7E61-3489-F1FA77E98B2E}"/>
              </a:ext>
            </a:extLst>
          </p:cNvPr>
          <p:cNvSpPr txBox="1"/>
          <p:nvPr/>
        </p:nvSpPr>
        <p:spPr>
          <a:xfrm>
            <a:off x="7221372" y="3372350"/>
            <a:ext cx="1031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A202C"/>
                </a:solidFill>
                <a:latin typeface="Consolas" pitchFamily="34" charset="0"/>
                <a:cs typeface="Consolas" pitchFamily="34" charset="-120"/>
              </a:rPr>
              <a:t>fruit2</a:t>
            </a:r>
            <a:endParaRPr lang="en-US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DE342E0-72B4-12F6-E71B-097CADDF55D4}"/>
              </a:ext>
            </a:extLst>
          </p:cNvPr>
          <p:cNvCxnSpPr>
            <a:cxnSpLocks/>
          </p:cNvCxnSpPr>
          <p:nvPr/>
        </p:nvCxnSpPr>
        <p:spPr>
          <a:xfrm>
            <a:off x="6548034" y="3704149"/>
            <a:ext cx="208520" cy="5003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13CCFE8-6F7F-CAF4-216C-EA8901E107D9}"/>
              </a:ext>
            </a:extLst>
          </p:cNvPr>
          <p:cNvCxnSpPr>
            <a:cxnSpLocks/>
          </p:cNvCxnSpPr>
          <p:nvPr/>
        </p:nvCxnSpPr>
        <p:spPr>
          <a:xfrm flipH="1">
            <a:off x="7149817" y="3704149"/>
            <a:ext cx="226558" cy="5003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💻  Try It!  —  chapter8_lecture.ipynb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Run: the  fruit[0] = 'B'  and  'B' + fruit[1:]  cells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52144"/>
            <a:ext cx="8229600" cy="1719072"/>
          </a:xfrm>
          <a:prstGeom prst="rect">
            <a:avLst/>
          </a:prstGeom>
          <a:solidFill>
            <a:srgbClr val="EEF2F7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261872"/>
            <a:ext cx="795528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 = 'banana'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fruit[0] = 'B'        # TypeError! Can't do this.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Workaround: build a new string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phrase = 'cat is my favourite word'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phrase = 'b' + phrase[1:]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print(phrase)          # bat is my favourite word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298094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346704"/>
            <a:ext cx="82296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TypeError tells you: strings are read-only. You can't change individual characters.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workaround uses slicing and + to create a brand-new string.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common Python — you'll write this pattern a lot!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21792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Comparing Strings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compare strings with the same operators used for numbers: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1234440" cy="402336"/>
          </a:xfrm>
          <a:prstGeom prst="rect">
            <a:avLst/>
          </a:prstGeom>
          <a:solidFill>
            <a:srgbClr val="1B3A5C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20700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Operator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600200" y="1207008"/>
            <a:ext cx="2011680" cy="402336"/>
          </a:xfrm>
          <a:prstGeom prst="rect">
            <a:avLst/>
          </a:prstGeom>
          <a:solidFill>
            <a:srgbClr val="1B3A5C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691640" y="120700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11880" y="1207008"/>
            <a:ext cx="3246120" cy="402336"/>
          </a:xfrm>
          <a:prstGeom prst="rect">
            <a:avLst/>
          </a:prstGeom>
          <a:solidFill>
            <a:srgbClr val="1B3A5C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703320" y="1207008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0" y="1207008"/>
            <a:ext cx="1325880" cy="402336"/>
          </a:xfrm>
          <a:prstGeom prst="rect">
            <a:avLst/>
          </a:prstGeom>
          <a:solidFill>
            <a:srgbClr val="1B3A5C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949440" y="1207008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1609344"/>
            <a:ext cx="12344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57200" y="1609344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600200" y="1609344"/>
            <a:ext cx="20116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691640" y="160934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to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11880" y="1609344"/>
            <a:ext cx="32461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703320" y="1609344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'apple' == 'apple'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58000" y="1609344"/>
            <a:ext cx="13258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949440" y="1609344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65760" y="2011680"/>
            <a:ext cx="1234440" cy="402336"/>
          </a:xfrm>
          <a:prstGeom prst="rect">
            <a:avLst/>
          </a:prstGeom>
          <a:solidFill>
            <a:srgbClr val="EEF2F7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201168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!=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1600200" y="2011680"/>
            <a:ext cx="2011680" cy="402336"/>
          </a:xfrm>
          <a:prstGeom prst="rect">
            <a:avLst/>
          </a:prstGeom>
          <a:solidFill>
            <a:srgbClr val="EEF2F7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691640" y="201168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equal to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611880" y="2011680"/>
            <a:ext cx="3246120" cy="402336"/>
          </a:xfrm>
          <a:prstGeom prst="rect">
            <a:avLst/>
          </a:prstGeom>
          <a:solidFill>
            <a:srgbClr val="EEF2F7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703320" y="201168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'apple' != 'orange'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858000" y="2011680"/>
            <a:ext cx="1325880" cy="402336"/>
          </a:xfrm>
          <a:prstGeom prst="rect">
            <a:avLst/>
          </a:prstGeom>
          <a:solidFill>
            <a:srgbClr val="EEF2F7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949440" y="2011680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65760" y="2414016"/>
            <a:ext cx="12344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7200" y="2414016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1600200" y="2414016"/>
            <a:ext cx="20116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691640" y="241401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than (alphabet)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3611880" y="2414016"/>
            <a:ext cx="32461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703320" y="2414016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'apple' &lt; 'banana'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858000" y="2414016"/>
            <a:ext cx="13258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949440" y="2414016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365760" y="2816352"/>
            <a:ext cx="1234440" cy="402336"/>
          </a:xfrm>
          <a:prstGeom prst="rect">
            <a:avLst/>
          </a:prstGeom>
          <a:solidFill>
            <a:srgbClr val="EEF2F7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57200" y="281635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1600200" y="2816352"/>
            <a:ext cx="2011680" cy="402336"/>
          </a:xfrm>
          <a:prstGeom prst="rect">
            <a:avLst/>
          </a:prstGeom>
          <a:solidFill>
            <a:srgbClr val="EEF2F7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691640" y="281635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than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3611880" y="2816352"/>
            <a:ext cx="3246120" cy="402336"/>
          </a:xfrm>
          <a:prstGeom prst="rect">
            <a:avLst/>
          </a:prstGeom>
          <a:solidFill>
            <a:srgbClr val="EEF2F7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703320" y="2816352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'banana' &gt; 'apple'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6858000" y="2816352"/>
            <a:ext cx="1325880" cy="402336"/>
          </a:xfrm>
          <a:prstGeom prst="rect">
            <a:avLst/>
          </a:prstGeom>
          <a:solidFill>
            <a:srgbClr val="EEF2F7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949440" y="2816352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365760" y="3218688"/>
            <a:ext cx="12344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57200" y="321868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&lt;=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1600200" y="3218688"/>
            <a:ext cx="20116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691640" y="321868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Less/equal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3611880" y="3218688"/>
            <a:ext cx="32461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703320" y="3218688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'apple' &lt;= 'apple'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6858000" y="3218688"/>
            <a:ext cx="13258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949440" y="3218688"/>
            <a:ext cx="1143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365760" y="35890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are compared character-by-character, alphabetically (using Unicode values).</a:t>
            </a:r>
            <a:endParaRPr lang="en-US" sz="1350" dirty="0"/>
          </a:p>
        </p:txBody>
      </p:sp>
      <p:sp>
        <p:nvSpPr>
          <p:cNvPr id="55" name="Text 53"/>
          <p:cNvSpPr/>
          <p:nvPr/>
        </p:nvSpPr>
        <p:spPr>
          <a:xfrm>
            <a:off x="365760" y="39730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means 'Z' &lt; 'a' because uppercase letters come before lowercase in Unicode!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03420"/>
            <a:ext cx="9144000" cy="640080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Writing to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 Files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A8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string skill with real-world impact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362331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data to files lets your programs remember things between runs.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21792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Writing to a File: Three Steps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59536"/>
            <a:ext cx="475488" cy="475488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8595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32688" y="74980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for writing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32688" y="1133856"/>
            <a:ext cx="3474720" cy="457200"/>
          </a:xfrm>
          <a:prstGeom prst="rect">
            <a:avLst/>
          </a:prstGeom>
          <a:solidFill>
            <a:srgbClr val="EEF2F7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69848" y="124358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open('todo.txt', 'w')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17720" y="786384"/>
            <a:ext cx="41605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file if it doesn't exist.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ERASES the file if it already does. Be careful!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249424"/>
            <a:ext cx="475488" cy="475488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22494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32688" y="213969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strings to it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32688" y="2523744"/>
            <a:ext cx="3474720" cy="457200"/>
          </a:xfrm>
          <a:prstGeom prst="rect">
            <a:avLst/>
          </a:prstGeom>
          <a:solidFill>
            <a:srgbClr val="EEF2F7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69848" y="263347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f.write('Hello, file!\n')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17720" y="2176272"/>
            <a:ext cx="41605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.write() call appends to the file.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forget \n for newlines!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639312"/>
            <a:ext cx="475488" cy="475488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36393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2688" y="352958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Close it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32688" y="3913632"/>
            <a:ext cx="3474720" cy="457200"/>
          </a:xfrm>
          <a:prstGeom prst="rect">
            <a:avLst/>
          </a:prstGeom>
          <a:solidFill>
            <a:srgbClr val="EEF2F7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69848" y="402336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f.close()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17720" y="3566160"/>
            <a:ext cx="41605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Flushes the buffer and saves. Always close!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may not appear until you do.</a:t>
            </a:r>
            <a:endParaRPr lang="en-US" sz="125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2B2F2A7-C05A-C38A-D39B-FB42CB89FD3A}"/>
              </a:ext>
            </a:extLst>
          </p:cNvPr>
          <p:cNvSpPr txBox="1"/>
          <p:nvPr/>
        </p:nvSpPr>
        <p:spPr>
          <a:xfrm>
            <a:off x="4572000" y="4402836"/>
            <a:ext cx="4160520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.write() writes to a memory region called a </a:t>
            </a:r>
            <a:r>
              <a:rPr lang="en-US" sz="1200" b="1" dirty="0"/>
              <a:t>buffer</a:t>
            </a:r>
            <a:r>
              <a:rPr lang="en-US" sz="1200" dirty="0"/>
              <a:t>, and the entire buffer is written to disk when it is filled, i.e. immediately after you call .write() the string </a:t>
            </a:r>
            <a:r>
              <a:rPr lang="en-US" sz="1200" i="1" dirty="0"/>
              <a:t>might not </a:t>
            </a:r>
            <a:r>
              <a:rPr lang="en-US" sz="1200" dirty="0"/>
              <a:t>be on disk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💻  Try It!  —  chapter8_lecture.ipynb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Run: the  todo_file = open('todo_list.txt', 'w')  cell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52144"/>
            <a:ext cx="8229600" cy="1719072"/>
          </a:xfrm>
          <a:prstGeom prst="rect">
            <a:avLst/>
          </a:prstGeom>
          <a:solidFill>
            <a:srgbClr val="EEF2F7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261872"/>
            <a:ext cx="795528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todo_file = open('todo_list.txt', 'w')   # 'w' for writing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todo_file.write('How to succeed:\n')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todo_file.write('1. learn to write poems\n')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todo_file.write('2. get a job at a poetry company\n')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todo_file.write('3. profit!\n')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todo_file.close()                         # always close!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298094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346704"/>
            <a:ext cx="82296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running this, look in your folder for todo_list.txt — open it in a text editor!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cell again: notice the old contents are gone (overwritten by 'w').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adding your own lines, or change the filename to create a different file.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03420"/>
            <a:ext cx="9144000" cy="640080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4503420"/>
          </a:xfrm>
          <a:prstGeom prst="rect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3716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That's Chapter 8!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11480" y="774954"/>
            <a:ext cx="347472" cy="347472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77495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729234"/>
            <a:ext cx="7909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are sequences of characters — they're everywhere in programming.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1296162"/>
            <a:ext cx="347472" cy="347472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129616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1250442"/>
            <a:ext cx="7909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s[i] to read a character;  s[m:n]  to take a slice.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1480" y="1817370"/>
            <a:ext cx="347472" cy="347472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181737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1771650"/>
            <a:ext cx="7909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indices count from the end:  s[-1]  is the last character.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1480" y="2338578"/>
            <a:ext cx="347472" cy="347472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233857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2292858"/>
            <a:ext cx="7909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are immutable — build new ones with slices and  +.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11480" y="2859786"/>
            <a:ext cx="347472" cy="347472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285978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2814066"/>
            <a:ext cx="7909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strings with  ==,  !=,  &lt;,  &gt;  (alphabetical order).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" y="3380994"/>
            <a:ext cx="347472" cy="347472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338099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3335274"/>
            <a:ext cx="7909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files:  open('</a:t>
            </a:r>
            <a:r>
              <a:rPr lang="en-US" sz="1400" dirty="0" err="1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file.txt</a:t>
            </a:r>
            <a:r>
              <a:rPr lang="en-US" sz="14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', 'w')  →  .write()  →  .close()</a:t>
            </a:r>
            <a:endParaRPr lang="en-US" sz="1400" dirty="0"/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2CDC6BB0-4608-6A41-4DE3-039D238509DE}"/>
              </a:ext>
            </a:extLst>
          </p:cNvPr>
          <p:cNvSpPr/>
          <p:nvPr/>
        </p:nvSpPr>
        <p:spPr>
          <a:xfrm>
            <a:off x="411480" y="3902202"/>
            <a:ext cx="347472" cy="347472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49A9B6A8-EB97-7967-8510-C443F55C6CB7}"/>
              </a:ext>
            </a:extLst>
          </p:cNvPr>
          <p:cNvSpPr/>
          <p:nvPr/>
        </p:nvSpPr>
        <p:spPr>
          <a:xfrm>
            <a:off x="411480" y="390220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</a:rPr>
              <a:t>7</a:t>
            </a:r>
            <a:endParaRPr lang="en-US" sz="1300" dirty="0"/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3A942602-E258-D78B-487A-6CC3DB0AF3EE}"/>
              </a:ext>
            </a:extLst>
          </p:cNvPr>
          <p:cNvSpPr/>
          <p:nvPr/>
        </p:nvSpPr>
        <p:spPr>
          <a:xfrm>
            <a:off x="868680" y="3856482"/>
            <a:ext cx="7909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We’re skipping regular expressions.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2094</Words>
  <Application>Microsoft Macintosh PowerPoint</Application>
  <PresentationFormat>On-screen Show (16:9)</PresentationFormat>
  <Paragraphs>327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8: Strings, Slices, and Files</dc:title>
  <dc:subject>PptxGenJS Presentation</dc:subject>
  <dc:creator>CMPT 120</dc:creator>
  <cp:lastModifiedBy>Toby Donaldson</cp:lastModifiedBy>
  <cp:revision>1</cp:revision>
  <dcterms:created xsi:type="dcterms:W3CDTF">2026-03-02T02:54:08Z</dcterms:created>
  <dcterms:modified xsi:type="dcterms:W3CDTF">2026-03-05T04:41:43Z</dcterms:modified>
</cp:coreProperties>
</file>