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97" r:id="rId3"/>
    <p:sldId id="298" r:id="rId4"/>
    <p:sldId id="299" r:id="rId5"/>
    <p:sldId id="300" r:id="rId6"/>
    <p:sldId id="304" r:id="rId7"/>
    <p:sldId id="346" r:id="rId8"/>
    <p:sldId id="327" r:id="rId9"/>
    <p:sldId id="301" r:id="rId10"/>
    <p:sldId id="328" r:id="rId11"/>
    <p:sldId id="329" r:id="rId12"/>
    <p:sldId id="302" r:id="rId13"/>
    <p:sldId id="303" r:id="rId14"/>
    <p:sldId id="305" r:id="rId15"/>
    <p:sldId id="306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18" r:id="rId26"/>
    <p:sldId id="330" r:id="rId27"/>
    <p:sldId id="317" r:id="rId28"/>
    <p:sldId id="339" r:id="rId29"/>
    <p:sldId id="319" r:id="rId30"/>
    <p:sldId id="321" r:id="rId31"/>
    <p:sldId id="320" r:id="rId32"/>
    <p:sldId id="322" r:id="rId33"/>
    <p:sldId id="324" r:id="rId34"/>
    <p:sldId id="331" r:id="rId35"/>
    <p:sldId id="323" r:id="rId36"/>
    <p:sldId id="325" r:id="rId37"/>
    <p:sldId id="340" r:id="rId38"/>
    <p:sldId id="347" r:id="rId39"/>
    <p:sldId id="342" r:id="rId40"/>
    <p:sldId id="341" r:id="rId41"/>
    <p:sldId id="343" r:id="rId42"/>
    <p:sldId id="348" r:id="rId43"/>
    <p:sldId id="326" r:id="rId4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9C9D1B-A7C8-4D51-B0A1-EDDC876956C2}">
          <p14:sldIdLst>
            <p14:sldId id="256"/>
          </p14:sldIdLst>
        </p14:section>
        <p14:section name="Functions" id="{050F8DB5-6483-4250-A2EB-E302D5B8D553}">
          <p14:sldIdLst>
            <p14:sldId id="297"/>
            <p14:sldId id="298"/>
            <p14:sldId id="299"/>
          </p14:sldIdLst>
        </p14:section>
        <p14:section name="Defining New Functions" id="{FE552FAE-00C7-4EDC-BDD4-3F5C38FA3869}">
          <p14:sldIdLst>
            <p14:sldId id="300"/>
            <p14:sldId id="304"/>
            <p14:sldId id="346"/>
            <p14:sldId id="327"/>
            <p14:sldId id="301"/>
            <p14:sldId id="328"/>
            <p14:sldId id="329"/>
            <p14:sldId id="302"/>
            <p14:sldId id="303"/>
            <p14:sldId id="305"/>
          </p14:sldIdLst>
        </p14:section>
        <p14:section name="Local variables" id="{4C9F2BC4-D337-4E2A-9437-851AF2CC82E0}">
          <p14:sldIdLst>
            <p14:sldId id="306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Simple Repetition" id="{20F2AF27-87AE-4456-8C75-69C44F915A68}">
          <p14:sldIdLst>
            <p14:sldId id="318"/>
            <p14:sldId id="330"/>
            <p14:sldId id="317"/>
            <p14:sldId id="339"/>
            <p14:sldId id="319"/>
            <p14:sldId id="321"/>
            <p14:sldId id="320"/>
            <p14:sldId id="322"/>
            <p14:sldId id="324"/>
            <p14:sldId id="331"/>
            <p14:sldId id="323"/>
            <p14:sldId id="325"/>
            <p14:sldId id="340"/>
            <p14:sldId id="347"/>
            <p14:sldId id="342"/>
            <p14:sldId id="341"/>
            <p14:sldId id="343"/>
            <p14:sldId id="348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3FD1A-385D-DB41-A50E-ACE98A5EE503}" v="13" dt="2026-01-26T05:42:08.839"/>
    <p1510:client id="{FAAE65A1-11D4-8041-95F4-9EE00B79E438}" v="15" dt="2026-01-26T04:25:19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59" autoAdjust="0"/>
  </p:normalViewPr>
  <p:slideViewPr>
    <p:cSldViewPr snapToGrid="0">
      <p:cViewPr varScale="1">
        <p:scale>
          <a:sx n="123" d="100"/>
          <a:sy n="123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delSld modSld sldOrd addSection delSection modSection">
      <pc:chgData name="Toby Donaldson" userId="2e6e5431-bb17-4c41-9985-d39c50d83c73" providerId="ADAL" clId="{7F9681A8-EEE2-56F4-9B39-ECCBEE0471AC}" dt="2026-01-26T05:45:24.997" v="1258" actId="20577"/>
      <pc:docMkLst>
        <pc:docMk/>
      </pc:docMkLst>
      <pc:sldChg chg="modSp mod">
        <pc:chgData name="Toby Donaldson" userId="2e6e5431-bb17-4c41-9985-d39c50d83c73" providerId="ADAL" clId="{7F9681A8-EEE2-56F4-9B39-ECCBEE0471AC}" dt="2026-01-26T04:21:52.309" v="651" actId="113"/>
        <pc:sldMkLst>
          <pc:docMk/>
          <pc:sldMk cId="3113156551" sldId="256"/>
        </pc:sldMkLst>
        <pc:spChg chg="mod">
          <ac:chgData name="Toby Donaldson" userId="2e6e5431-bb17-4c41-9985-d39c50d83c73" providerId="ADAL" clId="{7F9681A8-EEE2-56F4-9B39-ECCBEE0471AC}" dt="2026-01-26T04:21:52.309" v="651" actId="113"/>
          <ac:spMkLst>
            <pc:docMk/>
            <pc:sldMk cId="3113156551" sldId="256"/>
            <ac:spMk id="4" creationId="{1C211242-B5A3-D371-4A7A-C8E9982D7CD5}"/>
          </ac:spMkLst>
        </pc:spChg>
      </pc:sldChg>
      <pc:sldChg chg="modSp mod">
        <pc:chgData name="Toby Donaldson" userId="2e6e5431-bb17-4c41-9985-d39c50d83c73" providerId="ADAL" clId="{7F9681A8-EEE2-56F4-9B39-ECCBEE0471AC}" dt="2026-01-26T04:22:41.542" v="653" actId="113"/>
        <pc:sldMkLst>
          <pc:docMk/>
          <pc:sldMk cId="1760604349" sldId="300"/>
        </pc:sldMkLst>
        <pc:spChg chg="mod">
          <ac:chgData name="Toby Donaldson" userId="2e6e5431-bb17-4c41-9985-d39c50d83c73" providerId="ADAL" clId="{7F9681A8-EEE2-56F4-9B39-ECCBEE0471AC}" dt="2026-01-26T04:22:41.542" v="653" actId="113"/>
          <ac:spMkLst>
            <pc:docMk/>
            <pc:sldMk cId="1760604349" sldId="300"/>
            <ac:spMk id="5" creationId="{D63A62E8-3DF2-8251-CBDB-1A09A68559D7}"/>
          </ac:spMkLst>
        </pc:spChg>
      </pc:sldChg>
      <pc:sldChg chg="modSp mod">
        <pc:chgData name="Toby Donaldson" userId="2e6e5431-bb17-4c41-9985-d39c50d83c73" providerId="ADAL" clId="{7F9681A8-EEE2-56F4-9B39-ECCBEE0471AC}" dt="2026-01-26T04:23:41.905" v="654" actId="12788"/>
        <pc:sldMkLst>
          <pc:docMk/>
          <pc:sldMk cId="4097905578" sldId="303"/>
        </pc:sldMkLst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12" creationId="{E76D433E-1A37-850C-A3A5-9AD623A473C6}"/>
          </ac:spMkLst>
        </pc:spChg>
      </pc:sldChg>
      <pc:sldChg chg="delSp modSp mod">
        <pc:chgData name="Toby Donaldson" userId="2e6e5431-bb17-4c41-9985-d39c50d83c73" providerId="ADAL" clId="{7F9681A8-EEE2-56F4-9B39-ECCBEE0471AC}" dt="2026-01-23T20:38:12.136" v="3" actId="21"/>
        <pc:sldMkLst>
          <pc:docMk/>
          <pc:sldMk cId="2732166047" sldId="304"/>
        </pc:sldMkLst>
      </pc:sldChg>
      <pc:sldChg chg="modSp mod">
        <pc:chgData name="Toby Donaldson" userId="2e6e5431-bb17-4c41-9985-d39c50d83c73" providerId="ADAL" clId="{7F9681A8-EEE2-56F4-9B39-ECCBEE0471AC}" dt="2026-01-26T04:23:51.844" v="655" actId="12788"/>
        <pc:sldMkLst>
          <pc:docMk/>
          <pc:sldMk cId="683567091" sldId="305"/>
        </pc:sldMkLst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12" creationId="{E76D433E-1A37-850C-A3A5-9AD623A473C6}"/>
          </ac:spMkLst>
        </pc:spChg>
      </pc:sldChg>
      <pc:sldChg chg="addSp delSp modSp mod ord">
        <pc:chgData name="Toby Donaldson" userId="2e6e5431-bb17-4c41-9985-d39c50d83c73" providerId="ADAL" clId="{7F9681A8-EEE2-56F4-9B39-ECCBEE0471AC}" dt="2026-01-26T05:44:23.845" v="1122" actId="20578"/>
        <pc:sldMkLst>
          <pc:docMk/>
          <pc:sldMk cId="3573607454" sldId="306"/>
        </pc:sldMkLst>
        <pc:spChg chg="add del mod">
          <ac:chgData name="Toby Donaldson" userId="2e6e5431-bb17-4c41-9985-d39c50d83c73" providerId="ADAL" clId="{7F9681A8-EEE2-56F4-9B39-ECCBEE0471AC}" dt="2026-01-26T05:31:52.705" v="741"/>
          <ac:spMkLst>
            <pc:docMk/>
            <pc:sldMk cId="3573607454" sldId="306"/>
            <ac:spMk id="2" creationId="{9D406F8B-0336-FF1B-D1CE-8E6F88AA8610}"/>
          </ac:spMkLst>
        </pc:spChg>
        <pc:spChg chg="mod">
          <ac:chgData name="Toby Donaldson" userId="2e6e5431-bb17-4c41-9985-d39c50d83c73" providerId="ADAL" clId="{7F9681A8-EEE2-56F4-9B39-ECCBEE0471AC}" dt="2026-01-26T05:40:48.918" v="1070" actId="20577"/>
          <ac:spMkLst>
            <pc:docMk/>
            <pc:sldMk cId="3573607454" sldId="306"/>
            <ac:spMk id="8" creationId="{40D284A6-37BC-F0E3-3E70-0F2FCEA02C14}"/>
          </ac:spMkLst>
        </pc:spChg>
        <pc:spChg chg="del mod">
          <ac:chgData name="Toby Donaldson" userId="2e6e5431-bb17-4c41-9985-d39c50d83c73" providerId="ADAL" clId="{7F9681A8-EEE2-56F4-9B39-ECCBEE0471AC}" dt="2026-01-26T05:31:50.238" v="739" actId="21"/>
          <ac:spMkLst>
            <pc:docMk/>
            <pc:sldMk cId="3573607454" sldId="306"/>
            <ac:spMk id="10" creationId="{00418111-740E-B339-2ED1-2BC013B15505}"/>
          </ac:spMkLst>
        </pc:spChg>
        <pc:spChg chg="del">
          <ac:chgData name="Toby Donaldson" userId="2e6e5431-bb17-4c41-9985-d39c50d83c73" providerId="ADAL" clId="{7F9681A8-EEE2-56F4-9B39-ECCBEE0471AC}" dt="2026-01-26T05:31:50.238" v="739" actId="21"/>
          <ac:spMkLst>
            <pc:docMk/>
            <pc:sldMk cId="3573607454" sldId="306"/>
            <ac:spMk id="13" creationId="{8D3351F3-A898-609E-5961-F04D85E787E1}"/>
          </ac:spMkLst>
        </pc:spChg>
        <pc:spChg chg="del mod">
          <ac:chgData name="Toby Donaldson" userId="2e6e5431-bb17-4c41-9985-d39c50d83c73" providerId="ADAL" clId="{7F9681A8-EEE2-56F4-9B39-ECCBEE0471AC}" dt="2026-01-26T05:31:50.238" v="739" actId="21"/>
          <ac:spMkLst>
            <pc:docMk/>
            <pc:sldMk cId="3573607454" sldId="306"/>
            <ac:spMk id="15" creationId="{5AE78048-1347-32E0-0A67-3C85D226F6B8}"/>
          </ac:spMkLst>
        </pc:spChg>
      </pc:sldChg>
      <pc:sldChg chg="del">
        <pc:chgData name="Toby Donaldson" userId="2e6e5431-bb17-4c41-9985-d39c50d83c73" providerId="ADAL" clId="{7F9681A8-EEE2-56F4-9B39-ECCBEE0471AC}" dt="2026-01-26T05:29:39.797" v="680" actId="2696"/>
        <pc:sldMkLst>
          <pc:docMk/>
          <pc:sldMk cId="2872453283" sldId="307"/>
        </pc:sldMkLst>
      </pc:sldChg>
      <pc:sldChg chg="addSp modSp del mod">
        <pc:chgData name="Toby Donaldson" userId="2e6e5431-bb17-4c41-9985-d39c50d83c73" providerId="ADAL" clId="{7F9681A8-EEE2-56F4-9B39-ECCBEE0471AC}" dt="2026-01-26T05:29:39.797" v="680" actId="2696"/>
        <pc:sldMkLst>
          <pc:docMk/>
          <pc:sldMk cId="1882997732" sldId="310"/>
        </pc:sldMkLst>
        <pc:spChg chg="add mod">
          <ac:chgData name="Toby Donaldson" userId="2e6e5431-bb17-4c41-9985-d39c50d83c73" providerId="ADAL" clId="{7F9681A8-EEE2-56F4-9B39-ECCBEE0471AC}" dt="2026-01-26T04:25:33.531" v="658" actId="207"/>
          <ac:spMkLst>
            <pc:docMk/>
            <pc:sldMk cId="1882997732" sldId="310"/>
            <ac:spMk id="2" creationId="{B108772A-05BC-7827-1F63-3C5C848A10F1}"/>
          </ac:spMkLst>
        </pc:spChg>
        <pc:spChg chg="add mod">
          <ac:chgData name="Toby Donaldson" userId="2e6e5431-bb17-4c41-9985-d39c50d83c73" providerId="ADAL" clId="{7F9681A8-EEE2-56F4-9B39-ECCBEE0471AC}" dt="2026-01-26T04:25:27.158" v="657" actId="1076"/>
          <ac:spMkLst>
            <pc:docMk/>
            <pc:sldMk cId="1882997732" sldId="310"/>
            <ac:spMk id="3" creationId="{32007A5D-1D2A-CE39-9D11-81E866B0FE10}"/>
          </ac:spMkLst>
        </pc:spChg>
        <pc:spChg chg="add mod">
          <ac:chgData name="Toby Donaldson" userId="2e6e5431-bb17-4c41-9985-d39c50d83c73" providerId="ADAL" clId="{7F9681A8-EEE2-56F4-9B39-ECCBEE0471AC}" dt="2026-01-26T04:25:27.158" v="657" actId="1076"/>
          <ac:spMkLst>
            <pc:docMk/>
            <pc:sldMk cId="1882997732" sldId="310"/>
            <ac:spMk id="5" creationId="{B10CCD46-ED86-5B67-9DDB-42E841192B83}"/>
          </ac:spMkLst>
        </pc:spChg>
      </pc:sldChg>
      <pc:sldChg chg="modSp del mod">
        <pc:chgData name="Toby Donaldson" userId="2e6e5431-bb17-4c41-9985-d39c50d83c73" providerId="ADAL" clId="{7F9681A8-EEE2-56F4-9B39-ECCBEE0471AC}" dt="2026-01-26T05:32:47.068" v="748" actId="2696"/>
        <pc:sldMkLst>
          <pc:docMk/>
          <pc:sldMk cId="3944662364" sldId="311"/>
        </pc:sldMkLst>
        <pc:spChg chg="mod">
          <ac:chgData name="Toby Donaldson" userId="2e6e5431-bb17-4c41-9985-d39c50d83c73" providerId="ADAL" clId="{7F9681A8-EEE2-56F4-9B39-ECCBEE0471AC}" dt="2026-01-26T04:26:16.227" v="664" actId="14100"/>
          <ac:spMkLst>
            <pc:docMk/>
            <pc:sldMk cId="3944662364" sldId="311"/>
            <ac:spMk id="3" creationId="{045F883D-937C-5D1C-7E3B-1C7F97EBBEE3}"/>
          </ac:spMkLst>
        </pc:spChg>
        <pc:cxnChg chg="mod">
          <ac:chgData name="Toby Donaldson" userId="2e6e5431-bb17-4c41-9985-d39c50d83c73" providerId="ADAL" clId="{7F9681A8-EEE2-56F4-9B39-ECCBEE0471AC}" dt="2026-01-26T04:26:16.227" v="664" actId="14100"/>
          <ac:cxnSpMkLst>
            <pc:docMk/>
            <pc:sldMk cId="3944662364" sldId="311"/>
            <ac:cxnSpMk id="7" creationId="{4C610B4D-D8A4-A573-E862-D14B22A6F869}"/>
          </ac:cxnSpMkLst>
        </pc:cxnChg>
      </pc:sldChg>
      <pc:sldChg chg="modSp del mod">
        <pc:chgData name="Toby Donaldson" userId="2e6e5431-bb17-4c41-9985-d39c50d83c73" providerId="ADAL" clId="{7F9681A8-EEE2-56F4-9B39-ECCBEE0471AC}" dt="2026-01-26T05:43:06.994" v="1116" actId="2696"/>
        <pc:sldMkLst>
          <pc:docMk/>
          <pc:sldMk cId="2209025065" sldId="312"/>
        </pc:sldMkLst>
      </pc:sldChg>
      <pc:sldChg chg="del">
        <pc:chgData name="Toby Donaldson" userId="2e6e5431-bb17-4c41-9985-d39c50d83c73" providerId="ADAL" clId="{7F9681A8-EEE2-56F4-9B39-ECCBEE0471AC}" dt="2026-01-26T05:35:15.857" v="761" actId="2696"/>
        <pc:sldMkLst>
          <pc:docMk/>
          <pc:sldMk cId="2701333559" sldId="313"/>
        </pc:sldMkLst>
      </pc:sldChg>
      <pc:sldChg chg="del">
        <pc:chgData name="Toby Donaldson" userId="2e6e5431-bb17-4c41-9985-d39c50d83c73" providerId="ADAL" clId="{7F9681A8-EEE2-56F4-9B39-ECCBEE0471AC}" dt="2026-01-26T05:43:14.793" v="1117" actId="2696"/>
        <pc:sldMkLst>
          <pc:docMk/>
          <pc:sldMk cId="3461131009" sldId="314"/>
        </pc:sldMkLst>
      </pc:sldChg>
      <pc:sldChg chg="del">
        <pc:chgData name="Toby Donaldson" userId="2e6e5431-bb17-4c41-9985-d39c50d83c73" providerId="ADAL" clId="{7F9681A8-EEE2-56F4-9B39-ECCBEE0471AC}" dt="2026-01-26T05:43:52.286" v="1119" actId="2696"/>
        <pc:sldMkLst>
          <pc:docMk/>
          <pc:sldMk cId="2266552019" sldId="315"/>
        </pc:sldMkLst>
      </pc:sldChg>
      <pc:sldChg chg="del">
        <pc:chgData name="Toby Donaldson" userId="2e6e5431-bb17-4c41-9985-d39c50d83c73" providerId="ADAL" clId="{7F9681A8-EEE2-56F4-9B39-ECCBEE0471AC}" dt="2026-01-26T05:43:47.583" v="1118" actId="2696"/>
        <pc:sldMkLst>
          <pc:docMk/>
          <pc:sldMk cId="3858326061" sldId="316"/>
        </pc:sldMkLst>
      </pc:sldChg>
      <pc:sldChg chg="modSp mod">
        <pc:chgData name="Toby Donaldson" userId="2e6e5431-bb17-4c41-9985-d39c50d83c73" providerId="ADAL" clId="{7F9681A8-EEE2-56F4-9B39-ECCBEE0471AC}" dt="2026-01-23T20:43:38.722" v="9" actId="1076"/>
        <pc:sldMkLst>
          <pc:docMk/>
          <pc:sldMk cId="3248521206" sldId="317"/>
        </pc:sldMkLst>
        <pc:spChg chg="mod">
          <ac:chgData name="Toby Donaldson" userId="2e6e5431-bb17-4c41-9985-d39c50d83c73" providerId="ADAL" clId="{7F9681A8-EEE2-56F4-9B39-ECCBEE0471AC}" dt="2026-01-23T20:43:38.722" v="9" actId="1076"/>
          <ac:spMkLst>
            <pc:docMk/>
            <pc:sldMk cId="3248521206" sldId="317"/>
            <ac:spMk id="9" creationId="{2946CC19-ECB5-0C67-CA6C-45A07D08376C}"/>
          </ac:spMkLst>
        </pc:spChg>
      </pc:sldChg>
      <pc:sldChg chg="modSp mod">
        <pc:chgData name="Toby Donaldson" userId="2e6e5431-bb17-4c41-9985-d39c50d83c73" providerId="ADAL" clId="{7F9681A8-EEE2-56F4-9B39-ECCBEE0471AC}" dt="2026-01-23T20:44:25.626" v="13" actId="20577"/>
        <pc:sldMkLst>
          <pc:docMk/>
          <pc:sldMk cId="288943026" sldId="320"/>
        </pc:sldMkLst>
        <pc:spChg chg="mod">
          <ac:chgData name="Toby Donaldson" userId="2e6e5431-bb17-4c41-9985-d39c50d83c73" providerId="ADAL" clId="{7F9681A8-EEE2-56F4-9B39-ECCBEE0471AC}" dt="2026-01-23T20:44:25.626" v="13" actId="20577"/>
          <ac:spMkLst>
            <pc:docMk/>
            <pc:sldMk cId="288943026" sldId="320"/>
            <ac:spMk id="18" creationId="{2D97BED1-97DD-C3D4-FB79-25BF6B1D70DB}"/>
          </ac:spMkLst>
        </pc:spChg>
      </pc:sldChg>
      <pc:sldChg chg="modSp mod">
        <pc:chgData name="Toby Donaldson" userId="2e6e5431-bb17-4c41-9985-d39c50d83c73" providerId="ADAL" clId="{7F9681A8-EEE2-56F4-9B39-ECCBEE0471AC}" dt="2026-01-26T04:32:36.204" v="668" actId="20577"/>
        <pc:sldMkLst>
          <pc:docMk/>
          <pc:sldMk cId="1092517109" sldId="324"/>
        </pc:sldMkLst>
        <pc:spChg chg="mod">
          <ac:chgData name="Toby Donaldson" userId="2e6e5431-bb17-4c41-9985-d39c50d83c73" providerId="ADAL" clId="{7F9681A8-EEE2-56F4-9B39-ECCBEE0471AC}" dt="2026-01-26T04:32:36.204" v="668" actId="20577"/>
          <ac:spMkLst>
            <pc:docMk/>
            <pc:sldMk cId="1092517109" sldId="324"/>
            <ac:spMk id="27" creationId="{9B04EE82-C785-BDA0-CB9E-42135606DB3D}"/>
          </ac:spMkLst>
        </pc:spChg>
      </pc:sldChg>
      <pc:sldChg chg="modSp mod">
        <pc:chgData name="Toby Donaldson" userId="2e6e5431-bb17-4c41-9985-d39c50d83c73" providerId="ADAL" clId="{7F9681A8-EEE2-56F4-9B39-ECCBEE0471AC}" dt="2026-01-26T04:32:43.774" v="673" actId="20577"/>
        <pc:sldMkLst>
          <pc:docMk/>
          <pc:sldMk cId="519914869" sldId="331"/>
        </pc:sldMkLst>
        <pc:spChg chg="mod">
          <ac:chgData name="Toby Donaldson" userId="2e6e5431-bb17-4c41-9985-d39c50d83c73" providerId="ADAL" clId="{7F9681A8-EEE2-56F4-9B39-ECCBEE0471AC}" dt="2026-01-26T04:32:43.774" v="673" actId="20577"/>
          <ac:spMkLst>
            <pc:docMk/>
            <pc:sldMk cId="519914869" sldId="331"/>
            <ac:spMk id="27" creationId="{9B04EE82-C785-BDA0-CB9E-42135606DB3D}"/>
          </ac:spMkLst>
        </pc:spChg>
      </pc:sldChg>
      <pc:sldChg chg="del">
        <pc:chgData name="Toby Donaldson" userId="2e6e5431-bb17-4c41-9985-d39c50d83c73" providerId="ADAL" clId="{7F9681A8-EEE2-56F4-9B39-ECCBEE0471AC}" dt="2026-01-26T05:33:14.794" v="751" actId="2696"/>
        <pc:sldMkLst>
          <pc:docMk/>
          <pc:sldMk cId="2849956798" sldId="332"/>
        </pc:sldMkLst>
      </pc:sldChg>
      <pc:sldChg chg="del">
        <pc:chgData name="Toby Donaldson" userId="2e6e5431-bb17-4c41-9985-d39c50d83c73" providerId="ADAL" clId="{7F9681A8-EEE2-56F4-9B39-ECCBEE0471AC}" dt="2026-01-26T05:33:48.075" v="754" actId="2696"/>
        <pc:sldMkLst>
          <pc:docMk/>
          <pc:sldMk cId="3967795402" sldId="333"/>
        </pc:sldMkLst>
      </pc:sldChg>
      <pc:sldChg chg="del">
        <pc:chgData name="Toby Donaldson" userId="2e6e5431-bb17-4c41-9985-d39c50d83c73" providerId="ADAL" clId="{7F9681A8-EEE2-56F4-9B39-ECCBEE0471AC}" dt="2026-01-26T05:34:04.408" v="757" actId="2696"/>
        <pc:sldMkLst>
          <pc:docMk/>
          <pc:sldMk cId="2618373808" sldId="334"/>
        </pc:sldMkLst>
      </pc:sldChg>
      <pc:sldChg chg="del">
        <pc:chgData name="Toby Donaldson" userId="2e6e5431-bb17-4c41-9985-d39c50d83c73" providerId="ADAL" clId="{7F9681A8-EEE2-56F4-9B39-ECCBEE0471AC}" dt="2026-01-26T05:43:47.583" v="1118" actId="2696"/>
        <pc:sldMkLst>
          <pc:docMk/>
          <pc:sldMk cId="2716633986" sldId="335"/>
        </pc:sldMkLst>
      </pc:sldChg>
      <pc:sldChg chg="del">
        <pc:chgData name="Toby Donaldson" userId="2e6e5431-bb17-4c41-9985-d39c50d83c73" providerId="ADAL" clId="{7F9681A8-EEE2-56F4-9B39-ECCBEE0471AC}" dt="2026-01-26T05:43:47.583" v="1118" actId="2696"/>
        <pc:sldMkLst>
          <pc:docMk/>
          <pc:sldMk cId="1424474129" sldId="336"/>
        </pc:sldMkLst>
      </pc:sldChg>
      <pc:sldChg chg="del">
        <pc:chgData name="Toby Donaldson" userId="2e6e5431-bb17-4c41-9985-d39c50d83c73" providerId="ADAL" clId="{7F9681A8-EEE2-56F4-9B39-ECCBEE0471AC}" dt="2026-01-26T05:43:47.583" v="1118" actId="2696"/>
        <pc:sldMkLst>
          <pc:docMk/>
          <pc:sldMk cId="3046212211" sldId="337"/>
        </pc:sldMkLst>
      </pc:sldChg>
      <pc:sldChg chg="del">
        <pc:chgData name="Toby Donaldson" userId="2e6e5431-bb17-4c41-9985-d39c50d83c73" providerId="ADAL" clId="{7F9681A8-EEE2-56F4-9B39-ECCBEE0471AC}" dt="2026-01-26T05:43:47.583" v="1118" actId="2696"/>
        <pc:sldMkLst>
          <pc:docMk/>
          <pc:sldMk cId="2280668604" sldId="338"/>
        </pc:sldMkLst>
      </pc:sldChg>
      <pc:sldChg chg="modSp mod">
        <pc:chgData name="Toby Donaldson" userId="2e6e5431-bb17-4c41-9985-d39c50d83c73" providerId="ADAL" clId="{7F9681A8-EEE2-56F4-9B39-ECCBEE0471AC}" dt="2026-01-23T20:43:55.810" v="10" actId="1076"/>
        <pc:sldMkLst>
          <pc:docMk/>
          <pc:sldMk cId="1310673805" sldId="339"/>
        </pc:sldMkLst>
        <pc:spChg chg="mod">
          <ac:chgData name="Toby Donaldson" userId="2e6e5431-bb17-4c41-9985-d39c50d83c73" providerId="ADAL" clId="{7F9681A8-EEE2-56F4-9B39-ECCBEE0471AC}" dt="2026-01-23T20:43:55.810" v="10" actId="1076"/>
          <ac:spMkLst>
            <pc:docMk/>
            <pc:sldMk cId="1310673805" sldId="339"/>
            <ac:spMk id="3" creationId="{49194A70-E003-CF27-E354-4BF61D0280E6}"/>
          </ac:spMkLst>
        </pc:spChg>
        <pc:spChg chg="mod">
          <ac:chgData name="Toby Donaldson" userId="2e6e5431-bb17-4c41-9985-d39c50d83c73" providerId="ADAL" clId="{7F9681A8-EEE2-56F4-9B39-ECCBEE0471AC}" dt="2026-01-23T20:43:55.810" v="10" actId="1076"/>
          <ac:spMkLst>
            <pc:docMk/>
            <pc:sldMk cId="1310673805" sldId="339"/>
            <ac:spMk id="9" creationId="{2946CC19-ECB5-0C67-CA6C-45A07D08376C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8:39.278" v="180" actId="21"/>
        <pc:sldMkLst>
          <pc:docMk/>
          <pc:sldMk cId="2203291535" sldId="340"/>
        </pc:sldMkLst>
        <pc:spChg chg="add mod">
          <ac:chgData name="Toby Donaldson" userId="2e6e5431-bb17-4c41-9985-d39c50d83c73" providerId="ADAL" clId="{7F9681A8-EEE2-56F4-9B39-ECCBEE0471AC}" dt="2026-01-23T20:45:44.657" v="36" actId="20577"/>
          <ac:spMkLst>
            <pc:docMk/>
            <pc:sldMk cId="2203291535" sldId="340"/>
            <ac:spMk id="2" creationId="{07E26D55-8088-4975-72FE-75C57724F5E2}"/>
          </ac:spMkLst>
        </pc:spChg>
      </pc:sldChg>
      <pc:sldChg chg="addSp modSp mod">
        <pc:chgData name="Toby Donaldson" userId="2e6e5431-bb17-4c41-9985-d39c50d83c73" providerId="ADAL" clId="{7F9681A8-EEE2-56F4-9B39-ECCBEE0471AC}" dt="2026-01-23T20:49:53.024" v="243" actId="1076"/>
        <pc:sldMkLst>
          <pc:docMk/>
          <pc:sldMk cId="3386612823" sldId="341"/>
        </pc:sldMkLst>
        <pc:spChg chg="add mod">
          <ac:chgData name="Toby Donaldson" userId="2e6e5431-bb17-4c41-9985-d39c50d83c73" providerId="ADAL" clId="{7F9681A8-EEE2-56F4-9B39-ECCBEE0471AC}" dt="2026-01-23T20:49:53.024" v="243" actId="1076"/>
          <ac:spMkLst>
            <pc:docMk/>
            <pc:sldMk cId="3386612823" sldId="341"/>
            <ac:spMk id="2" creationId="{1CA7CE99-766E-7773-4E98-0778E089E66B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7:12.555" v="133" actId="21"/>
        <pc:sldMkLst>
          <pc:docMk/>
          <pc:sldMk cId="1534370893" sldId="342"/>
        </pc:sldMkLst>
      </pc:sldChg>
      <pc:sldChg chg="addSp delSp modSp mod">
        <pc:chgData name="Toby Donaldson" userId="2e6e5431-bb17-4c41-9985-d39c50d83c73" providerId="ADAL" clId="{7F9681A8-EEE2-56F4-9B39-ECCBEE0471AC}" dt="2026-01-23T20:53:45.360" v="400" actId="21"/>
        <pc:sldMkLst>
          <pc:docMk/>
          <pc:sldMk cId="1866605820" sldId="343"/>
        </pc:sldMkLst>
        <pc:spChg chg="add mod">
          <ac:chgData name="Toby Donaldson" userId="2e6e5431-bb17-4c41-9985-d39c50d83c73" providerId="ADAL" clId="{7F9681A8-EEE2-56F4-9B39-ECCBEE0471AC}" dt="2026-01-23T20:51:37.682" v="341" actId="2711"/>
          <ac:spMkLst>
            <pc:docMk/>
            <pc:sldMk cId="1866605820" sldId="343"/>
            <ac:spMk id="2" creationId="{A9750C07-B0EC-2D40-5323-A70FEFEFB89F}"/>
          </ac:spMkLst>
        </pc:spChg>
        <pc:spChg chg="add mod">
          <ac:chgData name="Toby Donaldson" userId="2e6e5431-bb17-4c41-9985-d39c50d83c73" providerId="ADAL" clId="{7F9681A8-EEE2-56F4-9B39-ECCBEE0471AC}" dt="2026-01-23T20:52:17.831" v="348" actId="207"/>
          <ac:spMkLst>
            <pc:docMk/>
            <pc:sldMk cId="1866605820" sldId="343"/>
            <ac:spMk id="7" creationId="{3C0CAD86-E292-1BB2-6491-6A54D614B83F}"/>
          </ac:spMkLst>
        </pc:spChg>
        <pc:spChg chg="mod">
          <ac:chgData name="Toby Donaldson" userId="2e6e5431-bb17-4c41-9985-d39c50d83c73" providerId="ADAL" clId="{7F9681A8-EEE2-56F4-9B39-ECCBEE0471AC}" dt="2026-01-23T20:50:34.736" v="245" actId="207"/>
          <ac:spMkLst>
            <pc:docMk/>
            <pc:sldMk cId="1866605820" sldId="343"/>
            <ac:spMk id="8" creationId="{6EF561DF-C3CF-D4F0-936F-2C5CD1424934}"/>
          </ac:spMkLst>
        </pc:spChg>
        <pc:spChg chg="add mod">
          <ac:chgData name="Toby Donaldson" userId="2e6e5431-bb17-4c41-9985-d39c50d83c73" providerId="ADAL" clId="{7F9681A8-EEE2-56F4-9B39-ECCBEE0471AC}" dt="2026-01-23T20:52:21.673" v="349" actId="207"/>
          <ac:spMkLst>
            <pc:docMk/>
            <pc:sldMk cId="1866605820" sldId="343"/>
            <ac:spMk id="9" creationId="{96EF6762-EEFE-BC55-98CA-EE4CF441DD11}"/>
          </ac:spMkLst>
        </pc:spChg>
        <pc:spChg chg="add mod">
          <ac:chgData name="Toby Donaldson" userId="2e6e5431-bb17-4c41-9985-d39c50d83c73" providerId="ADAL" clId="{7F9681A8-EEE2-56F4-9B39-ECCBEE0471AC}" dt="2026-01-23T20:52:24.573" v="350" actId="207"/>
          <ac:spMkLst>
            <pc:docMk/>
            <pc:sldMk cId="1866605820" sldId="343"/>
            <ac:spMk id="10" creationId="{18C386E0-E69B-81F0-7A58-4706E19139EB}"/>
          </ac:spMkLst>
        </pc:spChg>
        <pc:spChg chg="add mod">
          <ac:chgData name="Toby Donaldson" userId="2e6e5431-bb17-4c41-9985-d39c50d83c73" providerId="ADAL" clId="{7F9681A8-EEE2-56F4-9B39-ECCBEE0471AC}" dt="2026-01-23T20:52:07.568" v="343"/>
          <ac:spMkLst>
            <pc:docMk/>
            <pc:sldMk cId="1866605820" sldId="343"/>
            <ac:spMk id="11" creationId="{91A2D9BE-DC6B-C717-21F9-4CB3025BAD1B}"/>
          </ac:spMkLst>
        </pc:spChg>
        <pc:spChg chg="add mod">
          <ac:chgData name="Toby Donaldson" userId="2e6e5431-bb17-4c41-9985-d39c50d83c73" providerId="ADAL" clId="{7F9681A8-EEE2-56F4-9B39-ECCBEE0471AC}" dt="2026-01-23T20:53:00.466" v="397" actId="1076"/>
          <ac:spMkLst>
            <pc:docMk/>
            <pc:sldMk cId="1866605820" sldId="343"/>
            <ac:spMk id="12" creationId="{B1D936B3-CB1A-3A13-9D86-F19170D34414}"/>
          </ac:spMkLst>
        </pc:spChg>
        <pc:cxnChg chg="add">
          <ac:chgData name="Toby Donaldson" userId="2e6e5431-bb17-4c41-9985-d39c50d83c73" providerId="ADAL" clId="{7F9681A8-EEE2-56F4-9B39-ECCBEE0471AC}" dt="2026-01-23T20:51:45.227" v="342" actId="11529"/>
          <ac:cxnSpMkLst>
            <pc:docMk/>
            <pc:sldMk cId="1866605820" sldId="343"/>
            <ac:cxnSpMk id="6" creationId="{DA29B846-BB5C-7566-7683-35A0CA0417BA}"/>
          </ac:cxnSpMkLst>
        </pc:cxnChg>
      </pc:sldChg>
      <pc:sldChg chg="add">
        <pc:chgData name="Toby Donaldson" userId="2e6e5431-bb17-4c41-9985-d39c50d83c73" providerId="ADAL" clId="{7F9681A8-EEE2-56F4-9B39-ECCBEE0471AC}" dt="2026-01-23T20:38:00.103" v="0" actId="2890"/>
        <pc:sldMkLst>
          <pc:docMk/>
          <pc:sldMk cId="3219435169" sldId="346"/>
        </pc:sldMkLst>
      </pc:sldChg>
      <pc:sldChg chg="add">
        <pc:chgData name="Toby Donaldson" userId="2e6e5431-bb17-4c41-9985-d39c50d83c73" providerId="ADAL" clId="{7F9681A8-EEE2-56F4-9B39-ECCBEE0471AC}" dt="2026-01-23T20:48:19.852" v="179" actId="2890"/>
        <pc:sldMkLst>
          <pc:docMk/>
          <pc:sldMk cId="2420213860" sldId="347"/>
        </pc:sldMkLst>
      </pc:sldChg>
      <pc:sldChg chg="add">
        <pc:chgData name="Toby Donaldson" userId="2e6e5431-bb17-4c41-9985-d39c50d83c73" providerId="ADAL" clId="{7F9681A8-EEE2-56F4-9B39-ECCBEE0471AC}" dt="2026-01-23T20:53:42.090" v="399" actId="2890"/>
        <pc:sldMkLst>
          <pc:docMk/>
          <pc:sldMk cId="288871818" sldId="348"/>
        </pc:sldMkLst>
      </pc:sldChg>
      <pc:sldChg chg="modSp add mod ord">
        <pc:chgData name="Toby Donaldson" userId="2e6e5431-bb17-4c41-9985-d39c50d83c73" providerId="ADAL" clId="{7F9681A8-EEE2-56F4-9B39-ECCBEE0471AC}" dt="2026-01-26T05:44:21.512" v="1121" actId="20578"/>
        <pc:sldMkLst>
          <pc:docMk/>
          <pc:sldMk cId="3424091404" sldId="349"/>
        </pc:sldMkLst>
        <pc:spChg chg="mod">
          <ac:chgData name="Toby Donaldson" userId="2e6e5431-bb17-4c41-9985-d39c50d83c73" providerId="ADAL" clId="{7F9681A8-EEE2-56F4-9B39-ECCBEE0471AC}" dt="2026-01-26T05:40:43.471" v="1069" actId="20577"/>
          <ac:spMkLst>
            <pc:docMk/>
            <pc:sldMk cId="3424091404" sldId="349"/>
            <ac:spMk id="8" creationId="{EBF13AB2-5AD9-06A3-8878-8C7D218D0FE8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1-26T05:40:37.208" v="1068" actId="20577"/>
        <pc:sldMkLst>
          <pc:docMk/>
          <pc:sldMk cId="4047988885" sldId="350"/>
        </pc:sldMkLst>
        <pc:spChg chg="add mod">
          <ac:chgData name="Toby Donaldson" userId="2e6e5431-bb17-4c41-9985-d39c50d83c73" providerId="ADAL" clId="{7F9681A8-EEE2-56F4-9B39-ECCBEE0471AC}" dt="2026-01-26T05:32:21.700" v="744"/>
          <ac:spMkLst>
            <pc:docMk/>
            <pc:sldMk cId="4047988885" sldId="350"/>
            <ac:spMk id="2" creationId="{AA7BE95A-2780-A7B8-9D15-B201E799E658}"/>
          </ac:spMkLst>
        </pc:spChg>
        <pc:spChg chg="add mod">
          <ac:chgData name="Toby Donaldson" userId="2e6e5431-bb17-4c41-9985-d39c50d83c73" providerId="ADAL" clId="{7F9681A8-EEE2-56F4-9B39-ECCBEE0471AC}" dt="2026-01-26T05:32:34.705" v="746" actId="14100"/>
          <ac:spMkLst>
            <pc:docMk/>
            <pc:sldMk cId="4047988885" sldId="350"/>
            <ac:spMk id="3" creationId="{C9BE046E-C1FA-75FF-449A-2D4C183CB1C7}"/>
          </ac:spMkLst>
        </pc:spChg>
        <pc:spChg chg="mod">
          <ac:chgData name="Toby Donaldson" userId="2e6e5431-bb17-4c41-9985-d39c50d83c73" providerId="ADAL" clId="{7F9681A8-EEE2-56F4-9B39-ECCBEE0471AC}" dt="2026-01-26T05:40:37.208" v="1068" actId="20577"/>
          <ac:spMkLst>
            <pc:docMk/>
            <pc:sldMk cId="4047988885" sldId="350"/>
            <ac:spMk id="8" creationId="{7F1FC73A-BD70-4F9F-9DF1-3A2D449C19B9}"/>
          </ac:spMkLst>
        </pc:spChg>
        <pc:spChg chg="del">
          <ac:chgData name="Toby Donaldson" userId="2e6e5431-bb17-4c41-9985-d39c50d83c73" providerId="ADAL" clId="{7F9681A8-EEE2-56F4-9B39-ECCBEE0471AC}" dt="2026-01-26T05:32:37.056" v="747" actId="21"/>
          <ac:spMkLst>
            <pc:docMk/>
            <pc:sldMk cId="4047988885" sldId="350"/>
            <ac:spMk id="9" creationId="{40D76859-52AE-BC9B-8A6C-45E6B9E335FB}"/>
          </ac:spMkLst>
        </pc:spChg>
        <pc:cxnChg chg="add mod">
          <ac:chgData name="Toby Donaldson" userId="2e6e5431-bb17-4c41-9985-d39c50d83c73" providerId="ADAL" clId="{7F9681A8-EEE2-56F4-9B39-ECCBEE0471AC}" dt="2026-01-26T05:32:34.705" v="746" actId="14100"/>
          <ac:cxnSpMkLst>
            <pc:docMk/>
            <pc:sldMk cId="4047988885" sldId="350"/>
            <ac:cxnSpMk id="5" creationId="{7316C5AE-06E0-3B88-6AE6-BE84E7EC033E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6T05:40:32.525" v="1067" actId="20577"/>
        <pc:sldMkLst>
          <pc:docMk/>
          <pc:sldMk cId="3726468053" sldId="351"/>
        </pc:sldMkLst>
        <pc:spChg chg="add mod">
          <ac:chgData name="Toby Donaldson" userId="2e6e5431-bb17-4c41-9985-d39c50d83c73" providerId="ADAL" clId="{7F9681A8-EEE2-56F4-9B39-ECCBEE0471AC}" dt="2026-01-26T05:33:07.585" v="750"/>
          <ac:spMkLst>
            <pc:docMk/>
            <pc:sldMk cId="3726468053" sldId="351"/>
            <ac:spMk id="6" creationId="{AD1E347E-CD3A-312A-71AE-62991EF2239F}"/>
          </ac:spMkLst>
        </pc:spChg>
        <pc:spChg chg="mod">
          <ac:chgData name="Toby Donaldson" userId="2e6e5431-bb17-4c41-9985-d39c50d83c73" providerId="ADAL" clId="{7F9681A8-EEE2-56F4-9B39-ECCBEE0471AC}" dt="2026-01-26T05:40:32.525" v="1067" actId="20577"/>
          <ac:spMkLst>
            <pc:docMk/>
            <pc:sldMk cId="3726468053" sldId="351"/>
            <ac:spMk id="8" creationId="{2732C568-9F9C-0E9B-20B7-1AC8D98B005F}"/>
          </ac:spMkLst>
        </pc:spChg>
        <pc:cxnChg chg="add mod">
          <ac:chgData name="Toby Donaldson" userId="2e6e5431-bb17-4c41-9985-d39c50d83c73" providerId="ADAL" clId="{7F9681A8-EEE2-56F4-9B39-ECCBEE0471AC}" dt="2026-01-26T05:33:07.585" v="750"/>
          <ac:cxnSpMkLst>
            <pc:docMk/>
            <pc:sldMk cId="3726468053" sldId="351"/>
            <ac:cxnSpMk id="7" creationId="{D70EA874-8107-CEB5-7832-4555B619DB0D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6T05:40:28.990" v="1066" actId="20577"/>
        <pc:sldMkLst>
          <pc:docMk/>
          <pc:sldMk cId="1966231317" sldId="352"/>
        </pc:sldMkLst>
        <pc:spChg chg="mod">
          <ac:chgData name="Toby Donaldson" userId="2e6e5431-bb17-4c41-9985-d39c50d83c73" providerId="ADAL" clId="{7F9681A8-EEE2-56F4-9B39-ECCBEE0471AC}" dt="2026-01-26T05:40:28.990" v="1066" actId="20577"/>
          <ac:spMkLst>
            <pc:docMk/>
            <pc:sldMk cId="1966231317" sldId="352"/>
            <ac:spMk id="8" creationId="{3E4C639E-C9C9-2259-9B1A-DE3F11D1A0FF}"/>
          </ac:spMkLst>
        </pc:spChg>
        <pc:spChg chg="add mod">
          <ac:chgData name="Toby Donaldson" userId="2e6e5431-bb17-4c41-9985-d39c50d83c73" providerId="ADAL" clId="{7F9681A8-EEE2-56F4-9B39-ECCBEE0471AC}" dt="2026-01-26T05:33:40.164" v="753"/>
          <ac:spMkLst>
            <pc:docMk/>
            <pc:sldMk cId="1966231317" sldId="352"/>
            <ac:spMk id="9" creationId="{08612340-EC54-32F1-D45B-EA8A2BE316B4}"/>
          </ac:spMkLst>
        </pc:spChg>
        <pc:cxnChg chg="add mod">
          <ac:chgData name="Toby Donaldson" userId="2e6e5431-bb17-4c41-9985-d39c50d83c73" providerId="ADAL" clId="{7F9681A8-EEE2-56F4-9B39-ECCBEE0471AC}" dt="2026-01-26T05:33:40.164" v="753"/>
          <ac:cxnSpMkLst>
            <pc:docMk/>
            <pc:sldMk cId="1966231317" sldId="352"/>
            <ac:cxnSpMk id="11" creationId="{4646F1CE-DBFB-28A5-46FA-8F8AC93B0D91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6T05:40:23.702" v="1065" actId="20577"/>
        <pc:sldMkLst>
          <pc:docMk/>
          <pc:sldMk cId="209797261" sldId="353"/>
        </pc:sldMkLst>
        <pc:spChg chg="mod">
          <ac:chgData name="Toby Donaldson" userId="2e6e5431-bb17-4c41-9985-d39c50d83c73" providerId="ADAL" clId="{7F9681A8-EEE2-56F4-9B39-ECCBEE0471AC}" dt="2026-01-26T05:40:23.702" v="1065" actId="20577"/>
          <ac:spMkLst>
            <pc:docMk/>
            <pc:sldMk cId="209797261" sldId="353"/>
            <ac:spMk id="8" creationId="{D79770E6-EA68-5D63-91CE-23982775952B}"/>
          </ac:spMkLst>
        </pc:spChg>
        <pc:spChg chg="add mod">
          <ac:chgData name="Toby Donaldson" userId="2e6e5431-bb17-4c41-9985-d39c50d83c73" providerId="ADAL" clId="{7F9681A8-EEE2-56F4-9B39-ECCBEE0471AC}" dt="2026-01-26T05:34:00.670" v="756"/>
          <ac:spMkLst>
            <pc:docMk/>
            <pc:sldMk cId="209797261" sldId="353"/>
            <ac:spMk id="12" creationId="{C3D51CF4-A852-F03C-B5F5-13DC61147F83}"/>
          </ac:spMkLst>
        </pc:spChg>
        <pc:cxnChg chg="add mod">
          <ac:chgData name="Toby Donaldson" userId="2e6e5431-bb17-4c41-9985-d39c50d83c73" providerId="ADAL" clId="{7F9681A8-EEE2-56F4-9B39-ECCBEE0471AC}" dt="2026-01-26T05:34:00.670" v="756"/>
          <ac:cxnSpMkLst>
            <pc:docMk/>
            <pc:sldMk cId="209797261" sldId="353"/>
            <ac:cxnSpMk id="14" creationId="{840326B1-5391-D477-8E50-31F42067D2DA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6T05:40:19.609" v="1064" actId="20577"/>
        <pc:sldMkLst>
          <pc:docMk/>
          <pc:sldMk cId="2138968120" sldId="354"/>
        </pc:sldMkLst>
        <pc:spChg chg="mod">
          <ac:chgData name="Toby Donaldson" userId="2e6e5431-bb17-4c41-9985-d39c50d83c73" providerId="ADAL" clId="{7F9681A8-EEE2-56F4-9B39-ECCBEE0471AC}" dt="2026-01-26T05:40:19.609" v="1064" actId="20577"/>
          <ac:spMkLst>
            <pc:docMk/>
            <pc:sldMk cId="2138968120" sldId="354"/>
            <ac:spMk id="8" creationId="{78242C90-4079-CC54-4105-863C63F52FDC}"/>
          </ac:spMkLst>
        </pc:spChg>
        <pc:spChg chg="del">
          <ac:chgData name="Toby Donaldson" userId="2e6e5431-bb17-4c41-9985-d39c50d83c73" providerId="ADAL" clId="{7F9681A8-EEE2-56F4-9B39-ECCBEE0471AC}" dt="2026-01-26T05:34:53.138" v="759" actId="21"/>
          <ac:spMkLst>
            <pc:docMk/>
            <pc:sldMk cId="2138968120" sldId="354"/>
            <ac:spMk id="10" creationId="{968D84EB-9C22-6F7E-8F8E-0780695FA95C}"/>
          </ac:spMkLst>
        </pc:spChg>
        <pc:spChg chg="del">
          <ac:chgData name="Toby Donaldson" userId="2e6e5431-bb17-4c41-9985-d39c50d83c73" providerId="ADAL" clId="{7F9681A8-EEE2-56F4-9B39-ECCBEE0471AC}" dt="2026-01-26T05:34:53.138" v="759" actId="21"/>
          <ac:spMkLst>
            <pc:docMk/>
            <pc:sldMk cId="2138968120" sldId="354"/>
            <ac:spMk id="13" creationId="{458BBAB4-0DC1-FCE4-27C9-4283F71754CE}"/>
          </ac:spMkLst>
        </pc:spChg>
        <pc:spChg chg="del">
          <ac:chgData name="Toby Donaldson" userId="2e6e5431-bb17-4c41-9985-d39c50d83c73" providerId="ADAL" clId="{7F9681A8-EEE2-56F4-9B39-ECCBEE0471AC}" dt="2026-01-26T05:34:53.138" v="759" actId="21"/>
          <ac:spMkLst>
            <pc:docMk/>
            <pc:sldMk cId="2138968120" sldId="354"/>
            <ac:spMk id="15" creationId="{2055AEB8-1688-83A3-70A7-3A62EA928BCD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6" creationId="{A6D76978-87C6-3844-EC6D-1F5D37D6BB8F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7" creationId="{94F812CC-51A9-42BB-7F5F-D84003154A79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8" creationId="{33778CFF-73F2-588D-45A8-1B75C430F6CC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6T05:42:08.839" v="1085"/>
        <pc:sldMkLst>
          <pc:docMk/>
          <pc:sldMk cId="3628936488" sldId="355"/>
        </pc:sldMkLst>
        <pc:spChg chg="mod">
          <ac:chgData name="Toby Donaldson" userId="2e6e5431-bb17-4c41-9985-d39c50d83c73" providerId="ADAL" clId="{7F9681A8-EEE2-56F4-9B39-ECCBEE0471AC}" dt="2026-01-26T05:36:58.021" v="872" actId="20577"/>
          <ac:spMkLst>
            <pc:docMk/>
            <pc:sldMk cId="3628936488" sldId="355"/>
            <ac:spMk id="2" creationId="{FCB63304-09AB-7EDF-7DFE-6FDD5A569A18}"/>
          </ac:spMkLst>
        </pc:spChg>
        <pc:spChg chg="del mod">
          <ac:chgData name="Toby Donaldson" userId="2e6e5431-bb17-4c41-9985-d39c50d83c73" providerId="ADAL" clId="{7F9681A8-EEE2-56F4-9B39-ECCBEE0471AC}" dt="2026-01-26T05:37:20.814" v="875" actId="21"/>
          <ac:spMkLst>
            <pc:docMk/>
            <pc:sldMk cId="3628936488" sldId="355"/>
            <ac:spMk id="3" creationId="{EE03776D-2CEF-15F2-2205-2B484D862ABD}"/>
          </ac:spMkLst>
        </pc:spChg>
        <pc:spChg chg="del">
          <ac:chgData name="Toby Donaldson" userId="2e6e5431-bb17-4c41-9985-d39c50d83c73" providerId="ADAL" clId="{7F9681A8-EEE2-56F4-9B39-ECCBEE0471AC}" dt="2026-01-26T05:36:17.402" v="768" actId="21"/>
          <ac:spMkLst>
            <pc:docMk/>
            <pc:sldMk cId="3628936488" sldId="355"/>
            <ac:spMk id="6" creationId="{B48C873E-DCA6-47EB-8C80-D8F01E4DABE3}"/>
          </ac:spMkLst>
        </pc:spChg>
        <pc:spChg chg="mod">
          <ac:chgData name="Toby Donaldson" userId="2e6e5431-bb17-4c41-9985-d39c50d83c73" providerId="ADAL" clId="{7F9681A8-EEE2-56F4-9B39-ECCBEE0471AC}" dt="2026-01-26T05:40:16.100" v="1063" actId="20577"/>
          <ac:spMkLst>
            <pc:docMk/>
            <pc:sldMk cId="3628936488" sldId="355"/>
            <ac:spMk id="8" creationId="{C77F9965-6A34-72C4-FE7B-49BA4630C2F1}"/>
          </ac:spMkLst>
        </pc:spChg>
        <pc:spChg chg="del">
          <ac:chgData name="Toby Donaldson" userId="2e6e5431-bb17-4c41-9985-d39c50d83c73" providerId="ADAL" clId="{7F9681A8-EEE2-56F4-9B39-ECCBEE0471AC}" dt="2026-01-26T05:36:17.402" v="768" actId="21"/>
          <ac:spMkLst>
            <pc:docMk/>
            <pc:sldMk cId="3628936488" sldId="355"/>
            <ac:spMk id="9" creationId="{DB78BEED-D3D9-FB66-5CEE-B4377246EB44}"/>
          </ac:spMkLst>
        </pc:spChg>
        <pc:spChg chg="del">
          <ac:chgData name="Toby Donaldson" userId="2e6e5431-bb17-4c41-9985-d39c50d83c73" providerId="ADAL" clId="{7F9681A8-EEE2-56F4-9B39-ECCBEE0471AC}" dt="2026-01-26T05:36:17.402" v="768" actId="21"/>
          <ac:spMkLst>
            <pc:docMk/>
            <pc:sldMk cId="3628936488" sldId="355"/>
            <ac:spMk id="12" creationId="{526093DE-4358-FC08-4494-BE3F28B9CE02}"/>
          </ac:spMkLst>
        </pc:spChg>
        <pc:spChg chg="del">
          <ac:chgData name="Toby Donaldson" userId="2e6e5431-bb17-4c41-9985-d39c50d83c73" providerId="ADAL" clId="{7F9681A8-EEE2-56F4-9B39-ECCBEE0471AC}" dt="2026-01-26T05:36:05.229" v="765" actId="21"/>
          <ac:spMkLst>
            <pc:docMk/>
            <pc:sldMk cId="3628936488" sldId="355"/>
            <ac:spMk id="16" creationId="{C1482488-AE79-6380-7086-1C8F37C56EFD}"/>
          </ac:spMkLst>
        </pc:spChg>
        <pc:spChg chg="del">
          <ac:chgData name="Toby Donaldson" userId="2e6e5431-bb17-4c41-9985-d39c50d83c73" providerId="ADAL" clId="{7F9681A8-EEE2-56F4-9B39-ECCBEE0471AC}" dt="2026-01-26T05:36:05.229" v="765" actId="21"/>
          <ac:spMkLst>
            <pc:docMk/>
            <pc:sldMk cId="3628936488" sldId="355"/>
            <ac:spMk id="17" creationId="{F8BD4E07-7491-A080-49D6-F91FB7A594E9}"/>
          </ac:spMkLst>
        </pc:spChg>
        <pc:spChg chg="del mod">
          <ac:chgData name="Toby Donaldson" userId="2e6e5431-bb17-4c41-9985-d39c50d83c73" providerId="ADAL" clId="{7F9681A8-EEE2-56F4-9B39-ECCBEE0471AC}" dt="2026-01-26T05:42:00.406" v="1084" actId="21"/>
          <ac:spMkLst>
            <pc:docMk/>
            <pc:sldMk cId="3628936488" sldId="355"/>
            <ac:spMk id="18" creationId="{871FA30F-4B41-F45D-00A1-AB38BB3F213C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19" creationId="{3AE23573-7525-28ED-0E2D-D2EEE3F60AA3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20" creationId="{E2810027-EFBA-E0B9-38D0-90E166F9AE63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21" creationId="{D5698D8F-E27E-31EA-C37D-5367C367C304}"/>
          </ac:spMkLst>
        </pc:spChg>
        <pc:cxnChg chg="mod">
          <ac:chgData name="Toby Donaldson" userId="2e6e5431-bb17-4c41-9985-d39c50d83c73" providerId="ADAL" clId="{7F9681A8-EEE2-56F4-9B39-ECCBEE0471AC}" dt="2026-01-26T05:36:56.231" v="863" actId="20577"/>
          <ac:cxnSpMkLst>
            <pc:docMk/>
            <pc:sldMk cId="3628936488" sldId="355"/>
            <ac:cxnSpMk id="5" creationId="{5CFA78FB-2743-24F1-6227-E939BF29E756}"/>
          </ac:cxnSpMkLst>
        </pc:cxnChg>
        <pc:cxnChg chg="del mod">
          <ac:chgData name="Toby Donaldson" userId="2e6e5431-bb17-4c41-9985-d39c50d83c73" providerId="ADAL" clId="{7F9681A8-EEE2-56F4-9B39-ECCBEE0471AC}" dt="2026-01-26T05:36:19.364" v="769" actId="21"/>
          <ac:cxnSpMkLst>
            <pc:docMk/>
            <pc:sldMk cId="3628936488" sldId="355"/>
            <ac:cxnSpMk id="7" creationId="{B3283C1A-611A-2AE4-36C1-596C546A1544}"/>
          </ac:cxnSpMkLst>
        </pc:cxnChg>
        <pc:cxnChg chg="del mod">
          <ac:chgData name="Toby Donaldson" userId="2e6e5431-bb17-4c41-9985-d39c50d83c73" providerId="ADAL" clId="{7F9681A8-EEE2-56F4-9B39-ECCBEE0471AC}" dt="2026-01-26T05:36:17.402" v="768" actId="21"/>
          <ac:cxnSpMkLst>
            <pc:docMk/>
            <pc:sldMk cId="3628936488" sldId="355"/>
            <ac:cxnSpMk id="11" creationId="{26C8E626-567A-E57F-19CA-33295B4C885F}"/>
          </ac:cxnSpMkLst>
        </pc:cxnChg>
        <pc:cxnChg chg="del mod">
          <ac:chgData name="Toby Donaldson" userId="2e6e5431-bb17-4c41-9985-d39c50d83c73" providerId="ADAL" clId="{7F9681A8-EEE2-56F4-9B39-ECCBEE0471AC}" dt="2026-01-26T05:36:17.402" v="768" actId="21"/>
          <ac:cxnSpMkLst>
            <pc:docMk/>
            <pc:sldMk cId="3628936488" sldId="355"/>
            <ac:cxnSpMk id="14" creationId="{83BDB3B2-DD0E-0261-619E-95D0196AF3AA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6T05:42:53.762" v="1115" actId="207"/>
        <pc:sldMkLst>
          <pc:docMk/>
          <pc:sldMk cId="4284578572" sldId="356"/>
        </pc:sldMkLst>
        <pc:spChg chg="add mod">
          <ac:chgData name="Toby Donaldson" userId="2e6e5431-bb17-4c41-9985-d39c50d83c73" providerId="ADAL" clId="{7F9681A8-EEE2-56F4-9B39-ECCBEE0471AC}" dt="2026-01-26T05:42:53.762" v="1115" actId="207"/>
          <ac:spMkLst>
            <pc:docMk/>
            <pc:sldMk cId="4284578572" sldId="356"/>
            <ac:spMk id="3" creationId="{A01E241F-D30D-47CE-F962-F877AA970EC4}"/>
          </ac:spMkLst>
        </pc:spChg>
        <pc:spChg chg="add mod">
          <ac:chgData name="Toby Donaldson" userId="2e6e5431-bb17-4c41-9985-d39c50d83c73" providerId="ADAL" clId="{7F9681A8-EEE2-56F4-9B39-ECCBEE0471AC}" dt="2026-01-26T05:39:02.100" v="1013" actId="14100"/>
          <ac:spMkLst>
            <pc:docMk/>
            <pc:sldMk cId="4284578572" sldId="356"/>
            <ac:spMk id="6" creationId="{1A30F334-0987-C109-216A-633444BC2B53}"/>
          </ac:spMkLst>
        </pc:spChg>
        <pc:spChg chg="add mod">
          <ac:chgData name="Toby Donaldson" userId="2e6e5431-bb17-4c41-9985-d39c50d83c73" providerId="ADAL" clId="{7F9681A8-EEE2-56F4-9B39-ECCBEE0471AC}" dt="2026-01-26T05:39:50.623" v="1040" actId="1076"/>
          <ac:spMkLst>
            <pc:docMk/>
            <pc:sldMk cId="4284578572" sldId="356"/>
            <ac:spMk id="7" creationId="{2FCB6A41-E6F8-6608-30C2-5568B8799464}"/>
          </ac:spMkLst>
        </pc:spChg>
        <pc:spChg chg="mod">
          <ac:chgData name="Toby Donaldson" userId="2e6e5431-bb17-4c41-9985-d39c50d83c73" providerId="ADAL" clId="{7F9681A8-EEE2-56F4-9B39-ECCBEE0471AC}" dt="2026-01-26T05:40:08.234" v="1061" actId="20577"/>
          <ac:spMkLst>
            <pc:docMk/>
            <pc:sldMk cId="4284578572" sldId="356"/>
            <ac:spMk id="8" creationId="{F5BD96D3-6CBF-866F-BA2C-D0A5CF16406E}"/>
          </ac:spMkLst>
        </pc:spChg>
        <pc:spChg chg="add mod">
          <ac:chgData name="Toby Donaldson" userId="2e6e5431-bb17-4c41-9985-d39c50d83c73" providerId="ADAL" clId="{7F9681A8-EEE2-56F4-9B39-ECCBEE0471AC}" dt="2026-01-26T05:41:13.817" v="1081"/>
          <ac:spMkLst>
            <pc:docMk/>
            <pc:sldMk cId="4284578572" sldId="356"/>
            <ac:spMk id="9" creationId="{67726028-2AC8-A022-A0DF-148EE9C7FED7}"/>
          </ac:spMkLst>
        </pc:spChg>
        <pc:spChg chg="add 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0" creationId="{204A1675-9665-0948-B153-74ABFCE8B631}"/>
          </ac:spMkLst>
        </pc:spChg>
        <pc:spChg chg="add 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1" creationId="{085FF303-7B5D-129D-4FEB-053308B31573}"/>
          </ac:spMkLst>
        </pc:spChg>
        <pc:spChg chg="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8" creationId="{AF83B70D-016B-FAC8-28B6-866D5EAD583E}"/>
          </ac:spMkLst>
        </pc:spChg>
      </pc:sldChg>
      <pc:sldChg chg="modSp new mod">
        <pc:chgData name="Toby Donaldson" userId="2e6e5431-bb17-4c41-9985-d39c50d83c73" providerId="ADAL" clId="{7F9681A8-EEE2-56F4-9B39-ECCBEE0471AC}" dt="2026-01-26T05:45:24.997" v="1258" actId="20577"/>
        <pc:sldMkLst>
          <pc:docMk/>
          <pc:sldMk cId="3592128090" sldId="357"/>
        </pc:sldMkLst>
        <pc:spChg chg="mod">
          <ac:chgData name="Toby Donaldson" userId="2e6e5431-bb17-4c41-9985-d39c50d83c73" providerId="ADAL" clId="{7F9681A8-EEE2-56F4-9B39-ECCBEE0471AC}" dt="2026-01-26T05:44:53.559" v="1139" actId="20577"/>
          <ac:spMkLst>
            <pc:docMk/>
            <pc:sldMk cId="3592128090" sldId="357"/>
            <ac:spMk id="2" creationId="{1E1B846C-0C7C-3E51-2BFB-B21E9EFA9B6F}"/>
          </ac:spMkLst>
        </pc:spChg>
        <pc:spChg chg="mod">
          <ac:chgData name="Toby Donaldson" userId="2e6e5431-bb17-4c41-9985-d39c50d83c73" providerId="ADAL" clId="{7F9681A8-EEE2-56F4-9B39-ECCBEE0471AC}" dt="2026-01-26T05:45:24.997" v="1258" actId="20577"/>
          <ac:spMkLst>
            <pc:docMk/>
            <pc:sldMk cId="3592128090" sldId="357"/>
            <ac:spMk id="3" creationId="{D003BB6C-C63F-23BA-B12F-ABF7F2A410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25/1/2026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25/1/2026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25/1/2026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25/1/2026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3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Functions (and simple loops)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11242-B5A3-D371-4A7A-C8E9982D7CD5}"/>
              </a:ext>
            </a:extLst>
          </p:cNvPr>
          <p:cNvSpPr txBox="1"/>
          <p:nvPr/>
        </p:nvSpPr>
        <p:spPr>
          <a:xfrm>
            <a:off x="6860453" y="866125"/>
            <a:ext cx="516183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Notes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b="1" dirty="0"/>
              <a:t>Assignment 2 </a:t>
            </a:r>
            <a:r>
              <a:rPr lang="en-CA" sz="2400" dirty="0"/>
              <a:t>due next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Don’t start too late!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Take advantage of TA office hours this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Start to look at </a:t>
            </a:r>
            <a:r>
              <a:rPr lang="en-CA" sz="2400" b="1" dirty="0"/>
              <a:t>turtle graphics </a:t>
            </a:r>
            <a:r>
              <a:rPr lang="en-CA" sz="2400" dirty="0"/>
              <a:t>--- it’s fun and the assignment is about it</a:t>
            </a:r>
          </a:p>
        </p:txBody>
      </p:sp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dirty="0" err="1"/>
                <a:t>math.sqrt</a:t>
              </a:r>
              <a:endParaRPr lang="en-AU" sz="44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8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A4327C5-EFFA-DC23-EC97-E2CA64DCED48}"/>
              </a:ext>
            </a:extLst>
          </p:cNvPr>
          <p:cNvSpPr txBox="1"/>
          <p:nvPr/>
        </p:nvSpPr>
        <p:spPr>
          <a:xfrm>
            <a:off x="7690389" y="3245139"/>
            <a:ext cx="3983976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sz="4400" dirty="0"/>
              <a:t>x = </a:t>
            </a:r>
            <a:r>
              <a:rPr lang="en-CA" sz="4400" dirty="0" err="1"/>
              <a:t>math.sqrt</a:t>
            </a:r>
            <a:r>
              <a:rPr lang="en-CA" sz="4400" dirty="0"/>
              <a:t>(</a:t>
            </a:r>
            <a:r>
              <a:rPr lang="en-CA" sz="4400"/>
              <a:t>4</a:t>
            </a:r>
            <a:r>
              <a:rPr lang="en-CA" sz="4400" dirty="0"/>
              <a:t>)</a:t>
            </a:r>
            <a:endParaRPr lang="en-AU" sz="4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dirty="0" err="1"/>
                <a:t>math.sqrt</a:t>
              </a:r>
              <a:endParaRPr lang="en-AU" sz="44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906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0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16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34E3-1D05-A520-BA84-9F124AA4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E183-ED20-F37B-986C-EEEA7D8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0B2FF-9B24-92CC-F0E4-0F9B3910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786F7-FF53-F35F-69DE-177B4EFEEE92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EF102-C1FE-5DB5-4B96-91BC660C8F91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B822E-30AB-C9D5-D6C8-A2F1C92ADE34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921ACF-331D-90FC-7BB3-3FF465608DAE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F3D6D3-8F7F-2534-0177-E552562C85C7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5F35F-88AF-9657-7C85-797CBBD224BA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62A56-B719-602D-0016-AE41A1E11EC9}"/>
              </a:ext>
            </a:extLst>
          </p:cNvPr>
          <p:cNvSpPr txBox="1"/>
          <p:nvPr/>
        </p:nvSpPr>
        <p:spPr>
          <a:xfrm>
            <a:off x="7016860" y="1271417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body</a:t>
            </a:r>
            <a:r>
              <a:rPr lang="en-CA"/>
              <a:t>.</a:t>
            </a:r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6BCD3F-7F7B-5EC9-A024-6F830269C949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720263" y="1917748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3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95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0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name comes the </a:t>
            </a:r>
            <a:r>
              <a:rPr lang="en-CA" b="1" dirty="0"/>
              <a:t>parameter list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(</a:t>
            </a:r>
            <a:r>
              <a:rPr lang="en-CA" dirty="0"/>
              <a:t> is an </a:t>
            </a:r>
            <a:r>
              <a:rPr lang="en-CA" b="1" dirty="0"/>
              <a:t>open</a:t>
            </a:r>
            <a:r>
              <a:rPr lang="en-CA" dirty="0"/>
              <a:t> parenthesis</a:t>
            </a:r>
            <a:br>
              <a:rPr lang="en-CA" dirty="0"/>
            </a:br>
            <a:r>
              <a:rPr lang="en-CA" b="1" dirty="0"/>
              <a:t>)</a:t>
            </a:r>
            <a:r>
              <a:rPr lang="en-CA" dirty="0"/>
              <a:t> is a </a:t>
            </a:r>
            <a:r>
              <a:rPr lang="en-CA" b="1" dirty="0"/>
              <a:t>closed</a:t>
            </a:r>
            <a:r>
              <a:rPr lang="en-CA" dirty="0"/>
              <a:t> parenthesis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36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81EB39-1126-2B52-1A98-53E7C9DD425C}"/>
              </a:ext>
            </a:extLst>
          </p:cNvPr>
          <p:cNvSpPr/>
          <p:nvPr/>
        </p:nvSpPr>
        <p:spPr>
          <a:xfrm>
            <a:off x="5463608" y="2588168"/>
            <a:ext cx="275456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name comes the </a:t>
            </a:r>
            <a:r>
              <a:rPr lang="en-CA" b="1" dirty="0"/>
              <a:t>parameter list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6F550C-F0F2-5091-8193-ADDABF62B722}"/>
              </a:ext>
            </a:extLst>
          </p:cNvPr>
          <p:cNvSpPr txBox="1"/>
          <p:nvPr/>
        </p:nvSpPr>
        <p:spPr>
          <a:xfrm>
            <a:off x="7209006" y="2126503"/>
            <a:ext cx="19994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</a:t>
            </a:r>
            <a:r>
              <a:rPr lang="en-CA" b="1" dirty="0"/>
              <a:t>parameter list </a:t>
            </a:r>
            <a:r>
              <a:rPr lang="en-CA" dirty="0"/>
              <a:t>comes a </a:t>
            </a:r>
            <a:r>
              <a:rPr lang="en-CA" b="1" dirty="0"/>
              <a:t>:</a:t>
            </a:r>
            <a:r>
              <a:rPr lang="en-CA" dirty="0"/>
              <a:t> (colon).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617EBC-ECAE-C3B5-C838-333188A524A7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836588" y="2588168"/>
            <a:ext cx="1372418" cy="195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(</a:t>
            </a:r>
            <a:r>
              <a:rPr lang="en-CA" dirty="0"/>
              <a:t> is an </a:t>
            </a:r>
            <a:r>
              <a:rPr lang="en-CA" b="1" dirty="0"/>
              <a:t>open</a:t>
            </a:r>
            <a:r>
              <a:rPr lang="en-CA" dirty="0"/>
              <a:t> parenthesis</a:t>
            </a:r>
            <a:br>
              <a:rPr lang="en-CA" dirty="0"/>
            </a:br>
            <a:r>
              <a:rPr lang="en-CA" b="1" dirty="0"/>
              <a:t>)</a:t>
            </a:r>
            <a:r>
              <a:rPr lang="en-CA" dirty="0"/>
              <a:t> is a </a:t>
            </a:r>
            <a:r>
              <a:rPr lang="en-CA" b="1" dirty="0"/>
              <a:t>closed</a:t>
            </a:r>
            <a:r>
              <a:rPr lang="en-CA" dirty="0"/>
              <a:t> parenthesis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7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AE80C0-436D-52C6-38FA-8DF421454B21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A27BCE-E027-26A2-610F-E33D7A61E431}"/>
              </a:ext>
            </a:extLst>
          </p:cNvPr>
          <p:cNvSpPr txBox="1"/>
          <p:nvPr/>
        </p:nvSpPr>
        <p:spPr>
          <a:xfrm>
            <a:off x="6096001" y="1229241"/>
            <a:ext cx="24704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body of a function definition consists of 1 or more statements.</a:t>
            </a:r>
            <a:endParaRPr lang="en-AU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01D27B-AA60-DBFE-FEDC-0BEACA095F92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6894095" y="2152571"/>
            <a:ext cx="437148" cy="855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699A7A-430C-A6AD-69FD-466D12327618}"/>
              </a:ext>
            </a:extLst>
          </p:cNvPr>
          <p:cNvSpPr txBox="1"/>
          <p:nvPr/>
        </p:nvSpPr>
        <p:spPr>
          <a:xfrm>
            <a:off x="9135980" y="1367740"/>
            <a:ext cx="21331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particular function body has 5 </a:t>
            </a:r>
            <a:r>
              <a:rPr lang="en-CA"/>
              <a:t>print </a:t>
            </a:r>
            <a:r>
              <a:rPr lang="en-CA" dirty="0"/>
              <a:t>statements.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ECC055-C110-183B-27A6-25DC057B836F}"/>
              </a:ext>
            </a:extLst>
          </p:cNvPr>
          <p:cNvCxnSpPr>
            <a:cxnSpLocks/>
          </p:cNvCxnSpPr>
          <p:nvPr/>
        </p:nvCxnSpPr>
        <p:spPr>
          <a:xfrm flipH="1">
            <a:off x="8746958" y="2291070"/>
            <a:ext cx="389022" cy="716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634A30-244A-564F-DCD3-C53594054409}"/>
              </a:ext>
            </a:extLst>
          </p:cNvPr>
          <p:cNvSpPr txBox="1"/>
          <p:nvPr/>
        </p:nvSpPr>
        <p:spPr>
          <a:xfrm>
            <a:off x="641686" y="5596529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Important!</a:t>
            </a:r>
            <a:br>
              <a:rPr lang="en-CA" dirty="0"/>
            </a:br>
            <a:r>
              <a:rPr lang="en-CA" dirty="0"/>
              <a:t>The statements in the body of a function must be consistently </a:t>
            </a:r>
            <a:r>
              <a:rPr lang="en-CA"/>
              <a:t>indented.</a:t>
            </a:r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1410E-36D7-6CAF-063A-4B084FD7DCD5}"/>
              </a:ext>
            </a:extLst>
          </p:cNvPr>
          <p:cNvSpPr/>
          <p:nvPr/>
        </p:nvSpPr>
        <p:spPr>
          <a:xfrm>
            <a:off x="1661106" y="3140242"/>
            <a:ext cx="704360" cy="197317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88662D-71AE-6BC3-90A1-1122058A7402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V="1">
            <a:off x="2013286" y="5113421"/>
            <a:ext cx="0" cy="483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0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057A2-2766-1958-27FF-165EA233799A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4097905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304B2A-6E9B-6CB5-BF62-4B69BBED98EE}"/>
              </a:ext>
            </a:extLst>
          </p:cNvPr>
          <p:cNvSpPr txBox="1"/>
          <p:nvPr/>
        </p:nvSpPr>
        <p:spPr>
          <a:xfrm>
            <a:off x="4503168" y="4780678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F840-2634-EBC0-6D99-5C3A06EAF27B}"/>
              </a:ext>
            </a:extLst>
          </p:cNvPr>
          <p:cNvSpPr txBox="1"/>
          <p:nvPr/>
        </p:nvSpPr>
        <p:spPr>
          <a:xfrm>
            <a:off x="4503168" y="189182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CB11C-790B-7DEA-5A61-2065C3F98989}"/>
              </a:ext>
            </a:extLst>
          </p:cNvPr>
          <p:cNvSpPr txBox="1"/>
          <p:nvPr/>
        </p:nvSpPr>
        <p:spPr>
          <a:xfrm>
            <a:off x="4503168" y="2553944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AAFE9-B088-C0B2-4DA9-CDDEC4559C74}"/>
              </a:ext>
            </a:extLst>
          </p:cNvPr>
          <p:cNvSpPr txBox="1"/>
          <p:nvPr/>
        </p:nvSpPr>
        <p:spPr>
          <a:xfrm>
            <a:off x="11011234" y="2333811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F1888-4E78-2BE5-6235-42037027A2A9}"/>
              </a:ext>
            </a:extLst>
          </p:cNvPr>
          <p:cNvSpPr txBox="1"/>
          <p:nvPr/>
        </p:nvSpPr>
        <p:spPr>
          <a:xfrm>
            <a:off x="10908389" y="373848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50B88-78E8-00B5-1070-D7CA485DDE5D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68356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9753E-B219-A624-674E-05ABA396D0F3}"/>
              </a:ext>
            </a:extLst>
          </p:cNvPr>
          <p:cNvSpPr txBox="1"/>
          <p:nvPr/>
        </p:nvSpPr>
        <p:spPr>
          <a:xfrm>
            <a:off x="816810" y="634537"/>
            <a:ext cx="22227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 this function.</a:t>
            </a:r>
            <a:br>
              <a:rPr lang="en-CA"/>
            </a:br>
            <a:r>
              <a:rPr lang="en-CA"/>
              <a:t>What are its parts?</a:t>
            </a:r>
            <a:br>
              <a:rPr lang="en-CA"/>
            </a:br>
            <a:r>
              <a:rPr lang="en-CA"/>
              <a:t>What does it do?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60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3164-CC63-59D4-E608-63A09EC8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9EF9F-816C-9F3D-7B02-52AC2CA5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13AB2-5AD9-06A3-8878-8C7D218D0FE8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6D0A2-D3AC-49A6-FBBC-4A612BACE46E}"/>
              </a:ext>
            </a:extLst>
          </p:cNvPr>
          <p:cNvSpPr txBox="1"/>
          <p:nvPr/>
        </p:nvSpPr>
        <p:spPr>
          <a:xfrm>
            <a:off x="816810" y="634537"/>
            <a:ext cx="22227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 this function.</a:t>
            </a:r>
            <a:br>
              <a:rPr lang="en-CA"/>
            </a:br>
            <a:r>
              <a:rPr lang="en-CA"/>
              <a:t>What are its parts?</a:t>
            </a:r>
            <a:br>
              <a:rPr lang="en-CA"/>
            </a:br>
            <a:r>
              <a:rPr lang="en-CA"/>
              <a:t>What does it do?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732CF-CCC7-9A45-5C3F-AD20710202D3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F9D06AD-5EF3-2A90-A988-D057F343613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74443-272D-F38C-9DF4-586BAC1856D0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underline('Hello')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424091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6BC7-1478-D455-5451-9EB306C1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E8CCA-75F9-87E7-F15E-745EFA18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FC73A-BD70-4F9F-9DF1-3A2D449C19B9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4909D-7E95-24DF-593D-2BD363EDAF09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7E87609-F935-1F92-82C4-CD15FC3605C7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D554F-171C-7583-FA5B-E977610C61F0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underline('Hello')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7BE95A-2780-A7B8-9D15-B201E799E658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E046E-C1FA-75FF-449A-2D4C183CB1C7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16C5AE-06E0-3B88-6AE6-BE84E7EC033E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988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9C08-6F77-506A-9DF9-FBCA4091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B1022-B6D5-2A56-0527-A362B2FB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2C568-9F9C-0E9B-20B7-1AC8D98B005F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1E5070-F8B5-75E7-E2FB-D3FBDEEFDA72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E2427C9-16EF-A0BF-581F-6F00BD408AF3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62EAF8-4062-14D0-92F7-524935E86B55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underline('Hello')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16299-3045-0E6C-164A-708ABF22C205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77E2B-8502-E13C-AA34-CE7872F571F0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2B7382-BB61-85F3-68CF-4E36B7F7CDA4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1E347E-CD3A-312A-71AE-62991EF2239F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0EA874-8107-CEB5-7832-4555B619DB0D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6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5330-3AD3-E646-851A-799B979F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EDA71-E6F9-306E-F344-7161A35C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639E-C9C9-2259-9B1A-DE3F11D1A0FF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003066-34E4-0177-5670-176E7793C03C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8F1A157-6A8B-B711-F52C-79880721128C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834EF-4F41-A388-16C2-9CD868FE3405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underline('Hello')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55BE9-8319-50D5-3A51-20220F1A13A7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8105EB-FE3C-B12F-0022-9339D106F9D0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C13062-A2A5-A802-D57B-116A15536C25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C8AD1B-9A57-D84F-1DE8-0C55FF043D90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E477E6-769A-913D-EDB5-8157E0FCB392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612340-EC54-32F1-D45B-EA8A2BE316B4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46F1CE-DBFB-28A5-46FA-8F8AC93B0D91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23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3CF-0470-BBA5-BAD0-5B46C4B0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A1D7-AFD9-598B-1110-EF8F3DFA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770E6-EA68-5D63-91CE-23982775952B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D724B-FA0B-B17F-272A-DEFD28C78296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670CCE9-9CD2-628F-341F-0956C7F95F8B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0BB543-B700-C0ED-B8D4-FDC43482995C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underline('Hello')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C6605-B564-0F2F-C861-176BCEC76495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6DB2B-7481-7AF2-EE93-9E47B948137D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446641-1A4B-A517-5E5E-ACC498437250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397F3E-9D8B-6360-0536-0847DB4F3DB8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F9DCB1-2758-BFFA-03A6-5DD6140AA478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9EEE5A-E8FD-4D6C-2956-FB252F17CEFB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33E5AB-F9A1-2536-EAA5-4B3B5E78ECA8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D51CF4-A852-F03C-B5F5-13DC61147F83}"/>
              </a:ext>
            </a:extLst>
          </p:cNvPr>
          <p:cNvSpPr txBox="1"/>
          <p:nvPr/>
        </p:nvSpPr>
        <p:spPr>
          <a:xfrm>
            <a:off x="3384801" y="4984099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say that the </a:t>
            </a:r>
            <a:r>
              <a:rPr lang="en-CA" b="1"/>
              <a:t>scope</a:t>
            </a:r>
            <a:r>
              <a:rPr lang="en-CA"/>
              <a:t> of a local variable is the function it’s defined in.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0326B1-5391-D477-8E50-31F42067D2DA}"/>
              </a:ext>
            </a:extLst>
          </p:cNvPr>
          <p:cNvCxnSpPr>
            <a:stCxn id="12" idx="3"/>
          </p:cNvCxnSpPr>
          <p:nvPr/>
        </p:nvCxnSpPr>
        <p:spPr>
          <a:xfrm>
            <a:off x="5865825" y="5584264"/>
            <a:ext cx="1220485" cy="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9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BB33-1B14-1CC5-99E4-8A0D0609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57A21-E604-E29F-19A0-FCA69CB4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42C90-4079-CC54-4105-863C63F52FDC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A99F2-1753-BB9C-F742-F1F4F75D66A7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D6062-5528-ADAA-2D04-41E15D3DF08E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DA23F2-2D61-3461-F96B-1014E953C04C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E4DFA4-B607-F89D-0EA9-4DF2F98CA9BA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E27E6D-AD0C-0376-1FF8-76E6FDE18A54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DF1BC6-3CDD-8707-EC5B-8EC1BF0B6391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6FECE0-EA1A-BAE5-9B1C-7C7F39018EBE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23E00B-4509-4D68-BB0E-C30B7FF28FF1}"/>
              </a:ext>
            </a:extLst>
          </p:cNvPr>
          <p:cNvSpPr txBox="1"/>
          <p:nvPr/>
        </p:nvSpPr>
        <p:spPr>
          <a:xfrm>
            <a:off x="3384801" y="4984099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say that the </a:t>
            </a:r>
            <a:r>
              <a:rPr lang="en-CA" b="1"/>
              <a:t>scope</a:t>
            </a:r>
            <a:r>
              <a:rPr lang="en-CA"/>
              <a:t> of a local variable is the function it’s defined in.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09939E-3508-5AA2-CBA7-A01AFC2474E3}"/>
              </a:ext>
            </a:extLst>
          </p:cNvPr>
          <p:cNvCxnSpPr>
            <a:stCxn id="12" idx="3"/>
          </p:cNvCxnSpPr>
          <p:nvPr/>
        </p:nvCxnSpPr>
        <p:spPr>
          <a:xfrm>
            <a:off x="5865825" y="5584264"/>
            <a:ext cx="1220485" cy="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D76978-87C6-3844-EC6D-1F5D37D6BB8F}"/>
              </a:ext>
            </a:extLst>
          </p:cNvPr>
          <p:cNvSpPr txBox="1"/>
          <p:nvPr/>
        </p:nvSpPr>
        <p:spPr>
          <a:xfrm>
            <a:off x="9176202" y="2464639"/>
            <a:ext cx="224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err="1">
                <a:solidFill>
                  <a:srgbClr val="FF0000"/>
                </a:solidFill>
                <a:latin typeface="Consolas" panose="020B0609020204030204" pitchFamily="49" charset="0"/>
              </a:rPr>
              <a:t>NameError</a:t>
            </a: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b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n is not defined</a:t>
            </a:r>
          </a:p>
        </p:txBody>
      </p:sp>
      <p:sp>
        <p:nvSpPr>
          <p:cNvPr id="17" name="Arrow: Down 12">
            <a:extLst>
              <a:ext uri="{FF2B5EF4-FFF2-40B4-BE49-F238E27FC236}">
                <a16:creationId xmlns:a16="http://schemas.microsoft.com/office/drawing/2014/main" id="{94F812CC-51A9-42BB-7F5F-D84003154A79}"/>
              </a:ext>
            </a:extLst>
          </p:cNvPr>
          <p:cNvSpPr/>
          <p:nvPr/>
        </p:nvSpPr>
        <p:spPr>
          <a:xfrm>
            <a:off x="10041142" y="17864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78CFF-73F2-588D-45A8-1B75C430F6CC}"/>
              </a:ext>
            </a:extLst>
          </p:cNvPr>
          <p:cNvSpPr txBox="1"/>
          <p:nvPr/>
        </p:nvSpPr>
        <p:spPr>
          <a:xfrm>
            <a:off x="8612717" y="981054"/>
            <a:ext cx="3314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('Hello')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138968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332B-77C8-9C8B-DD81-B220A2C1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3EE95-9B00-C874-D05A-B9C7E90D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F9965-6A34-72C4-FE7B-49BA4630C2F1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63304-09AB-7EDF-7DFE-6FDD5A569A18}"/>
              </a:ext>
            </a:extLst>
          </p:cNvPr>
          <p:cNvSpPr txBox="1"/>
          <p:nvPr/>
        </p:nvSpPr>
        <p:spPr>
          <a:xfrm>
            <a:off x="2761766" y="323190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Parameters of a function are treated like local variables.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FA78FB-2743-24F1-6227-E939BF29E756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682470" y="1523519"/>
            <a:ext cx="266075" cy="71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E23573-7525-28ED-0E2D-D2EEE3F60AA3}"/>
              </a:ext>
            </a:extLst>
          </p:cNvPr>
          <p:cNvSpPr txBox="1"/>
          <p:nvPr/>
        </p:nvSpPr>
        <p:spPr>
          <a:xfrm>
            <a:off x="8777012" y="193020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('Hello')</a:t>
            </a:r>
            <a:endParaRPr lang="en-A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10027-EFBA-E0B9-38D0-90E166F9AE63}"/>
              </a:ext>
            </a:extLst>
          </p:cNvPr>
          <p:cNvSpPr txBox="1"/>
          <p:nvPr/>
        </p:nvSpPr>
        <p:spPr>
          <a:xfrm>
            <a:off x="9731629" y="1587714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21" name="Arrow: Down 12">
            <a:extLst>
              <a:ext uri="{FF2B5EF4-FFF2-40B4-BE49-F238E27FC236}">
                <a16:creationId xmlns:a16="http://schemas.microsoft.com/office/drawing/2014/main" id="{D5698D8F-E27E-31EA-C37D-5367C367C304}"/>
              </a:ext>
            </a:extLst>
          </p:cNvPr>
          <p:cNvSpPr/>
          <p:nvPr/>
        </p:nvSpPr>
        <p:spPr>
          <a:xfrm>
            <a:off x="10231162" y="769833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8936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62F9-61D3-222B-56FB-11AD5383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20E3-3BF7-6B38-7747-E35A3CD1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D96D3-6CBF-866F-BA2C-D0A5CF16406E}"/>
              </a:ext>
            </a:extLst>
          </p:cNvPr>
          <p:cNvSpPr txBox="1"/>
          <p:nvPr/>
        </p:nvSpPr>
        <p:spPr>
          <a:xfrm>
            <a:off x="435811" y="2089204"/>
            <a:ext cx="50945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underline(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411A6B-FC07-B8E4-872C-E5405CE951E1}"/>
              </a:ext>
            </a:extLst>
          </p:cNvPr>
          <p:cNvSpPr txBox="1"/>
          <p:nvPr/>
        </p:nvSpPr>
        <p:spPr>
          <a:xfrm>
            <a:off x="2761766" y="323190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Parameters of a function are treated like local variables.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8BDD8C-6A61-50DC-5624-D7E6324DC6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682470" y="1523519"/>
            <a:ext cx="266075" cy="71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83B70D-016B-FAC8-28B6-866D5EAD583E}"/>
              </a:ext>
            </a:extLst>
          </p:cNvPr>
          <p:cNvSpPr txBox="1"/>
          <p:nvPr/>
        </p:nvSpPr>
        <p:spPr>
          <a:xfrm>
            <a:off x="8777012" y="193020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('Hello')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E241F-D30D-47CE-F962-F877AA970EC4}"/>
              </a:ext>
            </a:extLst>
          </p:cNvPr>
          <p:cNvSpPr txBox="1"/>
          <p:nvPr/>
        </p:nvSpPr>
        <p:spPr>
          <a:xfrm>
            <a:off x="6116682" y="293089"/>
            <a:ext cx="18414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When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print_in_box</a:t>
            </a:r>
            <a:r>
              <a:rPr lang="en-CA" dirty="0"/>
              <a:t> is called,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CA" dirty="0"/>
              <a:t> is replaced by </a:t>
            </a:r>
            <a:r>
              <a:rPr lang="en-CA" dirty="0">
                <a:solidFill>
                  <a:srgbClr val="FF0000"/>
                </a:solidFill>
              </a:rPr>
              <a:t>'Hello'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0F334-0987-C109-216A-633444BC2B53}"/>
              </a:ext>
            </a:extLst>
          </p:cNvPr>
          <p:cNvSpPr/>
          <p:nvPr/>
        </p:nvSpPr>
        <p:spPr>
          <a:xfrm>
            <a:off x="1330036" y="2611027"/>
            <a:ext cx="3969328" cy="154027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12">
            <a:extLst>
              <a:ext uri="{FF2B5EF4-FFF2-40B4-BE49-F238E27FC236}">
                <a16:creationId xmlns:a16="http://schemas.microsoft.com/office/drawing/2014/main" id="{2FCB6A41-E6F8-6608-30C2-5568B8799464}"/>
              </a:ext>
            </a:extLst>
          </p:cNvPr>
          <p:cNvSpPr/>
          <p:nvPr/>
        </p:nvSpPr>
        <p:spPr>
          <a:xfrm rot="16200000">
            <a:off x="5882022" y="3029798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26028-2AC8-A022-A0DF-148EE9C7FED7}"/>
              </a:ext>
            </a:extLst>
          </p:cNvPr>
          <p:cNvSpPr txBox="1"/>
          <p:nvPr/>
        </p:nvSpPr>
        <p:spPr>
          <a:xfrm>
            <a:off x="6789191" y="2596335"/>
            <a:ext cx="5094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3200" dirty="0">
                <a:latin typeface="Consolas" panose="020B0609020204030204" pitchFamily="49" charset="0"/>
              </a:rPr>
              <a:t>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print(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3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print('-' * 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A1675-9665-0948-B153-74ABFCE8B631}"/>
              </a:ext>
            </a:extLst>
          </p:cNvPr>
          <p:cNvSpPr txBox="1"/>
          <p:nvPr/>
        </p:nvSpPr>
        <p:spPr>
          <a:xfrm>
            <a:off x="9731629" y="1587714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 dirty="0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1" name="Arrow: Down 12">
            <a:extLst>
              <a:ext uri="{FF2B5EF4-FFF2-40B4-BE49-F238E27FC236}">
                <a16:creationId xmlns:a16="http://schemas.microsoft.com/office/drawing/2014/main" id="{085FF303-7B5D-129D-4FEB-053308B31573}"/>
              </a:ext>
            </a:extLst>
          </p:cNvPr>
          <p:cNvSpPr/>
          <p:nvPr/>
        </p:nvSpPr>
        <p:spPr>
          <a:xfrm>
            <a:off x="10231162" y="769833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78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846C-0C7C-3E51-2BFB-B21E9EFA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BB6C-C63F-23BA-B12F-ABF7F2A4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understand functions it helps to look at </a:t>
            </a:r>
            <a:r>
              <a:rPr lang="en-US"/>
              <a:t>more examples … (see notes)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0B0AC-DBFB-BD5B-69A9-7D44EC2E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212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145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8013963" y="2247677"/>
            <a:ext cx="26389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works, but if you want to print out 1000 numbers it will get tedious!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0335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6096000" y="1527262"/>
            <a:ext cx="19157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0 to 3 using a </a:t>
            </a:r>
            <a:r>
              <a:rPr lang="en-CA" b="1" dirty="0"/>
              <a:t>for-loop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8521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4109800" y="2350582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8159431" y="1586029"/>
            <a:ext cx="130666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Prints the same thing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A0E86-9632-7612-FF8E-CEBB752FB340}"/>
              </a:ext>
            </a:extLst>
          </p:cNvPr>
          <p:cNvSpPr txBox="1"/>
          <p:nvPr/>
        </p:nvSpPr>
        <p:spPr>
          <a:xfrm>
            <a:off x="9886962" y="2231313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9194A70-E003-CF27-E354-4BF61D0280E6}"/>
              </a:ext>
            </a:extLst>
          </p:cNvPr>
          <p:cNvSpPr/>
          <p:nvPr/>
        </p:nvSpPr>
        <p:spPr>
          <a:xfrm>
            <a:off x="8225691" y="2530994"/>
            <a:ext cx="1240404" cy="6361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673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707285" y="105792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br>
              <a:rPr lang="en-CA" dirty="0"/>
            </a:br>
            <a:r>
              <a:rPr lang="en-CA" dirty="0"/>
              <a:t>for-loop</a:t>
            </a:r>
            <a:r>
              <a:rPr lang="en-CA" b="1" dirty="0"/>
              <a:t> header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45346-B6E4-646B-4FC5-34E4D72BDD21}"/>
              </a:ext>
            </a:extLst>
          </p:cNvPr>
          <p:cNvSpPr txBox="1"/>
          <p:nvPr/>
        </p:nvSpPr>
        <p:spPr>
          <a:xfrm>
            <a:off x="8806043" y="384849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br>
              <a:rPr lang="en-CA" dirty="0"/>
            </a:br>
            <a:r>
              <a:rPr lang="en-CA" dirty="0"/>
              <a:t>for-loop</a:t>
            </a:r>
            <a:r>
              <a:rPr lang="en-CA" b="1" dirty="0"/>
              <a:t> body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stCxn id="9" idx="2"/>
          </p:cNvCxnSpPr>
          <p:nvPr/>
        </p:nvCxnSpPr>
        <p:spPr>
          <a:xfrm>
            <a:off x="5659319" y="1704251"/>
            <a:ext cx="274121" cy="7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B76DF-18A0-D9DA-6A8E-5BD4183230D0}"/>
              </a:ext>
            </a:extLst>
          </p:cNvPr>
          <p:cNvSpPr/>
          <p:nvPr/>
        </p:nvSpPr>
        <p:spPr>
          <a:xfrm>
            <a:off x="5347031" y="2999254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DD2A7F-78C1-0D4B-FB02-FE853711252D}"/>
              </a:ext>
            </a:extLst>
          </p:cNvPr>
          <p:cNvCxnSpPr/>
          <p:nvPr/>
        </p:nvCxnSpPr>
        <p:spPr>
          <a:xfrm flipH="1" flipV="1">
            <a:off x="8405446" y="3452024"/>
            <a:ext cx="400597" cy="39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038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77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“index”.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D2F687F-31D9-B18B-320C-F315FC4EBA7A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F2BC29-496A-D5D0-DEFB-F295596166E8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3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A4C64E-D70F-7ACD-1C89-0A9E100141C0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18E0AC-94E6-C1D1-B487-F737DA3D865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104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expression makes the loop repeat 4 times. Each time through the loop </a:t>
            </a:r>
            <a:r>
              <a:rPr lang="en-CA" b="1" dirty="0" err="1"/>
              <a:t>i</a:t>
            </a:r>
            <a:r>
              <a:rPr lang="en-CA" dirty="0"/>
              <a:t> gets the value 0, then 1, then 2, …</a:t>
            </a:r>
            <a:endParaRPr lang="en-A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a for-loop, </a:t>
            </a:r>
            <a:r>
              <a:rPr lang="en-CA" b="1" dirty="0"/>
              <a:t>range(n)</a:t>
            </a:r>
            <a:r>
              <a:rPr lang="en-CA" dirty="0"/>
              <a:t> generates the numbers </a:t>
            </a:r>
            <a:br>
              <a:rPr lang="en-CA" dirty="0"/>
            </a:br>
            <a:r>
              <a:rPr lang="en-CA" dirty="0"/>
              <a:t>0, 1, 2, …, n-1.</a:t>
            </a:r>
          </a:p>
          <a:p>
            <a:pPr algn="ctr"/>
            <a:r>
              <a:rPr lang="en-CA" dirty="0"/>
              <a:t>It starts at 0, ends at n-1.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517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expression makes the loop repeat 4 times. Each time through the loop </a:t>
            </a:r>
            <a:r>
              <a:rPr lang="en-CA" b="1" dirty="0" err="1"/>
              <a:t>i</a:t>
            </a:r>
            <a:r>
              <a:rPr lang="en-CA" dirty="0"/>
              <a:t> gets the value 0, then 1, then 2, …</a:t>
            </a:r>
            <a:endParaRPr lang="en-A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a for-loop, </a:t>
            </a:r>
            <a:r>
              <a:rPr lang="en-CA" b="1" dirty="0"/>
              <a:t>range(n)</a:t>
            </a:r>
            <a:r>
              <a:rPr lang="en-CA" dirty="0"/>
              <a:t> generates the numbers </a:t>
            </a:r>
            <a:br>
              <a:rPr lang="en-CA" dirty="0"/>
            </a:br>
            <a:r>
              <a:rPr lang="en-CA" dirty="0"/>
              <a:t>0, 1, 2, …, n-1.</a:t>
            </a:r>
          </a:p>
          <a:p>
            <a:pPr algn="ctr"/>
            <a:r>
              <a:rPr lang="en-CA" dirty="0"/>
              <a:t>It starts at 0, ends at n-1.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99C177-C779-0EF5-1A22-D1EED08E7F18}"/>
              </a:ext>
            </a:extLst>
          </p:cNvPr>
          <p:cNvSpPr/>
          <p:nvPr/>
        </p:nvSpPr>
        <p:spPr>
          <a:xfrm>
            <a:off x="8786599" y="2495767"/>
            <a:ext cx="144611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B38AB-D32F-D9D3-0F97-BCF9179AC5EA}"/>
              </a:ext>
            </a:extLst>
          </p:cNvPr>
          <p:cNvSpPr txBox="1"/>
          <p:nvPr/>
        </p:nvSpPr>
        <p:spPr>
          <a:xfrm>
            <a:off x="9982200" y="705257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colon :</a:t>
            </a:r>
            <a:r>
              <a:rPr lang="en-CA" dirty="0"/>
              <a:t> marks the end of the for-loop header.</a:t>
            </a:r>
            <a:endParaRPr lang="en-AU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0F4C75-4B25-50D6-31BC-42CF9233E374}"/>
              </a:ext>
            </a:extLst>
          </p:cNvPr>
          <p:cNvCxnSpPr>
            <a:cxnSpLocks/>
          </p:cNvCxnSpPr>
          <p:nvPr/>
        </p:nvCxnSpPr>
        <p:spPr>
          <a:xfrm flipH="1">
            <a:off x="8931210" y="1633012"/>
            <a:ext cx="1045746" cy="842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14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569534" y="39690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statements </a:t>
            </a:r>
            <a:r>
              <a:rPr lang="en-CA"/>
              <a:t>in the body </a:t>
            </a:r>
            <a:r>
              <a:rPr lang="en-CA" dirty="0"/>
              <a:t>of a for-loop must be consistently indented at least 1 space.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468815" y="2945562"/>
            <a:ext cx="344658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92898" y="3288323"/>
            <a:ext cx="185871" cy="68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F8DC22-C403-199D-D397-D56770794310}"/>
              </a:ext>
            </a:extLst>
          </p:cNvPr>
          <p:cNvSpPr txBox="1"/>
          <p:nvPr/>
        </p:nvSpPr>
        <p:spPr>
          <a:xfrm>
            <a:off x="8045427" y="3969005"/>
            <a:ext cx="268118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particular body has only one statement. </a:t>
            </a:r>
            <a:br>
              <a:rPr lang="en-CA" dirty="0"/>
            </a:br>
            <a:r>
              <a:rPr lang="en-CA" dirty="0"/>
              <a:t>In general, a for-loop body can have as many statements as you like.</a:t>
            </a:r>
            <a:endParaRPr lang="en-AU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6C3EA9-8FD6-0550-A4C7-3AE00EB1E161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8915400" y="3442994"/>
            <a:ext cx="470621" cy="526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9A1DA-FE81-AF69-859F-D48291843328}"/>
              </a:ext>
            </a:extLst>
          </p:cNvPr>
          <p:cNvSpPr/>
          <p:nvPr/>
        </p:nvSpPr>
        <p:spPr>
          <a:xfrm>
            <a:off x="5520801" y="3003655"/>
            <a:ext cx="668984" cy="35266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446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6012F-6D16-EA43-0C55-7C4768E2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DB74BC-1BB1-DB9D-7ADC-A2F2A1DD071E}"/>
              </a:ext>
            </a:extLst>
          </p:cNvPr>
          <p:cNvGrpSpPr/>
          <p:nvPr/>
        </p:nvGrpSpPr>
        <p:grpSpPr>
          <a:xfrm>
            <a:off x="345828" y="1335485"/>
            <a:ext cx="5704900" cy="4893060"/>
            <a:chOff x="192506" y="1660800"/>
            <a:chExt cx="5704900" cy="48930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7242D0-BEB4-E6E6-466F-535FA4C36195}"/>
                </a:ext>
              </a:extLst>
            </p:cNvPr>
            <p:cNvSpPr txBox="1"/>
            <p:nvPr/>
          </p:nvSpPr>
          <p:spPr>
            <a:xfrm>
              <a:off x="192506" y="1660800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737CEA-E099-70B4-2196-E52108F344AD}"/>
                </a:ext>
              </a:extLst>
            </p:cNvPr>
            <p:cNvSpPr txBox="1"/>
            <p:nvPr/>
          </p:nvSpPr>
          <p:spPr>
            <a:xfrm>
              <a:off x="192506" y="2973784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885C77-CD61-C764-1F73-B9DC5E03FB6C}"/>
                </a:ext>
              </a:extLst>
            </p:cNvPr>
            <p:cNvSpPr txBox="1"/>
            <p:nvPr/>
          </p:nvSpPr>
          <p:spPr>
            <a:xfrm>
              <a:off x="192506" y="4286768"/>
              <a:ext cx="5704900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FEDCC1-586A-9949-83B0-80B987D6AD30}"/>
                </a:ext>
              </a:extLst>
            </p:cNvPr>
            <p:cNvGrpSpPr/>
            <p:nvPr/>
          </p:nvGrpSpPr>
          <p:grpSpPr>
            <a:xfrm>
              <a:off x="192506" y="5599753"/>
              <a:ext cx="4775148" cy="954107"/>
              <a:chOff x="192506" y="5599753"/>
              <a:chExt cx="4775148" cy="95410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1E2428-FC26-9D41-24DC-AD82336B8A8C}"/>
                  </a:ext>
                </a:extLst>
              </p:cNvPr>
              <p:cNvSpPr txBox="1"/>
              <p:nvPr/>
            </p:nvSpPr>
            <p:spPr>
              <a:xfrm>
                <a:off x="192506" y="5599753"/>
                <a:ext cx="4775148" cy="9541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 dirty="0">
                    <a:latin typeface="Consolas" panose="020B0609020204030204" pitchFamily="49" charset="0"/>
                  </a:rPr>
                  <a:t>for </a:t>
                </a:r>
                <a:r>
                  <a:rPr lang="en-CA" sz="28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 dirty="0">
                    <a:latin typeface="Consolas" panose="020B0609020204030204" pitchFamily="49" charset="0"/>
                  </a:rPr>
                  <a:t> in range(4):</a:t>
                </a:r>
              </a:p>
              <a:p>
                <a:r>
                  <a:rPr lang="en-CA" sz="2800" dirty="0">
                    <a:latin typeface="Consolas" panose="020B0609020204030204" pitchFamily="49" charset="0"/>
                  </a:rPr>
                  <a:t>    print(</a:t>
                </a:r>
                <a:r>
                  <a:rPr lang="en-CA" sz="28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 dirty="0">
                    <a:latin typeface="Consolas" panose="020B0609020204030204" pitchFamily="49" charset="0"/>
                  </a:rPr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F0B4DD-CB65-A510-3121-A989C19CE432}"/>
                  </a:ext>
                </a:extLst>
              </p:cNvPr>
              <p:cNvSpPr txBox="1"/>
              <p:nvPr/>
            </p:nvSpPr>
            <p:spPr>
              <a:xfrm>
                <a:off x="3878063" y="6076806"/>
                <a:ext cx="770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dirty="0">
                    <a:solidFill>
                      <a:srgbClr val="FF0000"/>
                    </a:solidFill>
                  </a:rPr>
                  <a:t>Error!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503555-4FA9-EB8E-9338-97C862895AD6}"/>
              </a:ext>
            </a:extLst>
          </p:cNvPr>
          <p:cNvGrpSpPr/>
          <p:nvPr/>
        </p:nvGrpSpPr>
        <p:grpSpPr>
          <a:xfrm>
            <a:off x="7091539" y="1221597"/>
            <a:ext cx="4754633" cy="3783622"/>
            <a:chOff x="7091539" y="1221597"/>
            <a:chExt cx="4754633" cy="378362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7262E2-7FE0-F1A7-E27C-339137F07749}"/>
                </a:ext>
              </a:extLst>
            </p:cNvPr>
            <p:cNvSpPr txBox="1"/>
            <p:nvPr/>
          </p:nvSpPr>
          <p:spPr>
            <a:xfrm>
              <a:off x="7091539" y="2636355"/>
              <a:ext cx="4543617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range(0, 4)</a:t>
              </a:r>
              <a:r>
                <a:rPr lang="en-CA" sz="28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B4F958-250E-0A06-A6C2-8F2843E8A6F1}"/>
                </a:ext>
              </a:extLst>
            </p:cNvPr>
            <p:cNvSpPr txBox="1"/>
            <p:nvPr/>
          </p:nvSpPr>
          <p:spPr>
            <a:xfrm>
              <a:off x="7091539" y="1221597"/>
              <a:ext cx="4754633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range(3+1)</a:t>
              </a:r>
              <a:r>
                <a:rPr lang="en-CA" sz="28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0EF7FE-C984-B47B-E891-AFC40AB98A0D}"/>
                </a:ext>
              </a:extLst>
            </p:cNvPr>
            <p:cNvGrpSpPr/>
            <p:nvPr/>
          </p:nvGrpSpPr>
          <p:grpSpPr>
            <a:xfrm>
              <a:off x="7091539" y="4051112"/>
              <a:ext cx="4543617" cy="954107"/>
              <a:chOff x="7091539" y="4051112"/>
              <a:chExt cx="4543617" cy="95410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360E48-CA7D-6CCD-1AA7-E273EE842938}"/>
                  </a:ext>
                </a:extLst>
              </p:cNvPr>
              <p:cNvSpPr txBox="1"/>
              <p:nvPr/>
            </p:nvSpPr>
            <p:spPr>
              <a:xfrm>
                <a:off x="7091539" y="4051112"/>
                <a:ext cx="4543617" cy="95410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 dirty="0">
                    <a:latin typeface="Consolas" panose="020B0609020204030204" pitchFamily="49" charset="0"/>
                  </a:rPr>
                  <a:t>for </a:t>
                </a:r>
                <a:r>
                  <a:rPr lang="en-CA" sz="2800" dirty="0" err="1">
                    <a:latin typeface="Consolas" panose="020B0609020204030204" pitchFamily="49" charset="0"/>
                  </a:rPr>
                  <a:t>i</a:t>
                </a:r>
                <a:r>
                  <a:rPr lang="en-CA" sz="2800" dirty="0">
                    <a:latin typeface="Consolas" panose="020B0609020204030204" pitchFamily="49" charset="0"/>
                  </a:rPr>
                  <a:t> in </a:t>
                </a:r>
                <a:r>
                  <a:rPr lang="en-CA" sz="2800" b="1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range(5, 9)</a:t>
                </a:r>
                <a:r>
                  <a:rPr lang="en-CA" sz="2800" dirty="0"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n-CA" sz="2800" dirty="0">
                    <a:latin typeface="Consolas" panose="020B0609020204030204" pitchFamily="49" charset="0"/>
                  </a:rPr>
                  <a:t>    print(i-5)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698A0B-E6B8-FBC0-EBC2-DC53C56EEDB2}"/>
                  </a:ext>
                </a:extLst>
              </p:cNvPr>
              <p:cNvSpPr txBox="1"/>
              <p:nvPr/>
            </p:nvSpPr>
            <p:spPr>
              <a:xfrm>
                <a:off x="10129370" y="4541872"/>
                <a:ext cx="1303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dirty="0" err="1">
                    <a:solidFill>
                      <a:srgbClr val="00B050"/>
                    </a:solidFill>
                  </a:rPr>
                  <a:t>i</a:t>
                </a:r>
                <a:r>
                  <a:rPr lang="en-CA" b="1" dirty="0">
                    <a:solidFill>
                      <a:srgbClr val="00B050"/>
                    </a:solidFill>
                  </a:rPr>
                  <a:t> = 5, 6, 7, 8</a:t>
                </a:r>
                <a:endParaRPr lang="en-AU" b="1" dirty="0">
                  <a:solidFill>
                    <a:srgbClr val="00B050"/>
                  </a:solidFill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980C93-15F7-BBF3-055E-38AE77ED3433}"/>
              </a:ext>
            </a:extLst>
          </p:cNvPr>
          <p:cNvSpPr txBox="1"/>
          <p:nvPr/>
        </p:nvSpPr>
        <p:spPr>
          <a:xfrm>
            <a:off x="713334" y="176389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Loops in green boxes all print the same thing.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5848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26D55-8088-4975-72FE-75C57724F5E2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does this print?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3291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BA45-181E-B689-0BD2-78684E16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EEE1-DAC1-8F3C-C2EE-40C6ED0C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87C0A-4645-80E0-144D-222B5BF3E386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1BFBB-D7E5-91C1-EF9F-3576284E0FFD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C99E8-4CF9-AC8A-A429-787897F5A858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does this print?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53C44-B34B-B167-98ED-80E1380B9EA8}"/>
              </a:ext>
            </a:extLst>
          </p:cNvPr>
          <p:cNvSpPr txBox="1"/>
          <p:nvPr/>
        </p:nvSpPr>
        <p:spPr>
          <a:xfrm>
            <a:off x="6663860" y="1808350"/>
            <a:ext cx="26389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causes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/>
              <a:t> statement to </a:t>
            </a:r>
            <a:r>
              <a:rPr lang="en-CA" b="1" dirty="0"/>
              <a:t>not</a:t>
            </a:r>
            <a:r>
              <a:rPr lang="en-CA" dirty="0"/>
              <a:t> put a newline at the end.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CA12A-7BBE-AD2D-4BAD-BA366A9D061B}"/>
              </a:ext>
            </a:extLst>
          </p:cNvPr>
          <p:cNvSpPr/>
          <p:nvPr/>
        </p:nvSpPr>
        <p:spPr>
          <a:xfrm>
            <a:off x="4941787" y="3254463"/>
            <a:ext cx="125119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54D28B-C600-284A-B939-422DD2B886C6}"/>
              </a:ext>
            </a:extLst>
          </p:cNvPr>
          <p:cNvCxnSpPr>
            <a:cxnSpLocks/>
          </p:cNvCxnSpPr>
          <p:nvPr/>
        </p:nvCxnSpPr>
        <p:spPr>
          <a:xfrm flipH="1">
            <a:off x="6192982" y="2731680"/>
            <a:ext cx="470878" cy="522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F18F7-A10D-BBB6-1F99-EE0EC08EA377}"/>
              </a:ext>
            </a:extLst>
          </p:cNvPr>
          <p:cNvSpPr txBox="1"/>
          <p:nvPr/>
        </p:nvSpPr>
        <p:spPr>
          <a:xfrm>
            <a:off x="4024866" y="4500521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Prints just a newline.</a:t>
            </a:r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9AED8B-D05D-C0B6-D54F-137788D7015C}"/>
              </a:ext>
            </a:extLst>
          </p:cNvPr>
          <p:cNvSpPr/>
          <p:nvPr/>
        </p:nvSpPr>
        <p:spPr>
          <a:xfrm>
            <a:off x="2039260" y="3709634"/>
            <a:ext cx="142091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36CE50-BDF9-F858-80B7-1D66C621E69A}"/>
              </a:ext>
            </a:extLst>
          </p:cNvPr>
          <p:cNvCxnSpPr>
            <a:cxnSpLocks/>
          </p:cNvCxnSpPr>
          <p:nvPr/>
        </p:nvCxnSpPr>
        <p:spPr>
          <a:xfrm flipH="1" flipV="1">
            <a:off x="3460173" y="4162404"/>
            <a:ext cx="564693" cy="33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213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1534370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 dirty="0"/>
              <a:t>**</a:t>
            </a:r>
          </a:p>
          <a:p>
            <a:r>
              <a:rPr lang="en-CA" sz="3600" dirty="0"/>
              <a:t>**</a:t>
            </a:r>
          </a:p>
          <a:p>
            <a:r>
              <a:rPr lang="en-CA" sz="3600" dirty="0"/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39A5C-CD5E-C63B-CB42-E51F4C4C9D38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BAC03-E02D-738A-7E79-869DE20A1543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66917-8A66-5CBA-BD59-705FEAF3DF08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EAF719F-1CB6-7CAF-179B-220C65D22F5E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7CE99-766E-7773-4E98-0778E089E66B}"/>
              </a:ext>
            </a:extLst>
          </p:cNvPr>
          <p:cNvSpPr txBox="1"/>
          <p:nvPr/>
        </p:nvSpPr>
        <p:spPr>
          <a:xfrm>
            <a:off x="4264870" y="1136991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outer loop repeats the inner loop three times.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661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750C07-B0EC-2D40-5323-A70FEFEFB89F}"/>
              </a:ext>
            </a:extLst>
          </p:cNvPr>
          <p:cNvSpPr txBox="1"/>
          <p:nvPr/>
        </p:nvSpPr>
        <p:spPr>
          <a:xfrm>
            <a:off x="3953143" y="898431"/>
            <a:ext cx="195472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We’ve replaced the 2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29B846-BB5C-7566-7683-35A0CA0417BA}"/>
              </a:ext>
            </a:extLst>
          </p:cNvPr>
          <p:cNvCxnSpPr>
            <a:stCxn id="2" idx="2"/>
          </p:cNvCxnSpPr>
          <p:nvPr/>
        </p:nvCxnSpPr>
        <p:spPr>
          <a:xfrm>
            <a:off x="4930507" y="1544762"/>
            <a:ext cx="181820" cy="1271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0CAD86-E292-1BB2-6491-6A54D614B83F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F6762-EEFE-BC55-98CA-EE4CF441DD11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386E0-E69B-81F0-7A58-4706E19139EB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1A2D9BE-DC6B-C717-21F9-4CB3025BAD1B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936B3-CB1A-3A13-9D86-F19170D34414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inner loop has a different range value.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6605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D488-0162-83DE-CEEC-8B3A5B4B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EDE39-E91B-447B-120B-6CD5F83A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99371-B39E-F607-329D-E56573BE3190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2212F-03AC-2F1E-E2F0-84CA67CAF8AA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2D440-FCB5-2D32-C1C0-9D17684E8200}"/>
              </a:ext>
            </a:extLst>
          </p:cNvPr>
          <p:cNvSpPr txBox="1"/>
          <p:nvPr/>
        </p:nvSpPr>
        <p:spPr>
          <a:xfrm>
            <a:off x="3953143" y="898431"/>
            <a:ext cx="195472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We’ve replaced the 2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A2223-9C67-29D4-F6A8-CF500375C17D}"/>
              </a:ext>
            </a:extLst>
          </p:cNvPr>
          <p:cNvCxnSpPr>
            <a:stCxn id="2" idx="2"/>
          </p:cNvCxnSpPr>
          <p:nvPr/>
        </p:nvCxnSpPr>
        <p:spPr>
          <a:xfrm>
            <a:off x="4930507" y="1544762"/>
            <a:ext cx="181820" cy="1271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E362D2-9801-99AD-503B-14C0B798A619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B0192-AED4-94DC-FB7A-70B19CE83398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2B867-D7B6-65C7-1DB0-ECC2002B1530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B504AC9-E57E-FD2B-1ACA-74A21F9502F2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3F17F-38A8-0B67-996F-E7914C1BC61E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inner loop has a different range value.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5AA25-5D7A-A43E-106E-1562034FA29C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CA" sz="3600" dirty="0"/>
          </a:p>
          <a:p>
            <a:r>
              <a:rPr lang="en-CA" sz="3600" dirty="0">
                <a:solidFill>
                  <a:srgbClr val="FF0000"/>
                </a:solidFill>
              </a:rPr>
              <a:t>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288871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C6-0194-A730-5135-8E24D2D9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Multiplication Table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67787-D5EB-D296-A43B-EE6D0E70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1AF5C-AC56-38AE-4ED9-81EA0DA5D37E}"/>
              </a:ext>
            </a:extLst>
          </p:cNvPr>
          <p:cNvSpPr txBox="1"/>
          <p:nvPr/>
        </p:nvSpPr>
        <p:spPr>
          <a:xfrm>
            <a:off x="3302245" y="2169248"/>
            <a:ext cx="6097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       1   2   3   4   5   6   7   8   9  10 </a:t>
            </a:r>
          </a:p>
          <a:p>
            <a:r>
              <a:rPr lang="en-AU" dirty="0">
                <a:latin typeface="Consolas" panose="020B0609020204030204" pitchFamily="49" charset="0"/>
              </a:rPr>
              <a:t>     ----------------------------------------</a:t>
            </a:r>
          </a:p>
          <a:p>
            <a:r>
              <a:rPr lang="en-AU" dirty="0">
                <a:latin typeface="Consolas" panose="020B0609020204030204" pitchFamily="49" charset="0"/>
              </a:rPr>
              <a:t>  1 |  1   2   3   4   5   6   7   8   9  10 </a:t>
            </a:r>
          </a:p>
          <a:p>
            <a:r>
              <a:rPr lang="en-AU" dirty="0">
                <a:latin typeface="Consolas" panose="020B0609020204030204" pitchFamily="49" charset="0"/>
              </a:rPr>
              <a:t>  2 |  2   4   6   8  10  12  14  16  18  20 </a:t>
            </a:r>
          </a:p>
          <a:p>
            <a:r>
              <a:rPr lang="en-AU" dirty="0">
                <a:latin typeface="Consolas" panose="020B0609020204030204" pitchFamily="49" charset="0"/>
              </a:rPr>
              <a:t>  3 |  3   6   9  12  15  18  21  24  27  30 </a:t>
            </a:r>
          </a:p>
          <a:p>
            <a:r>
              <a:rPr lang="en-AU" dirty="0">
                <a:latin typeface="Consolas" panose="020B0609020204030204" pitchFamily="49" charset="0"/>
              </a:rPr>
              <a:t>  4 |  4   8  12  16  20  24  28  32  36  40 </a:t>
            </a:r>
          </a:p>
          <a:p>
            <a:r>
              <a:rPr lang="en-AU" dirty="0">
                <a:latin typeface="Consolas" panose="020B0609020204030204" pitchFamily="49" charset="0"/>
              </a:rPr>
              <a:t>  5 |  5  10  15  20  25  30  35  40  45  50 </a:t>
            </a:r>
          </a:p>
          <a:p>
            <a:r>
              <a:rPr lang="en-AU" dirty="0">
                <a:latin typeface="Consolas" panose="020B0609020204030204" pitchFamily="49" charset="0"/>
              </a:rPr>
              <a:t>  6 |  6  12  18  24  30  36  42  48  54  60 </a:t>
            </a:r>
          </a:p>
          <a:p>
            <a:r>
              <a:rPr lang="en-AU" dirty="0">
                <a:latin typeface="Consolas" panose="020B0609020204030204" pitchFamily="49" charset="0"/>
              </a:rPr>
              <a:t>  7 |  7  14  21  28  35  42  49  56  63  70 </a:t>
            </a:r>
          </a:p>
          <a:p>
            <a:r>
              <a:rPr lang="en-AU" dirty="0">
                <a:latin typeface="Consolas" panose="020B0609020204030204" pitchFamily="49" charset="0"/>
              </a:rPr>
              <a:t>  8 |  8  16  24  32  40  48  56  64  72  80 </a:t>
            </a:r>
          </a:p>
          <a:p>
            <a:r>
              <a:rPr lang="en-AU" dirty="0">
                <a:latin typeface="Consolas" panose="020B0609020204030204" pitchFamily="49" charset="0"/>
              </a:rPr>
              <a:t>  9 |  9  18  27  36  45  54  63  72  81  90 </a:t>
            </a:r>
          </a:p>
          <a:p>
            <a:r>
              <a:rPr lang="en-AU" dirty="0">
                <a:latin typeface="Consolas" panose="020B0609020204030204" pitchFamily="49" charset="0"/>
              </a:rPr>
              <a:t> 10 | 10  20  30  40  50  60  70  80  90 100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B63D5-E2DE-22B4-9A5D-F5B3861B5FD6}"/>
              </a:ext>
            </a:extLst>
          </p:cNvPr>
          <p:cNvSpPr txBox="1"/>
          <p:nvPr/>
        </p:nvSpPr>
        <p:spPr>
          <a:xfrm>
            <a:off x="472318" y="15427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As practice with for-loops, lets build a program that prints a multiplication table like this …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27075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5798</TotalTime>
  <Words>3240</Words>
  <Application>Microsoft Macintosh PowerPoint</Application>
  <PresentationFormat>Widescreen</PresentationFormat>
  <Paragraphs>540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Office Theme</vt:lpstr>
      <vt:lpstr>Chapter 3 Functions (and simple loops)</vt:lpstr>
      <vt:lpstr>Functions </vt:lpstr>
      <vt:lpstr>Functions </vt:lpstr>
      <vt:lpstr>Functions 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Multiplication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2024-09-23T20:53:52Z</cp:lastPrinted>
  <dcterms:created xsi:type="dcterms:W3CDTF">2024-09-15T21:36:40Z</dcterms:created>
  <dcterms:modified xsi:type="dcterms:W3CDTF">2026-01-26T05:45:27Z</dcterms:modified>
</cp:coreProperties>
</file>